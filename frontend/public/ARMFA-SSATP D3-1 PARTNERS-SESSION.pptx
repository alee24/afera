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7"/>
  </p:notesMasterIdLst>
  <p:handoutMasterIdLst>
    <p:handoutMasterId r:id="rId28"/>
  </p:handoutMasterIdLst>
  <p:sldIdLst>
    <p:sldId id="322" r:id="rId5"/>
    <p:sldId id="2604" r:id="rId6"/>
    <p:sldId id="2605" r:id="rId7"/>
    <p:sldId id="2607" r:id="rId8"/>
    <p:sldId id="2608" r:id="rId9"/>
    <p:sldId id="2609" r:id="rId10"/>
    <p:sldId id="2610" r:id="rId11"/>
    <p:sldId id="2613" r:id="rId12"/>
    <p:sldId id="2612" r:id="rId13"/>
    <p:sldId id="2596" r:id="rId14"/>
    <p:sldId id="265" r:id="rId15"/>
    <p:sldId id="266" r:id="rId16"/>
    <p:sldId id="267" r:id="rId17"/>
    <p:sldId id="269" r:id="rId18"/>
    <p:sldId id="270" r:id="rId19"/>
    <p:sldId id="271" r:id="rId20"/>
    <p:sldId id="272" r:id="rId21"/>
    <p:sldId id="273" r:id="rId22"/>
    <p:sldId id="274" r:id="rId23"/>
    <p:sldId id="275" r:id="rId24"/>
    <p:sldId id="276" r:id="rId25"/>
    <p:sldId id="2603" r:id="rId2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551"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uario" initials="u" lastIdx="3" clrIdx="0">
    <p:extLst>
      <p:ext uri="{19B8F6BF-5375-455C-9EA6-DF929625EA0E}">
        <p15:presenceInfo xmlns:p15="http://schemas.microsoft.com/office/powerpoint/2012/main" userId="usuari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081E"/>
    <a:srgbClr val="FFFFFF"/>
    <a:srgbClr val="E8E8E8"/>
    <a:srgbClr val="E60000"/>
    <a:srgbClr val="FFFFCC"/>
    <a:srgbClr val="4889C4"/>
    <a:srgbClr val="C0C0C0"/>
    <a:srgbClr val="EAEAEA"/>
    <a:srgbClr val="E0E0E0"/>
    <a:srgbClr val="77933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0F2674-4830-EF49-87B9-E939400B8CCE}" v="3" dt="2025-09-20T14:22:17.632"/>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Estilo medio 3 - Énfasis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85" autoAdjust="0"/>
    <p:restoredTop sz="92887" autoAdjust="0"/>
  </p:normalViewPr>
  <p:slideViewPr>
    <p:cSldViewPr snapToGrid="0">
      <p:cViewPr varScale="1">
        <p:scale>
          <a:sx n="111" d="100"/>
          <a:sy n="111" d="100"/>
        </p:scale>
        <p:origin x="632" y="200"/>
      </p:cViewPr>
      <p:guideLst>
        <p:guide pos="551"/>
        <p:guide orient="horz" pos="2160"/>
      </p:guideLst>
    </p:cSldViewPr>
  </p:slideViewPr>
  <p:notesTextViewPr>
    <p:cViewPr>
      <p:scale>
        <a:sx n="1" d="1"/>
        <a:sy n="1" d="1"/>
      </p:scale>
      <p:origin x="0" y="0"/>
    </p:cViewPr>
  </p:notesTextViewPr>
  <p:notesViewPr>
    <p:cSldViewPr snapToGrid="0">
      <p:cViewPr varScale="1">
        <p:scale>
          <a:sx n="71" d="100"/>
          <a:sy n="71" d="100"/>
        </p:scale>
        <p:origin x="2676" y="2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UY TAI SUSANA CECILIA" userId="cf97e022-d16c-4f90-a894-7e107f417e88" providerId="ADAL" clId="{B758E2F2-756D-412C-9C70-0C8DF49DE3DB}"/>
    <pc:docChg chg="undo custSel addSld delSld modSld sldOrd">
      <pc:chgData name="CHUY TAI SUSANA CECILIA" userId="cf97e022-d16c-4f90-a894-7e107f417e88" providerId="ADAL" clId="{B758E2F2-756D-412C-9C70-0C8DF49DE3DB}" dt="2025-09-12T13:49:45.489" v="628" actId="20577"/>
      <pc:docMkLst>
        <pc:docMk/>
      </pc:docMkLst>
      <pc:sldChg chg="del">
        <pc:chgData name="CHUY TAI SUSANA CECILIA" userId="cf97e022-d16c-4f90-a894-7e107f417e88" providerId="ADAL" clId="{B758E2F2-756D-412C-9C70-0C8DF49DE3DB}" dt="2025-09-12T13:15:02.261" v="55" actId="47"/>
        <pc:sldMkLst>
          <pc:docMk/>
          <pc:sldMk cId="3896635768" sldId="283"/>
        </pc:sldMkLst>
      </pc:sldChg>
      <pc:sldChg chg="modSp mod">
        <pc:chgData name="CHUY TAI SUSANA CECILIA" userId="cf97e022-d16c-4f90-a894-7e107f417e88" providerId="ADAL" clId="{B758E2F2-756D-412C-9C70-0C8DF49DE3DB}" dt="2025-09-12T13:14:42.626" v="54" actId="6549"/>
        <pc:sldMkLst>
          <pc:docMk/>
          <pc:sldMk cId="3521153774" sldId="322"/>
        </pc:sldMkLst>
        <pc:spChg chg="mod">
          <ac:chgData name="CHUY TAI SUSANA CECILIA" userId="cf97e022-d16c-4f90-a894-7e107f417e88" providerId="ADAL" clId="{B758E2F2-756D-412C-9C70-0C8DF49DE3DB}" dt="2025-09-12T13:14:42.626" v="54" actId="6549"/>
          <ac:spMkLst>
            <pc:docMk/>
            <pc:sldMk cId="3521153774" sldId="322"/>
            <ac:spMk id="5" creationId="{38ABA134-7956-B9F0-8DA7-5EFB8FAED018}"/>
          </ac:spMkLst>
        </pc:spChg>
      </pc:sldChg>
      <pc:sldChg chg="del">
        <pc:chgData name="CHUY TAI SUSANA CECILIA" userId="cf97e022-d16c-4f90-a894-7e107f417e88" providerId="ADAL" clId="{B758E2F2-756D-412C-9C70-0C8DF49DE3DB}" dt="2025-09-12T13:12:39.343" v="3" actId="47"/>
        <pc:sldMkLst>
          <pc:docMk/>
          <pc:sldMk cId="3919019758" sldId="1155"/>
        </pc:sldMkLst>
      </pc:sldChg>
      <pc:sldChg chg="del">
        <pc:chgData name="CHUY TAI SUSANA CECILIA" userId="cf97e022-d16c-4f90-a894-7e107f417e88" providerId="ADAL" clId="{B758E2F2-756D-412C-9C70-0C8DF49DE3DB}" dt="2025-09-12T13:13:38.002" v="19" actId="47"/>
        <pc:sldMkLst>
          <pc:docMk/>
          <pc:sldMk cId="3670321825" sldId="1162"/>
        </pc:sldMkLst>
      </pc:sldChg>
      <pc:sldChg chg="del">
        <pc:chgData name="CHUY TAI SUSANA CECILIA" userId="cf97e022-d16c-4f90-a894-7e107f417e88" providerId="ADAL" clId="{B758E2F2-756D-412C-9C70-0C8DF49DE3DB}" dt="2025-09-12T13:16:57.059" v="181" actId="47"/>
        <pc:sldMkLst>
          <pc:docMk/>
          <pc:sldMk cId="4005317228" sldId="1176"/>
        </pc:sldMkLst>
      </pc:sldChg>
      <pc:sldChg chg="del">
        <pc:chgData name="CHUY TAI SUSANA CECILIA" userId="cf97e022-d16c-4f90-a894-7e107f417e88" providerId="ADAL" clId="{B758E2F2-756D-412C-9C70-0C8DF49DE3DB}" dt="2025-09-12T13:13:31.632" v="16" actId="47"/>
        <pc:sldMkLst>
          <pc:docMk/>
          <pc:sldMk cId="3420840705" sldId="1183"/>
        </pc:sldMkLst>
      </pc:sldChg>
      <pc:sldChg chg="del">
        <pc:chgData name="CHUY TAI SUSANA CECILIA" userId="cf97e022-d16c-4f90-a894-7e107f417e88" providerId="ADAL" clId="{B758E2F2-756D-412C-9C70-0C8DF49DE3DB}" dt="2025-09-12T13:13:29.522" v="15" actId="47"/>
        <pc:sldMkLst>
          <pc:docMk/>
          <pc:sldMk cId="819056130" sldId="1188"/>
        </pc:sldMkLst>
      </pc:sldChg>
      <pc:sldChg chg="del">
        <pc:chgData name="CHUY TAI SUSANA CECILIA" userId="cf97e022-d16c-4f90-a894-7e107f417e88" providerId="ADAL" clId="{B758E2F2-756D-412C-9C70-0C8DF49DE3DB}" dt="2025-09-12T13:13:20.176" v="12" actId="47"/>
        <pc:sldMkLst>
          <pc:docMk/>
          <pc:sldMk cId="3922129639" sldId="2591"/>
        </pc:sldMkLst>
      </pc:sldChg>
      <pc:sldChg chg="add del">
        <pc:chgData name="CHUY TAI SUSANA CECILIA" userId="cf97e022-d16c-4f90-a894-7e107f417e88" providerId="ADAL" clId="{B758E2F2-756D-412C-9C70-0C8DF49DE3DB}" dt="2025-09-12T13:18:15.513" v="199" actId="47"/>
        <pc:sldMkLst>
          <pc:docMk/>
          <pc:sldMk cId="3803652322" sldId="2592"/>
        </pc:sldMkLst>
      </pc:sldChg>
      <pc:sldChg chg="del">
        <pc:chgData name="CHUY TAI SUSANA CECILIA" userId="cf97e022-d16c-4f90-a894-7e107f417e88" providerId="ADAL" clId="{B758E2F2-756D-412C-9C70-0C8DF49DE3DB}" dt="2025-09-12T13:12:31.705" v="1" actId="47"/>
        <pc:sldMkLst>
          <pc:docMk/>
          <pc:sldMk cId="3957392830" sldId="2595"/>
        </pc:sldMkLst>
      </pc:sldChg>
      <pc:sldChg chg="addSp modSp add del mod">
        <pc:chgData name="CHUY TAI SUSANA CECILIA" userId="cf97e022-d16c-4f90-a894-7e107f417e88" providerId="ADAL" clId="{B758E2F2-756D-412C-9C70-0C8DF49DE3DB}" dt="2025-09-12T13:45:48.741" v="518" actId="1076"/>
        <pc:sldMkLst>
          <pc:docMk/>
          <pc:sldMk cId="1489190064" sldId="2596"/>
        </pc:sldMkLst>
        <pc:spChg chg="mod">
          <ac:chgData name="CHUY TAI SUSANA CECILIA" userId="cf97e022-d16c-4f90-a894-7e107f417e88" providerId="ADAL" clId="{B758E2F2-756D-412C-9C70-0C8DF49DE3DB}" dt="2025-09-12T13:45:46.005" v="516" actId="1076"/>
          <ac:spMkLst>
            <pc:docMk/>
            <pc:sldMk cId="1489190064" sldId="2596"/>
            <ac:spMk id="2" creationId="{78D4D624-B7B7-C8A4-2A00-068B35F8FBC1}"/>
          </ac:spMkLst>
        </pc:spChg>
        <pc:spChg chg="mod">
          <ac:chgData name="CHUY TAI SUSANA CECILIA" userId="cf97e022-d16c-4f90-a894-7e107f417e88" providerId="ADAL" clId="{B758E2F2-756D-412C-9C70-0C8DF49DE3DB}" dt="2025-09-12T13:45:47.733" v="517" actId="1076"/>
          <ac:spMkLst>
            <pc:docMk/>
            <pc:sldMk cId="1489190064" sldId="2596"/>
            <ac:spMk id="5" creationId="{172977D7-18BF-3D7D-54A0-C9AC0354B189}"/>
          </ac:spMkLst>
        </pc:spChg>
        <pc:picChg chg="add mod">
          <ac:chgData name="CHUY TAI SUSANA CECILIA" userId="cf97e022-d16c-4f90-a894-7e107f417e88" providerId="ADAL" clId="{B758E2F2-756D-412C-9C70-0C8DF49DE3DB}" dt="2025-09-12T13:45:48.741" v="518" actId="1076"/>
          <ac:picMkLst>
            <pc:docMk/>
            <pc:sldMk cId="1489190064" sldId="2596"/>
            <ac:picMk id="4" creationId="{043C4B3E-D41A-DFC7-127B-E2BC639E2147}"/>
          </ac:picMkLst>
        </pc:picChg>
      </pc:sldChg>
      <pc:sldChg chg="del">
        <pc:chgData name="CHUY TAI SUSANA CECILIA" userId="cf97e022-d16c-4f90-a894-7e107f417e88" providerId="ADAL" clId="{B758E2F2-756D-412C-9C70-0C8DF49DE3DB}" dt="2025-09-12T13:13:34.792" v="17" actId="47"/>
        <pc:sldMkLst>
          <pc:docMk/>
          <pc:sldMk cId="2459510962" sldId="2599"/>
        </pc:sldMkLst>
      </pc:sldChg>
      <pc:sldChg chg="del">
        <pc:chgData name="CHUY TAI SUSANA CECILIA" userId="cf97e022-d16c-4f90-a894-7e107f417e88" providerId="ADAL" clId="{B758E2F2-756D-412C-9C70-0C8DF49DE3DB}" dt="2025-09-12T13:13:20.176" v="12" actId="47"/>
        <pc:sldMkLst>
          <pc:docMk/>
          <pc:sldMk cId="3233846197" sldId="2600"/>
        </pc:sldMkLst>
      </pc:sldChg>
      <pc:sldChg chg="del">
        <pc:chgData name="CHUY TAI SUSANA CECILIA" userId="cf97e022-d16c-4f90-a894-7e107f417e88" providerId="ADAL" clId="{B758E2F2-756D-412C-9C70-0C8DF49DE3DB}" dt="2025-09-12T13:13:20.176" v="12" actId="47"/>
        <pc:sldMkLst>
          <pc:docMk/>
          <pc:sldMk cId="2532109502" sldId="2601"/>
        </pc:sldMkLst>
      </pc:sldChg>
      <pc:sldChg chg="ord">
        <pc:chgData name="CHUY TAI SUSANA CECILIA" userId="cf97e022-d16c-4f90-a894-7e107f417e88" providerId="ADAL" clId="{B758E2F2-756D-412C-9C70-0C8DF49DE3DB}" dt="2025-09-12T13:13:23.369" v="14"/>
        <pc:sldMkLst>
          <pc:docMk/>
          <pc:sldMk cId="1135053244" sldId="2602"/>
        </pc:sldMkLst>
      </pc:sldChg>
      <pc:sldChg chg="modSp add mod">
        <pc:chgData name="CHUY TAI SUSANA CECILIA" userId="cf97e022-d16c-4f90-a894-7e107f417e88" providerId="ADAL" clId="{B758E2F2-756D-412C-9C70-0C8DF49DE3DB}" dt="2025-09-12T13:48:27.778" v="596" actId="6549"/>
        <pc:sldMkLst>
          <pc:docMk/>
          <pc:sldMk cId="3462684975" sldId="2604"/>
        </pc:sldMkLst>
        <pc:spChg chg="mod">
          <ac:chgData name="CHUY TAI SUSANA CECILIA" userId="cf97e022-d16c-4f90-a894-7e107f417e88" providerId="ADAL" clId="{B758E2F2-756D-412C-9C70-0C8DF49DE3DB}" dt="2025-09-12T13:48:27.778" v="596" actId="6549"/>
          <ac:spMkLst>
            <pc:docMk/>
            <pc:sldMk cId="3462684975" sldId="2604"/>
            <ac:spMk id="3" creationId="{1A4C6BEA-8D26-924E-0051-3B5F07B35AA9}"/>
          </ac:spMkLst>
        </pc:spChg>
      </pc:sldChg>
      <pc:sldChg chg="add">
        <pc:chgData name="CHUY TAI SUSANA CECILIA" userId="cf97e022-d16c-4f90-a894-7e107f417e88" providerId="ADAL" clId="{B758E2F2-756D-412C-9C70-0C8DF49DE3DB}" dt="2025-09-12T13:12:26.727" v="0"/>
        <pc:sldMkLst>
          <pc:docMk/>
          <pc:sldMk cId="752158141" sldId="2605"/>
        </pc:sldMkLst>
      </pc:sldChg>
      <pc:sldChg chg="add">
        <pc:chgData name="CHUY TAI SUSANA CECILIA" userId="cf97e022-d16c-4f90-a894-7e107f417e88" providerId="ADAL" clId="{B758E2F2-756D-412C-9C70-0C8DF49DE3DB}" dt="2025-09-12T13:12:26.727" v="0"/>
        <pc:sldMkLst>
          <pc:docMk/>
          <pc:sldMk cId="2546743277" sldId="2607"/>
        </pc:sldMkLst>
      </pc:sldChg>
      <pc:sldChg chg="add del">
        <pc:chgData name="CHUY TAI SUSANA CECILIA" userId="cf97e022-d16c-4f90-a894-7e107f417e88" providerId="ADAL" clId="{B758E2F2-756D-412C-9C70-0C8DF49DE3DB}" dt="2025-09-12T13:12:59.152" v="8" actId="47"/>
        <pc:sldMkLst>
          <pc:docMk/>
          <pc:sldMk cId="1530452562" sldId="2608"/>
        </pc:sldMkLst>
      </pc:sldChg>
      <pc:sldChg chg="add del">
        <pc:chgData name="CHUY TAI SUSANA CECILIA" userId="cf97e022-d16c-4f90-a894-7e107f417e88" providerId="ADAL" clId="{B758E2F2-756D-412C-9C70-0C8DF49DE3DB}" dt="2025-09-12T13:12:50.360" v="6" actId="47"/>
        <pc:sldMkLst>
          <pc:docMk/>
          <pc:sldMk cId="1211132738" sldId="2609"/>
        </pc:sldMkLst>
      </pc:sldChg>
      <pc:sldChg chg="add ord">
        <pc:chgData name="CHUY TAI SUSANA CECILIA" userId="cf97e022-d16c-4f90-a894-7e107f417e88" providerId="ADAL" clId="{B758E2F2-756D-412C-9C70-0C8DF49DE3DB}" dt="2025-09-12T13:13:16.894" v="11"/>
        <pc:sldMkLst>
          <pc:docMk/>
          <pc:sldMk cId="511675399" sldId="2610"/>
        </pc:sldMkLst>
      </pc:sldChg>
      <pc:sldChg chg="add del">
        <pc:chgData name="CHUY TAI SUSANA CECILIA" userId="cf97e022-d16c-4f90-a894-7e107f417e88" providerId="ADAL" clId="{B758E2F2-756D-412C-9C70-0C8DF49DE3DB}" dt="2025-09-12T13:18:27.968" v="200" actId="47"/>
        <pc:sldMkLst>
          <pc:docMk/>
          <pc:sldMk cId="203961835" sldId="2611"/>
        </pc:sldMkLst>
      </pc:sldChg>
      <pc:sldChg chg="modSp add mod ord">
        <pc:chgData name="CHUY TAI SUSANA CECILIA" userId="cf97e022-d16c-4f90-a894-7e107f417e88" providerId="ADAL" clId="{B758E2F2-756D-412C-9C70-0C8DF49DE3DB}" dt="2025-09-12T13:45:34.279" v="515" actId="255"/>
        <pc:sldMkLst>
          <pc:docMk/>
          <pc:sldMk cId="1301178535" sldId="2612"/>
        </pc:sldMkLst>
        <pc:graphicFrameChg chg="modGraphic">
          <ac:chgData name="CHUY TAI SUSANA CECILIA" userId="cf97e022-d16c-4f90-a894-7e107f417e88" providerId="ADAL" clId="{B758E2F2-756D-412C-9C70-0C8DF49DE3DB}" dt="2025-09-12T13:45:34.279" v="515" actId="255"/>
          <ac:graphicFrameMkLst>
            <pc:docMk/>
            <pc:sldMk cId="1301178535" sldId="2612"/>
            <ac:graphicFrameMk id="4" creationId="{00A0594F-AAC1-D791-4C0B-CD629B35A88F}"/>
          </ac:graphicFrameMkLst>
        </pc:graphicFrameChg>
      </pc:sldChg>
      <pc:sldChg chg="add ord">
        <pc:chgData name="CHUY TAI SUSANA CECILIA" userId="cf97e022-d16c-4f90-a894-7e107f417e88" providerId="ADAL" clId="{B758E2F2-756D-412C-9C70-0C8DF49DE3DB}" dt="2025-09-12T13:18:09.692" v="196"/>
        <pc:sldMkLst>
          <pc:docMk/>
          <pc:sldMk cId="3969214531" sldId="2613"/>
        </pc:sldMkLst>
      </pc:sldChg>
      <pc:sldChg chg="addSp delSp modSp add mod">
        <pc:chgData name="CHUY TAI SUSANA CECILIA" userId="cf97e022-d16c-4f90-a894-7e107f417e88" providerId="ADAL" clId="{B758E2F2-756D-412C-9C70-0C8DF49DE3DB}" dt="2025-09-12T13:49:45.489" v="628" actId="20577"/>
        <pc:sldMkLst>
          <pc:docMk/>
          <pc:sldMk cId="2159098619" sldId="2614"/>
        </pc:sldMkLst>
      </pc:sldChg>
    </pc:docChg>
  </pc:docChgLst>
  <pc:docChgLst>
    <pc:chgData name="CHUY TAI SUSANA CECILIA" userId="cf97e022-d16c-4f90-a894-7e107f417e88" providerId="ADAL" clId="{B7D48E77-B49A-4B09-BF41-8CABB2277D0B}"/>
    <pc:docChg chg="undo custSel modSld">
      <pc:chgData name="CHUY TAI SUSANA CECILIA" userId="cf97e022-d16c-4f90-a894-7e107f417e88" providerId="ADAL" clId="{B7D48E77-B49A-4B09-BF41-8CABB2277D0B}" dt="2025-06-16T17:41:13.006" v="2" actId="1076"/>
      <pc:docMkLst>
        <pc:docMk/>
      </pc:docMkLst>
      <pc:sldChg chg="modSp mod">
        <pc:chgData name="CHUY TAI SUSANA CECILIA" userId="cf97e022-d16c-4f90-a894-7e107f417e88" providerId="ADAL" clId="{B7D48E77-B49A-4B09-BF41-8CABB2277D0B}" dt="2025-06-16T17:41:13.006" v="2" actId="1076"/>
        <pc:sldMkLst>
          <pc:docMk/>
          <pc:sldMk cId="3896635768" sldId="283"/>
        </pc:sldMkLst>
      </pc:sldChg>
      <pc:sldChg chg="modSp mod">
        <pc:chgData name="CHUY TAI SUSANA CECILIA" userId="cf97e022-d16c-4f90-a894-7e107f417e88" providerId="ADAL" clId="{B7D48E77-B49A-4B09-BF41-8CABB2277D0B}" dt="2025-06-16T17:31:27.722" v="1" actId="1076"/>
        <pc:sldMkLst>
          <pc:docMk/>
          <pc:sldMk cId="3233846197" sldId="2600"/>
        </pc:sldMkLst>
      </pc:sldChg>
    </pc:docChg>
  </pc:docChgLst>
  <pc:docChgLst>
    <pc:chgData name="CORDOVILLA JOSÉ" userId="3e432d2a-0840-4c3e-813e-0721a328213c" providerId="ADAL" clId="{74CA89A3-2F77-53C5-A871-4955137D542F}"/>
    <pc:docChg chg="undo custSel addSld delSld modSld modMainMaster">
      <pc:chgData name="CORDOVILLA JOSÉ" userId="3e432d2a-0840-4c3e-813e-0721a328213c" providerId="ADAL" clId="{74CA89A3-2F77-53C5-A871-4955137D542F}" dt="2025-09-20T14:22:17.632" v="551" actId="18331"/>
      <pc:docMkLst>
        <pc:docMk/>
      </pc:docMkLst>
      <pc:sldChg chg="delSp modSp add del mod">
        <pc:chgData name="CORDOVILLA JOSÉ" userId="3e432d2a-0840-4c3e-813e-0721a328213c" providerId="ADAL" clId="{74CA89A3-2F77-53C5-A871-4955137D542F}" dt="2025-09-20T14:20:17.013" v="548" actId="2696"/>
        <pc:sldMkLst>
          <pc:docMk/>
          <pc:sldMk cId="0" sldId="263"/>
        </pc:sldMkLst>
        <pc:spChg chg="del mod">
          <ac:chgData name="CORDOVILLA JOSÉ" userId="3e432d2a-0840-4c3e-813e-0721a328213c" providerId="ADAL" clId="{74CA89A3-2F77-53C5-A871-4955137D542F}" dt="2025-09-20T14:20:12.627" v="546" actId="478"/>
          <ac:spMkLst>
            <pc:docMk/>
            <pc:sldMk cId="0" sldId="263"/>
            <ac:spMk id="235" creationId="{00000000-0000-0000-0000-000000000000}"/>
          </ac:spMkLst>
        </pc:spChg>
      </pc:sldChg>
      <pc:sldChg chg="modSp add del">
        <pc:chgData name="CORDOVILLA JOSÉ" userId="3e432d2a-0840-4c3e-813e-0721a328213c" providerId="ADAL" clId="{74CA89A3-2F77-53C5-A871-4955137D542F}" dt="2025-09-20T14:20:15.388" v="547" actId="2696"/>
        <pc:sldMkLst>
          <pc:docMk/>
          <pc:sldMk cId="0" sldId="264"/>
        </pc:sldMkLst>
        <pc:spChg chg="mod">
          <ac:chgData name="CORDOVILLA JOSÉ" userId="3e432d2a-0840-4c3e-813e-0721a328213c" providerId="ADAL" clId="{74CA89A3-2F77-53C5-A871-4955137D542F}" dt="2025-09-20T14:19:58.869" v="544"/>
          <ac:spMkLst>
            <pc:docMk/>
            <pc:sldMk cId="0" sldId="264"/>
            <ac:spMk id="240" creationId="{00000000-0000-0000-0000-000000000000}"/>
          </ac:spMkLst>
        </pc:spChg>
        <pc:spChg chg="mod">
          <ac:chgData name="CORDOVILLA JOSÉ" userId="3e432d2a-0840-4c3e-813e-0721a328213c" providerId="ADAL" clId="{74CA89A3-2F77-53C5-A871-4955137D542F}" dt="2025-09-20T14:19:58.869" v="544"/>
          <ac:spMkLst>
            <pc:docMk/>
            <pc:sldMk cId="0" sldId="264"/>
            <ac:spMk id="241" creationId="{00000000-0000-0000-0000-000000000000}"/>
          </ac:spMkLst>
        </pc:spChg>
      </pc:sldChg>
      <pc:sldChg chg="add">
        <pc:chgData name="CORDOVILLA JOSÉ" userId="3e432d2a-0840-4c3e-813e-0721a328213c" providerId="ADAL" clId="{74CA89A3-2F77-53C5-A871-4955137D542F}" dt="2025-09-20T14:19:58.869" v="544"/>
        <pc:sldMkLst>
          <pc:docMk/>
          <pc:sldMk cId="0" sldId="265"/>
        </pc:sldMkLst>
      </pc:sldChg>
      <pc:sldChg chg="add">
        <pc:chgData name="CORDOVILLA JOSÉ" userId="3e432d2a-0840-4c3e-813e-0721a328213c" providerId="ADAL" clId="{74CA89A3-2F77-53C5-A871-4955137D542F}" dt="2025-09-20T14:19:58.869" v="544"/>
        <pc:sldMkLst>
          <pc:docMk/>
          <pc:sldMk cId="0" sldId="266"/>
        </pc:sldMkLst>
      </pc:sldChg>
      <pc:sldChg chg="add">
        <pc:chgData name="CORDOVILLA JOSÉ" userId="3e432d2a-0840-4c3e-813e-0721a328213c" providerId="ADAL" clId="{74CA89A3-2F77-53C5-A871-4955137D542F}" dt="2025-09-20T14:19:58.869" v="544"/>
        <pc:sldMkLst>
          <pc:docMk/>
          <pc:sldMk cId="0" sldId="267"/>
        </pc:sldMkLst>
      </pc:sldChg>
      <pc:sldChg chg="add del">
        <pc:chgData name="CORDOVILLA JOSÉ" userId="3e432d2a-0840-4c3e-813e-0721a328213c" providerId="ADAL" clId="{74CA89A3-2F77-53C5-A871-4955137D542F}" dt="2025-09-20T14:20:21.032" v="549" actId="2696"/>
        <pc:sldMkLst>
          <pc:docMk/>
          <pc:sldMk cId="0" sldId="268"/>
        </pc:sldMkLst>
      </pc:sldChg>
      <pc:sldChg chg="add">
        <pc:chgData name="CORDOVILLA JOSÉ" userId="3e432d2a-0840-4c3e-813e-0721a328213c" providerId="ADAL" clId="{74CA89A3-2F77-53C5-A871-4955137D542F}" dt="2025-09-20T14:19:58.869" v="544"/>
        <pc:sldMkLst>
          <pc:docMk/>
          <pc:sldMk cId="0" sldId="269"/>
        </pc:sldMkLst>
      </pc:sldChg>
      <pc:sldChg chg="add">
        <pc:chgData name="CORDOVILLA JOSÉ" userId="3e432d2a-0840-4c3e-813e-0721a328213c" providerId="ADAL" clId="{74CA89A3-2F77-53C5-A871-4955137D542F}" dt="2025-09-20T14:19:58.869" v="544"/>
        <pc:sldMkLst>
          <pc:docMk/>
          <pc:sldMk cId="0" sldId="270"/>
        </pc:sldMkLst>
      </pc:sldChg>
      <pc:sldChg chg="add">
        <pc:chgData name="CORDOVILLA JOSÉ" userId="3e432d2a-0840-4c3e-813e-0721a328213c" providerId="ADAL" clId="{74CA89A3-2F77-53C5-A871-4955137D542F}" dt="2025-09-20T14:19:58.869" v="544"/>
        <pc:sldMkLst>
          <pc:docMk/>
          <pc:sldMk cId="0" sldId="271"/>
        </pc:sldMkLst>
      </pc:sldChg>
      <pc:sldChg chg="add">
        <pc:chgData name="CORDOVILLA JOSÉ" userId="3e432d2a-0840-4c3e-813e-0721a328213c" providerId="ADAL" clId="{74CA89A3-2F77-53C5-A871-4955137D542F}" dt="2025-09-20T14:19:58.869" v="544"/>
        <pc:sldMkLst>
          <pc:docMk/>
          <pc:sldMk cId="0" sldId="272"/>
        </pc:sldMkLst>
      </pc:sldChg>
      <pc:sldChg chg="add">
        <pc:chgData name="CORDOVILLA JOSÉ" userId="3e432d2a-0840-4c3e-813e-0721a328213c" providerId="ADAL" clId="{74CA89A3-2F77-53C5-A871-4955137D542F}" dt="2025-09-20T14:19:58.869" v="544"/>
        <pc:sldMkLst>
          <pc:docMk/>
          <pc:sldMk cId="0" sldId="273"/>
        </pc:sldMkLst>
      </pc:sldChg>
      <pc:sldChg chg="add">
        <pc:chgData name="CORDOVILLA JOSÉ" userId="3e432d2a-0840-4c3e-813e-0721a328213c" providerId="ADAL" clId="{74CA89A3-2F77-53C5-A871-4955137D542F}" dt="2025-09-20T14:19:58.869" v="544"/>
        <pc:sldMkLst>
          <pc:docMk/>
          <pc:sldMk cId="0" sldId="274"/>
        </pc:sldMkLst>
      </pc:sldChg>
      <pc:sldChg chg="add">
        <pc:chgData name="CORDOVILLA JOSÉ" userId="3e432d2a-0840-4c3e-813e-0721a328213c" providerId="ADAL" clId="{74CA89A3-2F77-53C5-A871-4955137D542F}" dt="2025-09-20T14:19:58.869" v="544"/>
        <pc:sldMkLst>
          <pc:docMk/>
          <pc:sldMk cId="0" sldId="275"/>
        </pc:sldMkLst>
      </pc:sldChg>
      <pc:sldChg chg="add">
        <pc:chgData name="CORDOVILLA JOSÉ" userId="3e432d2a-0840-4c3e-813e-0721a328213c" providerId="ADAL" clId="{74CA89A3-2F77-53C5-A871-4955137D542F}" dt="2025-09-20T14:19:58.869" v="544"/>
        <pc:sldMkLst>
          <pc:docMk/>
          <pc:sldMk cId="0" sldId="276"/>
        </pc:sldMkLst>
      </pc:sldChg>
      <pc:sldChg chg="addSp delSp modSp mod">
        <pc:chgData name="CORDOVILLA JOSÉ" userId="3e432d2a-0840-4c3e-813e-0721a328213c" providerId="ADAL" clId="{74CA89A3-2F77-53C5-A871-4955137D542F}" dt="2025-09-20T14:22:17.632" v="551" actId="18331"/>
        <pc:sldMkLst>
          <pc:docMk/>
          <pc:sldMk cId="3521153774" sldId="322"/>
        </pc:sldMkLst>
        <pc:spChg chg="mod">
          <ac:chgData name="CORDOVILLA JOSÉ" userId="3e432d2a-0840-4c3e-813e-0721a328213c" providerId="ADAL" clId="{74CA89A3-2F77-53C5-A871-4955137D542F}" dt="2025-09-18T06:30:39.088" v="538" actId="20577"/>
          <ac:spMkLst>
            <pc:docMk/>
            <pc:sldMk cId="3521153774" sldId="322"/>
            <ac:spMk id="5" creationId="{38ABA134-7956-B9F0-8DA7-5EFB8FAED018}"/>
          </ac:spMkLst>
        </pc:spChg>
        <pc:spChg chg="mod">
          <ac:chgData name="CORDOVILLA JOSÉ" userId="3e432d2a-0840-4c3e-813e-0721a328213c" providerId="ADAL" clId="{74CA89A3-2F77-53C5-A871-4955137D542F}" dt="2025-09-15T12:46:06.646" v="100" actId="790"/>
          <ac:spMkLst>
            <pc:docMk/>
            <pc:sldMk cId="3521153774" sldId="322"/>
            <ac:spMk id="10" creationId="{CFCBA4E8-E74E-210F-5DAE-7D11A6B159B0}"/>
          </ac:spMkLst>
        </pc:spChg>
        <pc:picChg chg="add mod">
          <ac:chgData name="CORDOVILLA JOSÉ" userId="3e432d2a-0840-4c3e-813e-0721a328213c" providerId="ADAL" clId="{74CA89A3-2F77-53C5-A871-4955137D542F}" dt="2025-09-16T05:48:55.790" v="418" actId="1076"/>
          <ac:picMkLst>
            <pc:docMk/>
            <pc:sldMk cId="3521153774" sldId="322"/>
            <ac:picMk id="7" creationId="{BDD40107-0E31-A146-8607-31802775C456}"/>
          </ac:picMkLst>
        </pc:picChg>
        <pc:picChg chg="mod">
          <ac:chgData name="CORDOVILLA JOSÉ" userId="3e432d2a-0840-4c3e-813e-0721a328213c" providerId="ADAL" clId="{74CA89A3-2F77-53C5-A871-4955137D542F}" dt="2025-09-20T14:22:17.632" v="551" actId="18331"/>
          <ac:picMkLst>
            <pc:docMk/>
            <pc:sldMk cId="3521153774" sldId="322"/>
            <ac:picMk id="9" creationId="{6AEE538F-ACE5-009C-FFAE-C12A35C7AFB4}"/>
          </ac:picMkLst>
        </pc:picChg>
      </pc:sldChg>
      <pc:sldChg chg="modSp del mod">
        <pc:chgData name="CORDOVILLA JOSÉ" userId="3e432d2a-0840-4c3e-813e-0721a328213c" providerId="ADAL" clId="{74CA89A3-2F77-53C5-A871-4955137D542F}" dt="2025-09-18T06:30:50.835" v="539" actId="2696"/>
        <pc:sldMkLst>
          <pc:docMk/>
          <pc:sldMk cId="817021237" sldId="2590"/>
        </pc:sldMkLst>
      </pc:sldChg>
      <pc:sldChg chg="modSp mod">
        <pc:chgData name="CORDOVILLA JOSÉ" userId="3e432d2a-0840-4c3e-813e-0721a328213c" providerId="ADAL" clId="{74CA89A3-2F77-53C5-A871-4955137D542F}" dt="2025-09-15T12:59:10.332" v="160" actId="20577"/>
        <pc:sldMkLst>
          <pc:docMk/>
          <pc:sldMk cId="1489190064" sldId="2596"/>
        </pc:sldMkLst>
        <pc:spChg chg="mod">
          <ac:chgData name="CORDOVILLA JOSÉ" userId="3e432d2a-0840-4c3e-813e-0721a328213c" providerId="ADAL" clId="{74CA89A3-2F77-53C5-A871-4955137D542F}" dt="2025-09-15T12:46:06.646" v="100" actId="790"/>
          <ac:spMkLst>
            <pc:docMk/>
            <pc:sldMk cId="1489190064" sldId="2596"/>
            <ac:spMk id="2" creationId="{78D4D624-B7B7-C8A4-2A00-068B35F8FBC1}"/>
          </ac:spMkLst>
        </pc:spChg>
        <pc:spChg chg="mod">
          <ac:chgData name="CORDOVILLA JOSÉ" userId="3e432d2a-0840-4c3e-813e-0721a328213c" providerId="ADAL" clId="{74CA89A3-2F77-53C5-A871-4955137D542F}" dt="2025-09-15T12:46:06.646" v="100" actId="790"/>
          <ac:spMkLst>
            <pc:docMk/>
            <pc:sldMk cId="1489190064" sldId="2596"/>
            <ac:spMk id="3" creationId="{700AE978-557B-DB30-567B-CAD89B41B572}"/>
          </ac:spMkLst>
        </pc:spChg>
        <pc:spChg chg="mod">
          <ac:chgData name="CORDOVILLA JOSÉ" userId="3e432d2a-0840-4c3e-813e-0721a328213c" providerId="ADAL" clId="{74CA89A3-2F77-53C5-A871-4955137D542F}" dt="2025-09-15T12:59:10.332" v="160" actId="20577"/>
          <ac:spMkLst>
            <pc:docMk/>
            <pc:sldMk cId="1489190064" sldId="2596"/>
            <ac:spMk id="5" creationId="{172977D7-18BF-3D7D-54A0-C9AC0354B189}"/>
          </ac:spMkLst>
        </pc:spChg>
        <pc:spChg chg="mod">
          <ac:chgData name="CORDOVILLA JOSÉ" userId="3e432d2a-0840-4c3e-813e-0721a328213c" providerId="ADAL" clId="{74CA89A3-2F77-53C5-A871-4955137D542F}" dt="2025-09-15T12:46:06.646" v="100" actId="790"/>
          <ac:spMkLst>
            <pc:docMk/>
            <pc:sldMk cId="1489190064" sldId="2596"/>
            <ac:spMk id="8" creationId="{A812BD60-F8D1-834E-74F5-EE6A0D7BB6EF}"/>
          </ac:spMkLst>
        </pc:spChg>
        <pc:spChg chg="mod">
          <ac:chgData name="CORDOVILLA JOSÉ" userId="3e432d2a-0840-4c3e-813e-0721a328213c" providerId="ADAL" clId="{74CA89A3-2F77-53C5-A871-4955137D542F}" dt="2025-09-15T12:46:06.646" v="100" actId="790"/>
          <ac:spMkLst>
            <pc:docMk/>
            <pc:sldMk cId="1489190064" sldId="2596"/>
            <ac:spMk id="12" creationId="{641D766D-F8E4-7112-CA17-5322CF5F5D59}"/>
          </ac:spMkLst>
        </pc:spChg>
      </pc:sldChg>
      <pc:sldChg chg="addSp modSp del mod">
        <pc:chgData name="CORDOVILLA JOSÉ" userId="3e432d2a-0840-4c3e-813e-0721a328213c" providerId="ADAL" clId="{74CA89A3-2F77-53C5-A871-4955137D542F}" dt="2025-09-18T06:30:55.397" v="540" actId="2696"/>
        <pc:sldMkLst>
          <pc:docMk/>
          <pc:sldMk cId="1135053244" sldId="2602"/>
        </pc:sldMkLst>
      </pc:sldChg>
      <pc:sldChg chg="addSp delSp modSp mod">
        <pc:chgData name="CORDOVILLA JOSÉ" userId="3e432d2a-0840-4c3e-813e-0721a328213c" providerId="ADAL" clId="{74CA89A3-2F77-53C5-A871-4955137D542F}" dt="2025-09-18T06:31:10.402" v="542" actId="20577"/>
        <pc:sldMkLst>
          <pc:docMk/>
          <pc:sldMk cId="1248909273" sldId="2603"/>
        </pc:sldMkLst>
        <pc:spChg chg="mod">
          <ac:chgData name="CORDOVILLA JOSÉ" userId="3e432d2a-0840-4c3e-813e-0721a328213c" providerId="ADAL" clId="{74CA89A3-2F77-53C5-A871-4955137D542F}" dt="2025-09-18T06:31:10.402" v="542" actId="20577"/>
          <ac:spMkLst>
            <pc:docMk/>
            <pc:sldMk cId="1248909273" sldId="2603"/>
            <ac:spMk id="5" creationId="{B7BE0FB4-6D03-648E-F64A-D2579D23D429}"/>
          </ac:spMkLst>
        </pc:spChg>
        <pc:spChg chg="mod">
          <ac:chgData name="CORDOVILLA JOSÉ" userId="3e432d2a-0840-4c3e-813e-0721a328213c" providerId="ADAL" clId="{74CA89A3-2F77-53C5-A871-4955137D542F}" dt="2025-09-15T12:46:06.646" v="100" actId="790"/>
          <ac:spMkLst>
            <pc:docMk/>
            <pc:sldMk cId="1248909273" sldId="2603"/>
            <ac:spMk id="7" creationId="{156D293A-442F-5B92-7CC5-7AAB41606752}"/>
          </ac:spMkLst>
        </pc:spChg>
        <pc:spChg chg="mod">
          <ac:chgData name="CORDOVILLA JOSÉ" userId="3e432d2a-0840-4c3e-813e-0721a328213c" providerId="ADAL" clId="{74CA89A3-2F77-53C5-A871-4955137D542F}" dt="2025-09-15T12:46:06.646" v="100" actId="790"/>
          <ac:spMkLst>
            <pc:docMk/>
            <pc:sldMk cId="1248909273" sldId="2603"/>
            <ac:spMk id="10" creationId="{F389545C-DF1F-50DD-7983-0EEB675D44F3}"/>
          </ac:spMkLst>
        </pc:spChg>
        <pc:picChg chg="add mod">
          <ac:chgData name="CORDOVILLA JOSÉ" userId="3e432d2a-0840-4c3e-813e-0721a328213c" providerId="ADAL" clId="{74CA89A3-2F77-53C5-A871-4955137D542F}" dt="2025-09-16T05:49:00.044" v="420"/>
          <ac:picMkLst>
            <pc:docMk/>
            <pc:sldMk cId="1248909273" sldId="2603"/>
            <ac:picMk id="8" creationId="{AFB87FAE-3409-8831-F497-059D2A85374F}"/>
          </ac:picMkLst>
        </pc:picChg>
      </pc:sldChg>
      <pc:sldChg chg="modSp mod">
        <pc:chgData name="CORDOVILLA JOSÉ" userId="3e432d2a-0840-4c3e-813e-0721a328213c" providerId="ADAL" clId="{74CA89A3-2F77-53C5-A871-4955137D542F}" dt="2025-09-18T06:31:15.469" v="543" actId="20577"/>
        <pc:sldMkLst>
          <pc:docMk/>
          <pc:sldMk cId="3462684975" sldId="2604"/>
        </pc:sldMkLst>
        <pc:spChg chg="mod">
          <ac:chgData name="CORDOVILLA JOSÉ" userId="3e432d2a-0840-4c3e-813e-0721a328213c" providerId="ADAL" clId="{74CA89A3-2F77-53C5-A871-4955137D542F}" dt="2025-09-16T05:26:57.301" v="203" actId="20577"/>
          <ac:spMkLst>
            <pc:docMk/>
            <pc:sldMk cId="3462684975" sldId="2604"/>
            <ac:spMk id="2" creationId="{14565A2B-7D8B-C859-8F24-AC1DA94D2C50}"/>
          </ac:spMkLst>
        </pc:spChg>
        <pc:spChg chg="mod">
          <ac:chgData name="CORDOVILLA JOSÉ" userId="3e432d2a-0840-4c3e-813e-0721a328213c" providerId="ADAL" clId="{74CA89A3-2F77-53C5-A871-4955137D542F}" dt="2025-09-18T06:31:15.469" v="543" actId="20577"/>
          <ac:spMkLst>
            <pc:docMk/>
            <pc:sldMk cId="3462684975" sldId="2604"/>
            <ac:spMk id="3" creationId="{1A4C6BEA-8D26-924E-0051-3B5F07B35AA9}"/>
          </ac:spMkLst>
        </pc:spChg>
        <pc:spChg chg="mod">
          <ac:chgData name="CORDOVILLA JOSÉ" userId="3e432d2a-0840-4c3e-813e-0721a328213c" providerId="ADAL" clId="{74CA89A3-2F77-53C5-A871-4955137D542F}" dt="2025-09-15T12:46:06.646" v="100" actId="790"/>
          <ac:spMkLst>
            <pc:docMk/>
            <pc:sldMk cId="3462684975" sldId="2604"/>
            <ac:spMk id="4" creationId="{A5F9D16F-E4FC-B6FF-AC13-C5EFDDEA9C0D}"/>
          </ac:spMkLst>
        </pc:spChg>
        <pc:spChg chg="mod">
          <ac:chgData name="CORDOVILLA JOSÉ" userId="3e432d2a-0840-4c3e-813e-0721a328213c" providerId="ADAL" clId="{74CA89A3-2F77-53C5-A871-4955137D542F}" dt="2025-09-15T12:46:06.646" v="100" actId="790"/>
          <ac:spMkLst>
            <pc:docMk/>
            <pc:sldMk cId="3462684975" sldId="2604"/>
            <ac:spMk id="5" creationId="{FEC92ADF-9A73-434A-C5F0-4F4D3046BA05}"/>
          </ac:spMkLst>
        </pc:spChg>
        <pc:spChg chg="mod">
          <ac:chgData name="CORDOVILLA JOSÉ" userId="3e432d2a-0840-4c3e-813e-0721a328213c" providerId="ADAL" clId="{74CA89A3-2F77-53C5-A871-4955137D542F}" dt="2025-09-15T12:46:06.646" v="100" actId="790"/>
          <ac:spMkLst>
            <pc:docMk/>
            <pc:sldMk cId="3462684975" sldId="2604"/>
            <ac:spMk id="6" creationId="{197B0450-AAAC-3C0B-F178-D51570A0733F}"/>
          </ac:spMkLst>
        </pc:spChg>
        <pc:spChg chg="mod">
          <ac:chgData name="CORDOVILLA JOSÉ" userId="3e432d2a-0840-4c3e-813e-0721a328213c" providerId="ADAL" clId="{74CA89A3-2F77-53C5-A871-4955137D542F}" dt="2025-09-15T12:46:06.646" v="100" actId="790"/>
          <ac:spMkLst>
            <pc:docMk/>
            <pc:sldMk cId="3462684975" sldId="2604"/>
            <ac:spMk id="13" creationId="{DD6148D8-CEF9-DBA2-85DD-55EDC8DBE452}"/>
          </ac:spMkLst>
        </pc:spChg>
      </pc:sldChg>
      <pc:sldChg chg="modSp mod">
        <pc:chgData name="CORDOVILLA JOSÉ" userId="3e432d2a-0840-4c3e-813e-0721a328213c" providerId="ADAL" clId="{74CA89A3-2F77-53C5-A871-4955137D542F}" dt="2025-09-15T12:46:06.646" v="100" actId="790"/>
        <pc:sldMkLst>
          <pc:docMk/>
          <pc:sldMk cId="752158141" sldId="2605"/>
        </pc:sldMkLst>
        <pc:spChg chg="mod">
          <ac:chgData name="CORDOVILLA JOSÉ" userId="3e432d2a-0840-4c3e-813e-0721a328213c" providerId="ADAL" clId="{74CA89A3-2F77-53C5-A871-4955137D542F}" dt="2025-09-15T12:46:06.646" v="100" actId="790"/>
          <ac:spMkLst>
            <pc:docMk/>
            <pc:sldMk cId="752158141" sldId="2605"/>
            <ac:spMk id="4" creationId="{26671575-6AD5-E37F-AF28-72F5CF3CC7DA}"/>
          </ac:spMkLst>
        </pc:spChg>
        <pc:spChg chg="mod">
          <ac:chgData name="CORDOVILLA JOSÉ" userId="3e432d2a-0840-4c3e-813e-0721a328213c" providerId="ADAL" clId="{74CA89A3-2F77-53C5-A871-4955137D542F}" dt="2025-09-15T12:46:06.646" v="100" actId="790"/>
          <ac:spMkLst>
            <pc:docMk/>
            <pc:sldMk cId="752158141" sldId="2605"/>
            <ac:spMk id="8" creationId="{0B55047A-0A31-FFBB-F112-24EA9CC90561}"/>
          </ac:spMkLst>
        </pc:spChg>
        <pc:spChg chg="mod">
          <ac:chgData name="CORDOVILLA JOSÉ" userId="3e432d2a-0840-4c3e-813e-0721a328213c" providerId="ADAL" clId="{74CA89A3-2F77-53C5-A871-4955137D542F}" dt="2025-09-15T12:46:06.646" v="100" actId="790"/>
          <ac:spMkLst>
            <pc:docMk/>
            <pc:sldMk cId="752158141" sldId="2605"/>
            <ac:spMk id="11" creationId="{2519359D-0FB5-16E7-4E2B-FC82992C865F}"/>
          </ac:spMkLst>
        </pc:spChg>
      </pc:sldChg>
      <pc:sldChg chg="modSp mod">
        <pc:chgData name="CORDOVILLA JOSÉ" userId="3e432d2a-0840-4c3e-813e-0721a328213c" providerId="ADAL" clId="{74CA89A3-2F77-53C5-A871-4955137D542F}" dt="2025-09-15T12:46:06.646" v="100" actId="790"/>
        <pc:sldMkLst>
          <pc:docMk/>
          <pc:sldMk cId="2546743277" sldId="2607"/>
        </pc:sldMkLst>
        <pc:spChg chg="mod">
          <ac:chgData name="CORDOVILLA JOSÉ" userId="3e432d2a-0840-4c3e-813e-0721a328213c" providerId="ADAL" clId="{74CA89A3-2F77-53C5-A871-4955137D542F}" dt="2025-09-15T12:46:06.646" v="100" actId="790"/>
          <ac:spMkLst>
            <pc:docMk/>
            <pc:sldMk cId="2546743277" sldId="2607"/>
            <ac:spMk id="3" creationId="{3B18233A-BBC8-39C7-52C6-BDEDE52ED2B9}"/>
          </ac:spMkLst>
        </pc:spChg>
      </pc:sldChg>
      <pc:sldChg chg="modSp mod">
        <pc:chgData name="CORDOVILLA JOSÉ" userId="3e432d2a-0840-4c3e-813e-0721a328213c" providerId="ADAL" clId="{74CA89A3-2F77-53C5-A871-4955137D542F}" dt="2025-09-15T12:46:06.646" v="100" actId="790"/>
        <pc:sldMkLst>
          <pc:docMk/>
          <pc:sldMk cId="1530452562" sldId="2608"/>
        </pc:sldMkLst>
        <pc:spChg chg="mod">
          <ac:chgData name="CORDOVILLA JOSÉ" userId="3e432d2a-0840-4c3e-813e-0721a328213c" providerId="ADAL" clId="{74CA89A3-2F77-53C5-A871-4955137D542F}" dt="2025-09-15T12:46:06.646" v="100" actId="790"/>
          <ac:spMkLst>
            <pc:docMk/>
            <pc:sldMk cId="1530452562" sldId="2608"/>
            <ac:spMk id="8" creationId="{0D183A3B-E6CB-0AA8-4383-45A9764B560A}"/>
          </ac:spMkLst>
        </pc:spChg>
        <pc:spChg chg="mod">
          <ac:chgData name="CORDOVILLA JOSÉ" userId="3e432d2a-0840-4c3e-813e-0721a328213c" providerId="ADAL" clId="{74CA89A3-2F77-53C5-A871-4955137D542F}" dt="2025-09-15T12:46:06.646" v="100" actId="790"/>
          <ac:spMkLst>
            <pc:docMk/>
            <pc:sldMk cId="1530452562" sldId="2608"/>
            <ac:spMk id="11" creationId="{4297B5EB-A53E-63F8-FEF6-DDF59AA7122E}"/>
          </ac:spMkLst>
        </pc:spChg>
        <pc:spChg chg="mod">
          <ac:chgData name="CORDOVILLA JOSÉ" userId="3e432d2a-0840-4c3e-813e-0721a328213c" providerId="ADAL" clId="{74CA89A3-2F77-53C5-A871-4955137D542F}" dt="2025-09-15T12:46:06.646" v="100" actId="790"/>
          <ac:spMkLst>
            <pc:docMk/>
            <pc:sldMk cId="1530452562" sldId="2608"/>
            <ac:spMk id="20" creationId="{B1A9D5B1-DC93-4C37-4F69-2777AE219A90}"/>
          </ac:spMkLst>
        </pc:spChg>
      </pc:sldChg>
      <pc:sldChg chg="delSp modSp mod">
        <pc:chgData name="CORDOVILLA JOSÉ" userId="3e432d2a-0840-4c3e-813e-0721a328213c" providerId="ADAL" clId="{74CA89A3-2F77-53C5-A871-4955137D542F}" dt="2025-09-16T05:31:04.437" v="215" actId="1076"/>
        <pc:sldMkLst>
          <pc:docMk/>
          <pc:sldMk cId="1211132738" sldId="2609"/>
        </pc:sldMkLst>
        <pc:spChg chg="mod">
          <ac:chgData name="CORDOVILLA JOSÉ" userId="3e432d2a-0840-4c3e-813e-0721a328213c" providerId="ADAL" clId="{74CA89A3-2F77-53C5-A871-4955137D542F}" dt="2025-09-15T12:46:36.852" v="122" actId="20577"/>
          <ac:spMkLst>
            <pc:docMk/>
            <pc:sldMk cId="1211132738" sldId="2609"/>
            <ac:spMk id="8" creationId="{DA9598D0-DF78-04D1-F636-2E6A2FCB35A0}"/>
          </ac:spMkLst>
        </pc:spChg>
        <pc:spChg chg="mod">
          <ac:chgData name="CORDOVILLA JOSÉ" userId="3e432d2a-0840-4c3e-813e-0721a328213c" providerId="ADAL" clId="{74CA89A3-2F77-53C5-A871-4955137D542F}" dt="2025-09-16T05:31:04.437" v="215" actId="1076"/>
          <ac:spMkLst>
            <pc:docMk/>
            <pc:sldMk cId="1211132738" sldId="2609"/>
            <ac:spMk id="13" creationId="{6975804F-5559-B6DD-33F2-180E17315D5B}"/>
          </ac:spMkLst>
        </pc:spChg>
        <pc:spChg chg="mod">
          <ac:chgData name="CORDOVILLA JOSÉ" userId="3e432d2a-0840-4c3e-813e-0721a328213c" providerId="ADAL" clId="{74CA89A3-2F77-53C5-A871-4955137D542F}" dt="2025-09-16T05:31:04.437" v="215" actId="1076"/>
          <ac:spMkLst>
            <pc:docMk/>
            <pc:sldMk cId="1211132738" sldId="2609"/>
            <ac:spMk id="21" creationId="{B56DBF39-76C2-400D-25B6-A6360D7725A4}"/>
          </ac:spMkLst>
        </pc:spChg>
        <pc:spChg chg="mod">
          <ac:chgData name="CORDOVILLA JOSÉ" userId="3e432d2a-0840-4c3e-813e-0721a328213c" providerId="ADAL" clId="{74CA89A3-2F77-53C5-A871-4955137D542F}" dt="2025-09-16T05:31:04.437" v="215" actId="1076"/>
          <ac:spMkLst>
            <pc:docMk/>
            <pc:sldMk cId="1211132738" sldId="2609"/>
            <ac:spMk id="22" creationId="{7A467384-845B-28CE-9910-A8081EBFD3D7}"/>
          </ac:spMkLst>
        </pc:spChg>
        <pc:picChg chg="mod">
          <ac:chgData name="CORDOVILLA JOSÉ" userId="3e432d2a-0840-4c3e-813e-0721a328213c" providerId="ADAL" clId="{74CA89A3-2F77-53C5-A871-4955137D542F}" dt="2025-09-16T05:31:04.437" v="215" actId="1076"/>
          <ac:picMkLst>
            <pc:docMk/>
            <pc:sldMk cId="1211132738" sldId="2609"/>
            <ac:picMk id="15" creationId="{FBE61C11-57A4-BC0E-67C8-4D915CFA4B67}"/>
          </ac:picMkLst>
        </pc:picChg>
        <pc:picChg chg="mod">
          <ac:chgData name="CORDOVILLA JOSÉ" userId="3e432d2a-0840-4c3e-813e-0721a328213c" providerId="ADAL" clId="{74CA89A3-2F77-53C5-A871-4955137D542F}" dt="2025-09-16T05:31:04.437" v="215" actId="1076"/>
          <ac:picMkLst>
            <pc:docMk/>
            <pc:sldMk cId="1211132738" sldId="2609"/>
            <ac:picMk id="1026" creationId="{C12F2BE2-0749-4913-1F4B-851ED121A410}"/>
          </ac:picMkLst>
        </pc:picChg>
        <pc:picChg chg="mod">
          <ac:chgData name="CORDOVILLA JOSÉ" userId="3e432d2a-0840-4c3e-813e-0721a328213c" providerId="ADAL" clId="{74CA89A3-2F77-53C5-A871-4955137D542F}" dt="2025-09-16T05:31:04.437" v="215" actId="1076"/>
          <ac:picMkLst>
            <pc:docMk/>
            <pc:sldMk cId="1211132738" sldId="2609"/>
            <ac:picMk id="1028" creationId="{EFB8C4B9-A871-6857-03B0-E21E6C225C38}"/>
          </ac:picMkLst>
        </pc:picChg>
      </pc:sldChg>
      <pc:sldChg chg="addSp delSp modSp mod">
        <pc:chgData name="CORDOVILLA JOSÉ" userId="3e432d2a-0840-4c3e-813e-0721a328213c" providerId="ADAL" clId="{74CA89A3-2F77-53C5-A871-4955137D542F}" dt="2025-09-16T05:56:58.044" v="511" actId="20577"/>
        <pc:sldMkLst>
          <pc:docMk/>
          <pc:sldMk cId="511675399" sldId="2610"/>
        </pc:sldMkLst>
        <pc:spChg chg="mod">
          <ac:chgData name="CORDOVILLA JOSÉ" userId="3e432d2a-0840-4c3e-813e-0721a328213c" providerId="ADAL" clId="{74CA89A3-2F77-53C5-A871-4955137D542F}" dt="2025-09-15T12:46:06.646" v="100" actId="790"/>
          <ac:spMkLst>
            <pc:docMk/>
            <pc:sldMk cId="511675399" sldId="2610"/>
            <ac:spMk id="2" creationId="{77B1CC19-282E-F9A9-071F-C43D66D1E69D}"/>
          </ac:spMkLst>
        </pc:spChg>
        <pc:spChg chg="add mod">
          <ac:chgData name="CORDOVILLA JOSÉ" userId="3e432d2a-0840-4c3e-813e-0721a328213c" providerId="ADAL" clId="{74CA89A3-2F77-53C5-A871-4955137D542F}" dt="2025-09-16T05:55:51.471" v="487" actId="20577"/>
          <ac:spMkLst>
            <pc:docMk/>
            <pc:sldMk cId="511675399" sldId="2610"/>
            <ac:spMk id="3" creationId="{2E5DC44F-ADAA-D10E-E0FA-E54642D45738}"/>
          </ac:spMkLst>
        </pc:spChg>
        <pc:spChg chg="mod">
          <ac:chgData name="CORDOVILLA JOSÉ" userId="3e432d2a-0840-4c3e-813e-0721a328213c" providerId="ADAL" clId="{74CA89A3-2F77-53C5-A871-4955137D542F}" dt="2025-09-15T12:46:06.646" v="100" actId="790"/>
          <ac:spMkLst>
            <pc:docMk/>
            <pc:sldMk cId="511675399" sldId="2610"/>
            <ac:spMk id="4" creationId="{D970BA50-9414-35CA-E433-A0502A8CA41F}"/>
          </ac:spMkLst>
        </pc:spChg>
        <pc:spChg chg="mod">
          <ac:chgData name="CORDOVILLA JOSÉ" userId="3e432d2a-0840-4c3e-813e-0721a328213c" providerId="ADAL" clId="{74CA89A3-2F77-53C5-A871-4955137D542F}" dt="2025-09-16T05:41:24.745" v="260" actId="20577"/>
          <ac:spMkLst>
            <pc:docMk/>
            <pc:sldMk cId="511675399" sldId="2610"/>
            <ac:spMk id="5" creationId="{77A16CBE-3901-4183-E944-AD31DE43E32D}"/>
          </ac:spMkLst>
        </pc:spChg>
        <pc:spChg chg="add mod">
          <ac:chgData name="CORDOVILLA JOSÉ" userId="3e432d2a-0840-4c3e-813e-0721a328213c" providerId="ADAL" clId="{74CA89A3-2F77-53C5-A871-4955137D542F}" dt="2025-09-16T05:54:34.461" v="454" actId="113"/>
          <ac:spMkLst>
            <pc:docMk/>
            <pc:sldMk cId="511675399" sldId="2610"/>
            <ac:spMk id="6" creationId="{96EE4C30-A8DC-B4FF-E9E7-AD02C01D447D}"/>
          </ac:spMkLst>
        </pc:spChg>
        <pc:spChg chg="add mod">
          <ac:chgData name="CORDOVILLA JOSÉ" userId="3e432d2a-0840-4c3e-813e-0721a328213c" providerId="ADAL" clId="{74CA89A3-2F77-53C5-A871-4955137D542F}" dt="2025-09-16T05:56:58.044" v="511" actId="20577"/>
          <ac:spMkLst>
            <pc:docMk/>
            <pc:sldMk cId="511675399" sldId="2610"/>
            <ac:spMk id="7" creationId="{8B1B96F2-10D6-5BDE-3B18-4AC9EF58E5F9}"/>
          </ac:spMkLst>
        </pc:spChg>
        <pc:spChg chg="mod">
          <ac:chgData name="CORDOVILLA JOSÉ" userId="3e432d2a-0840-4c3e-813e-0721a328213c" providerId="ADAL" clId="{74CA89A3-2F77-53C5-A871-4955137D542F}" dt="2025-09-16T05:41:28.480" v="261" actId="20577"/>
          <ac:spMkLst>
            <pc:docMk/>
            <pc:sldMk cId="511675399" sldId="2610"/>
            <ac:spMk id="24" creationId="{D1B7BC45-8EA1-36C0-7774-0C3F04727C8C}"/>
          </ac:spMkLst>
        </pc:spChg>
        <pc:spChg chg="mod">
          <ac:chgData name="CORDOVILLA JOSÉ" userId="3e432d2a-0840-4c3e-813e-0721a328213c" providerId="ADAL" clId="{74CA89A3-2F77-53C5-A871-4955137D542F}" dt="2025-09-15T12:46:06.646" v="100" actId="790"/>
          <ac:spMkLst>
            <pc:docMk/>
            <pc:sldMk cId="511675399" sldId="2610"/>
            <ac:spMk id="25" creationId="{EC75A47C-0304-B2E9-17F9-3D8BC37E5C01}"/>
          </ac:spMkLst>
        </pc:spChg>
        <pc:picChg chg="mod">
          <ac:chgData name="CORDOVILLA JOSÉ" userId="3e432d2a-0840-4c3e-813e-0721a328213c" providerId="ADAL" clId="{74CA89A3-2F77-53C5-A871-4955137D542F}" dt="2025-09-16T05:54:01.312" v="446" actId="14100"/>
          <ac:picMkLst>
            <pc:docMk/>
            <pc:sldMk cId="511675399" sldId="2610"/>
            <ac:picMk id="22" creationId="{2EC8727E-D26C-7523-A96B-07416DC7280D}"/>
          </ac:picMkLst>
        </pc:picChg>
        <pc:picChg chg="mod">
          <ac:chgData name="CORDOVILLA JOSÉ" userId="3e432d2a-0840-4c3e-813e-0721a328213c" providerId="ADAL" clId="{74CA89A3-2F77-53C5-A871-4955137D542F}" dt="2025-09-16T05:54:07.365" v="448" actId="1076"/>
          <ac:picMkLst>
            <pc:docMk/>
            <pc:sldMk cId="511675399" sldId="2610"/>
            <ac:picMk id="26" creationId="{FE8BF846-20BE-1280-3823-5E3B4AAACDA6}"/>
          </ac:picMkLst>
        </pc:picChg>
      </pc:sldChg>
      <pc:sldChg chg="modSp mod">
        <pc:chgData name="CORDOVILLA JOSÉ" userId="3e432d2a-0840-4c3e-813e-0721a328213c" providerId="ADAL" clId="{74CA89A3-2F77-53C5-A871-4955137D542F}" dt="2025-09-16T05:47:29.609" v="406" actId="20577"/>
        <pc:sldMkLst>
          <pc:docMk/>
          <pc:sldMk cId="1301178535" sldId="2612"/>
        </pc:sldMkLst>
        <pc:spChg chg="mod">
          <ac:chgData name="CORDOVILLA JOSÉ" userId="3e432d2a-0840-4c3e-813e-0721a328213c" providerId="ADAL" clId="{74CA89A3-2F77-53C5-A871-4955137D542F}" dt="2025-09-15T12:46:06.646" v="100" actId="790"/>
          <ac:spMkLst>
            <pc:docMk/>
            <pc:sldMk cId="1301178535" sldId="2612"/>
            <ac:spMk id="3" creationId="{0CF70316-5453-324D-61D9-C80E52FF9F80}"/>
          </ac:spMkLst>
        </pc:spChg>
        <pc:graphicFrameChg chg="mod modGraphic">
          <ac:chgData name="CORDOVILLA JOSÉ" userId="3e432d2a-0840-4c3e-813e-0721a328213c" providerId="ADAL" clId="{74CA89A3-2F77-53C5-A871-4955137D542F}" dt="2025-09-16T05:47:29.609" v="406" actId="20577"/>
          <ac:graphicFrameMkLst>
            <pc:docMk/>
            <pc:sldMk cId="1301178535" sldId="2612"/>
            <ac:graphicFrameMk id="4" creationId="{00A0594F-AAC1-D791-4C0B-CD629B35A88F}"/>
          </ac:graphicFrameMkLst>
        </pc:graphicFrameChg>
      </pc:sldChg>
      <pc:sldChg chg="modSp mod">
        <pc:chgData name="CORDOVILLA JOSÉ" userId="3e432d2a-0840-4c3e-813e-0721a328213c" providerId="ADAL" clId="{74CA89A3-2F77-53C5-A871-4955137D542F}" dt="2025-09-16T05:40:24.204" v="258" actId="1076"/>
        <pc:sldMkLst>
          <pc:docMk/>
          <pc:sldMk cId="3969214531" sldId="2613"/>
        </pc:sldMkLst>
        <pc:spChg chg="mod">
          <ac:chgData name="CORDOVILLA JOSÉ" userId="3e432d2a-0840-4c3e-813e-0721a328213c" providerId="ADAL" clId="{74CA89A3-2F77-53C5-A871-4955137D542F}" dt="2025-09-15T12:46:06.646" v="100" actId="790"/>
          <ac:spMkLst>
            <pc:docMk/>
            <pc:sldMk cId="3969214531" sldId="2613"/>
            <ac:spMk id="8" creationId="{A1815214-2061-3D99-1EE4-0534A57FB577}"/>
          </ac:spMkLst>
        </pc:spChg>
        <pc:spChg chg="mod">
          <ac:chgData name="CORDOVILLA JOSÉ" userId="3e432d2a-0840-4c3e-813e-0721a328213c" providerId="ADAL" clId="{74CA89A3-2F77-53C5-A871-4955137D542F}" dt="2025-09-16T05:40:20.641" v="257" actId="6549"/>
          <ac:spMkLst>
            <pc:docMk/>
            <pc:sldMk cId="3969214531" sldId="2613"/>
            <ac:spMk id="11" creationId="{6E8502B6-DCFD-76AC-481D-1F9BD83B26D3}"/>
          </ac:spMkLst>
        </pc:spChg>
        <pc:picChg chg="mod">
          <ac:chgData name="CORDOVILLA JOSÉ" userId="3e432d2a-0840-4c3e-813e-0721a328213c" providerId="ADAL" clId="{74CA89A3-2F77-53C5-A871-4955137D542F}" dt="2025-09-16T05:40:24.204" v="258" actId="1076"/>
          <ac:picMkLst>
            <pc:docMk/>
            <pc:sldMk cId="3969214531" sldId="2613"/>
            <ac:picMk id="2" creationId="{A30B7F42-7B7E-272F-0060-FF32B6F90BC6}"/>
          </ac:picMkLst>
        </pc:picChg>
      </pc:sldChg>
      <pc:sldChg chg="delSp modSp del mod">
        <pc:chgData name="CORDOVILLA JOSÉ" userId="3e432d2a-0840-4c3e-813e-0721a328213c" providerId="ADAL" clId="{74CA89A3-2F77-53C5-A871-4955137D542F}" dt="2025-09-18T06:31:06.163" v="541" actId="2696"/>
        <pc:sldMkLst>
          <pc:docMk/>
          <pc:sldMk cId="2159098619" sldId="2614"/>
        </pc:sldMkLst>
      </pc:sldChg>
      <pc:sldMasterChg chg="modSldLayout">
        <pc:chgData name="CORDOVILLA JOSÉ" userId="3e432d2a-0840-4c3e-813e-0721a328213c" providerId="ADAL" clId="{74CA89A3-2F77-53C5-A871-4955137D542F}" dt="2025-09-16T05:30:48.144" v="212"/>
        <pc:sldMasterMkLst>
          <pc:docMk/>
          <pc:sldMasterMk cId="479266363" sldId="2147483648"/>
        </pc:sldMasterMkLst>
        <pc:sldLayoutChg chg="addSp delSp modSp mod">
          <pc:chgData name="CORDOVILLA JOSÉ" userId="3e432d2a-0840-4c3e-813e-0721a328213c" providerId="ADAL" clId="{74CA89A3-2F77-53C5-A871-4955137D542F}" dt="2025-09-16T05:30:41.062" v="210" actId="1076"/>
          <pc:sldLayoutMkLst>
            <pc:docMk/>
            <pc:sldMasterMk cId="479266363" sldId="2147483648"/>
            <pc:sldLayoutMk cId="790989527" sldId="2147483655"/>
          </pc:sldLayoutMkLst>
          <pc:picChg chg="add mod">
            <ac:chgData name="CORDOVILLA JOSÉ" userId="3e432d2a-0840-4c3e-813e-0721a328213c" providerId="ADAL" clId="{74CA89A3-2F77-53C5-A871-4955137D542F}" dt="2025-09-16T05:30:41.062" v="210" actId="1076"/>
            <ac:picMkLst>
              <pc:docMk/>
              <pc:sldMasterMk cId="479266363" sldId="2147483648"/>
              <pc:sldLayoutMk cId="790989527" sldId="2147483655"/>
              <ac:picMk id="2" creationId="{288D1BB1-5DEA-A5E6-F40A-E199B3EE55DF}"/>
            </ac:picMkLst>
          </pc:picChg>
        </pc:sldLayoutChg>
        <pc:sldLayoutChg chg="addSp delSp modSp mod">
          <pc:chgData name="CORDOVILLA JOSÉ" userId="3e432d2a-0840-4c3e-813e-0721a328213c" providerId="ADAL" clId="{74CA89A3-2F77-53C5-A871-4955137D542F}" dt="2025-09-16T05:30:48.144" v="212"/>
          <pc:sldLayoutMkLst>
            <pc:docMk/>
            <pc:sldMasterMk cId="479266363" sldId="2147483648"/>
            <pc:sldLayoutMk cId="1785579830" sldId="2147483661"/>
          </pc:sldLayoutMkLst>
          <pc:picChg chg="add mod">
            <ac:chgData name="CORDOVILLA JOSÉ" userId="3e432d2a-0840-4c3e-813e-0721a328213c" providerId="ADAL" clId="{74CA89A3-2F77-53C5-A871-4955137D542F}" dt="2025-09-16T05:30:48.144" v="212"/>
            <ac:picMkLst>
              <pc:docMk/>
              <pc:sldMasterMk cId="479266363" sldId="2147483648"/>
              <pc:sldLayoutMk cId="1785579830" sldId="2147483661"/>
              <ac:picMk id="2" creationId="{4CAA9B93-DE62-D006-EA7E-1FB60DB4A372}"/>
            </ac:picMkLst>
          </pc:picChg>
        </pc:sldLayoutChg>
      </pc:sldMasterChg>
    </pc:docChg>
  </pc:docChgLst>
  <pc:docChgLst>
    <pc:chgData name="CHUY TAI SUSANA CECILIA" userId="cf97e022-d16c-4f90-a894-7e107f417e88" providerId="ADAL" clId="{2AF2772C-D820-4AD0-8D8D-92BF2453AE60}"/>
    <pc:docChg chg="modSld sldOrd">
      <pc:chgData name="CHUY TAI SUSANA CECILIA" userId="cf97e022-d16c-4f90-a894-7e107f417e88" providerId="ADAL" clId="{2AF2772C-D820-4AD0-8D8D-92BF2453AE60}" dt="2025-03-06T10:19:14.527" v="1"/>
      <pc:docMkLst>
        <pc:docMk/>
      </pc:docMkLst>
      <pc:sldChg chg="ord">
        <pc:chgData name="CHUY TAI SUSANA CECILIA" userId="cf97e022-d16c-4f90-a894-7e107f417e88" providerId="ADAL" clId="{2AF2772C-D820-4AD0-8D8D-92BF2453AE60}" dt="2025-03-06T10:19:14.527" v="1"/>
        <pc:sldMkLst>
          <pc:docMk/>
          <pc:sldMk cId="3896635768" sldId="28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2A4CFE5-AA85-4B2D-85F5-FDE31D7293F6}" type="datetimeFigureOut">
              <a:rPr lang="es-ES" smtClean="0"/>
              <a:t>20/9/25</a:t>
            </a:fld>
            <a:endParaRPr lang="es-ES"/>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D7FD62-2159-44A8-98DE-64F37363A023}" type="slidenum">
              <a:rPr lang="es-ES" smtClean="0"/>
              <a:t>‹#›</a:t>
            </a:fld>
            <a:endParaRPr lang="es-ES"/>
          </a:p>
        </p:txBody>
      </p:sp>
    </p:spTree>
    <p:extLst>
      <p:ext uri="{BB962C8B-B14F-4D97-AF65-F5344CB8AC3E}">
        <p14:creationId xmlns:p14="http://schemas.microsoft.com/office/powerpoint/2010/main" val="8725244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A39FC5-F9FD-45F7-BA3B-2C8E2CC2254F}" type="datetimeFigureOut">
              <a:rPr lang="es-ES" smtClean="0"/>
              <a:t>20/9/25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72E4BA-A1E2-41D2-9312-897CB78C856F}" type="slidenum">
              <a:rPr lang="es-ES" smtClean="0"/>
              <a:t>‹#›</a:t>
            </a:fld>
            <a:endParaRPr lang="es-ES"/>
          </a:p>
        </p:txBody>
      </p:sp>
    </p:spTree>
    <p:extLst>
      <p:ext uri="{BB962C8B-B14F-4D97-AF65-F5344CB8AC3E}">
        <p14:creationId xmlns:p14="http://schemas.microsoft.com/office/powerpoint/2010/main" val="299774535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5"/>
          </p:nvPr>
        </p:nvSpPr>
        <p:spPr/>
        <p:txBody>
          <a:bodyPr/>
          <a:lstStyle/>
          <a:p>
            <a:fld id="{1672E4BA-A1E2-41D2-9312-897CB78C856F}" type="slidenum">
              <a:rPr lang="es-ES" smtClean="0"/>
              <a:t>1</a:t>
            </a:fld>
            <a:endParaRPr lang="es-ES"/>
          </a:p>
        </p:txBody>
      </p:sp>
    </p:spTree>
    <p:extLst>
      <p:ext uri="{BB962C8B-B14F-4D97-AF65-F5344CB8AC3E}">
        <p14:creationId xmlns:p14="http://schemas.microsoft.com/office/powerpoint/2010/main" val="878343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87313" y="744538"/>
            <a:ext cx="6619875" cy="3724275"/>
          </a:xfrm>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211BF2E6-51BB-4787-95D7-53385B3EC208}" type="slidenum">
              <a:rPr lang="es-ES" smtClean="0"/>
              <a:pPr/>
              <a:t>2</a:t>
            </a:fld>
            <a:endParaRPr lang="es-ES"/>
          </a:p>
        </p:txBody>
      </p:sp>
    </p:spTree>
    <p:extLst>
      <p:ext uri="{BB962C8B-B14F-4D97-AF65-F5344CB8AC3E}">
        <p14:creationId xmlns:p14="http://schemas.microsoft.com/office/powerpoint/2010/main" val="6261138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23D36-A7D8-FAD5-23DA-81F471C8ECB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54FE341-75DA-EF34-001F-02C1C769FC6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F07BBD1-D4CE-7348-2164-C2AB66D7F7D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5171F22D-51C6-B223-C456-0386E75AEE1A}"/>
              </a:ext>
            </a:extLst>
          </p:cNvPr>
          <p:cNvSpPr>
            <a:spLocks noGrp="1"/>
          </p:cNvSpPr>
          <p:nvPr>
            <p:ph type="sldNum" sz="quarter" idx="10"/>
          </p:nvPr>
        </p:nvSpPr>
        <p:spPr/>
        <p:txBody>
          <a:bodyPr/>
          <a:lstStyle/>
          <a:p>
            <a:fld id="{1672E4BA-A1E2-41D2-9312-897CB78C856F}" type="slidenum">
              <a:rPr lang="es-ES" smtClean="0"/>
              <a:t>3</a:t>
            </a:fld>
            <a:endParaRPr lang="es-ES"/>
          </a:p>
        </p:txBody>
      </p:sp>
    </p:spTree>
    <p:extLst>
      <p:ext uri="{BB962C8B-B14F-4D97-AF65-F5344CB8AC3E}">
        <p14:creationId xmlns:p14="http://schemas.microsoft.com/office/powerpoint/2010/main" val="24564975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363FC6D1-B7C9-4435-B7B6-8F4236EF3DCD}" type="slidenum">
              <a:rPr lang="es-ES" smtClean="0"/>
              <a:pPr/>
              <a:t>4</a:t>
            </a:fld>
            <a:endParaRPr lang="es-ES"/>
          </a:p>
        </p:txBody>
      </p:sp>
    </p:spTree>
    <p:extLst>
      <p:ext uri="{BB962C8B-B14F-4D97-AF65-F5344CB8AC3E}">
        <p14:creationId xmlns:p14="http://schemas.microsoft.com/office/powerpoint/2010/main" val="39750055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D806E-FC18-8ED5-0116-1073F527204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4606445-8690-98CB-27F0-BD266BC43E1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4D671CA-69DF-B5CE-2876-0BFC2F536B7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38CA8F5-2C61-AC74-0240-53EC40BB9945}"/>
              </a:ext>
            </a:extLst>
          </p:cNvPr>
          <p:cNvSpPr>
            <a:spLocks noGrp="1"/>
          </p:cNvSpPr>
          <p:nvPr>
            <p:ph type="sldNum" sz="quarter" idx="10"/>
          </p:nvPr>
        </p:nvSpPr>
        <p:spPr/>
        <p:txBody>
          <a:bodyPr/>
          <a:lstStyle/>
          <a:p>
            <a:fld id="{1672E4BA-A1E2-41D2-9312-897CB78C856F}" type="slidenum">
              <a:rPr lang="es-ES" smtClean="0"/>
              <a:t>5</a:t>
            </a:fld>
            <a:endParaRPr lang="es-ES"/>
          </a:p>
        </p:txBody>
      </p:sp>
    </p:spTree>
    <p:extLst>
      <p:ext uri="{BB962C8B-B14F-4D97-AF65-F5344CB8AC3E}">
        <p14:creationId xmlns:p14="http://schemas.microsoft.com/office/powerpoint/2010/main" val="35299306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1672E4BA-A1E2-41D2-9312-897CB78C856F}" type="slidenum">
              <a:rPr lang="es-ES" smtClean="0"/>
              <a:t>6</a:t>
            </a:fld>
            <a:endParaRPr lang="es-ES"/>
          </a:p>
        </p:txBody>
      </p:sp>
    </p:spTree>
    <p:extLst>
      <p:ext uri="{BB962C8B-B14F-4D97-AF65-F5344CB8AC3E}">
        <p14:creationId xmlns:p14="http://schemas.microsoft.com/office/powerpoint/2010/main" val="34200609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FC307-638C-D83B-67A9-D33B690AF83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B90146D-8359-A395-C466-E6673E34E44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AB85A8-D0B9-E155-4A13-6B85C368DF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C5B9377-A28E-74A6-0754-41E85E139AFE}"/>
              </a:ext>
            </a:extLst>
          </p:cNvPr>
          <p:cNvSpPr>
            <a:spLocks noGrp="1"/>
          </p:cNvSpPr>
          <p:nvPr>
            <p:ph type="sldNum" sz="quarter" idx="10"/>
          </p:nvPr>
        </p:nvSpPr>
        <p:spPr/>
        <p:txBody>
          <a:bodyPr/>
          <a:lstStyle/>
          <a:p>
            <a:fld id="{1672E4BA-A1E2-41D2-9312-897CB78C856F}" type="slidenum">
              <a:rPr lang="es-ES" smtClean="0"/>
              <a:t>8</a:t>
            </a:fld>
            <a:endParaRPr lang="es-ES"/>
          </a:p>
        </p:txBody>
      </p:sp>
    </p:spTree>
    <p:extLst>
      <p:ext uri="{BB962C8B-B14F-4D97-AF65-F5344CB8AC3E}">
        <p14:creationId xmlns:p14="http://schemas.microsoft.com/office/powerpoint/2010/main" val="2101942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A8032-2DE0-79BD-45EB-CC47C6589996}"/>
            </a:ext>
          </a:extLst>
        </p:cNvPr>
        <p:cNvGrpSpPr/>
        <p:nvPr/>
      </p:nvGrpSpPr>
      <p:grpSpPr>
        <a:xfrm>
          <a:off x="0" y="0"/>
          <a:ext cx="0" cy="0"/>
          <a:chOff x="0" y="0"/>
          <a:chExt cx="0" cy="0"/>
        </a:xfrm>
      </p:grpSpPr>
      <p:sp>
        <p:nvSpPr>
          <p:cNvPr id="2" name="1 Marcador de imagen de diapositiva">
            <a:extLst>
              <a:ext uri="{FF2B5EF4-FFF2-40B4-BE49-F238E27FC236}">
                <a16:creationId xmlns:a16="http://schemas.microsoft.com/office/drawing/2014/main" id="{BE3F9243-E32B-7369-FD21-789155D4C0CB}"/>
              </a:ext>
            </a:extLst>
          </p:cNvPr>
          <p:cNvSpPr>
            <a:spLocks noGrp="1" noRot="1" noChangeAspect="1"/>
          </p:cNvSpPr>
          <p:nvPr>
            <p:ph type="sldImg"/>
          </p:nvPr>
        </p:nvSpPr>
        <p:spPr/>
      </p:sp>
      <p:sp>
        <p:nvSpPr>
          <p:cNvPr id="3" name="2 Marcador de notas">
            <a:extLst>
              <a:ext uri="{FF2B5EF4-FFF2-40B4-BE49-F238E27FC236}">
                <a16:creationId xmlns:a16="http://schemas.microsoft.com/office/drawing/2014/main" id="{6ACBC4C2-D387-EFE6-10B0-F3B5ED4DACFD}"/>
              </a:ext>
            </a:extLst>
          </p:cNvPr>
          <p:cNvSpPr>
            <a:spLocks noGrp="1"/>
          </p:cNvSpPr>
          <p:nvPr>
            <p:ph type="body" idx="1"/>
          </p:nvPr>
        </p:nvSpPr>
        <p:spPr/>
        <p:txBody>
          <a:bodyPr>
            <a:normAutofit/>
          </a:bodyPr>
          <a:lstStyle/>
          <a:p>
            <a:endParaRPr lang="es-ES" dirty="0"/>
          </a:p>
        </p:txBody>
      </p:sp>
      <p:sp>
        <p:nvSpPr>
          <p:cNvPr id="4" name="3 Marcador de número de diapositiva">
            <a:extLst>
              <a:ext uri="{FF2B5EF4-FFF2-40B4-BE49-F238E27FC236}">
                <a16:creationId xmlns:a16="http://schemas.microsoft.com/office/drawing/2014/main" id="{B550CAB2-0379-3712-0780-E52DC6086433}"/>
              </a:ext>
            </a:extLst>
          </p:cNvPr>
          <p:cNvSpPr>
            <a:spLocks noGrp="1"/>
          </p:cNvSpPr>
          <p:nvPr>
            <p:ph type="sldNum" sz="quarter" idx="10"/>
          </p:nvPr>
        </p:nvSpPr>
        <p:spPr/>
        <p:txBody>
          <a:bodyPr/>
          <a:lstStyle/>
          <a:p>
            <a:fld id="{363FC6D1-B7C9-4435-B7B6-8F4236EF3DCD}" type="slidenum">
              <a:rPr lang="es-ES" smtClean="0"/>
              <a:pPr/>
              <a:t>9</a:t>
            </a:fld>
            <a:endParaRPr lang="es-ES"/>
          </a:p>
        </p:txBody>
      </p:sp>
    </p:spTree>
    <p:extLst>
      <p:ext uri="{BB962C8B-B14F-4D97-AF65-F5344CB8AC3E}">
        <p14:creationId xmlns:p14="http://schemas.microsoft.com/office/powerpoint/2010/main" val="34919183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C2405-AFAC-EC56-D752-603F846F1D2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6F7D15D-97DE-013B-6F74-519BEA97502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20A689A-C1A5-556F-FA32-680830A1A8A5}"/>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23AF45D-F17A-AE50-88F6-95F864859CAE}"/>
              </a:ext>
            </a:extLst>
          </p:cNvPr>
          <p:cNvSpPr>
            <a:spLocks noGrp="1"/>
          </p:cNvSpPr>
          <p:nvPr>
            <p:ph type="sldNum" sz="quarter" idx="10"/>
          </p:nvPr>
        </p:nvSpPr>
        <p:spPr/>
        <p:txBody>
          <a:bodyPr/>
          <a:lstStyle/>
          <a:p>
            <a:fld id="{1672E4BA-A1E2-41D2-9312-897CB78C856F}" type="slidenum">
              <a:rPr lang="es-ES" smtClean="0"/>
              <a:t>10</a:t>
            </a:fld>
            <a:endParaRPr lang="es-ES"/>
          </a:p>
        </p:txBody>
      </p:sp>
    </p:spTree>
    <p:extLst>
      <p:ext uri="{BB962C8B-B14F-4D97-AF65-F5344CB8AC3E}">
        <p14:creationId xmlns:p14="http://schemas.microsoft.com/office/powerpoint/2010/main" val="24314735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4" name="Google Shape;24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3" name="Google Shape;25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3" name="Google Shape;26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3" name="Google Shape;303;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5" name="Google Shape;315;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3" name="Google Shape;333;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4" name="Google Shape;334;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2" name="Google Shape;352;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3" name="Google Shape;353;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18</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1" name="Google Shape;37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2" name="Google Shape;372;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0" name="Google Shape;39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6" name="Google Shape;39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exto e Imagen 1">
    <p:spTree>
      <p:nvGrpSpPr>
        <p:cNvPr id="1" name=""/>
        <p:cNvGrpSpPr/>
        <p:nvPr/>
      </p:nvGrpSpPr>
      <p:grpSpPr>
        <a:xfrm>
          <a:off x="0" y="0"/>
          <a:ext cx="0" cy="0"/>
          <a:chOff x="0" y="0"/>
          <a:chExt cx="0" cy="0"/>
        </a:xfrm>
      </p:grpSpPr>
      <p:sp>
        <p:nvSpPr>
          <p:cNvPr id="10" name="7 Rectángulo">
            <a:extLst>
              <a:ext uri="{FF2B5EF4-FFF2-40B4-BE49-F238E27FC236}">
                <a16:creationId xmlns:a16="http://schemas.microsoft.com/office/drawing/2014/main" id="{52AC7A58-644D-46DF-AC4B-816E8C5CB704}"/>
              </a:ext>
            </a:extLst>
          </p:cNvPr>
          <p:cNvSpPr/>
          <p:nvPr userDrawn="1"/>
        </p:nvSpPr>
        <p:spPr>
          <a:xfrm>
            <a:off x="2" y="3"/>
            <a:ext cx="194471" cy="1028733"/>
          </a:xfrm>
          <a:prstGeom prst="rect">
            <a:avLst/>
          </a:prstGeom>
          <a:solidFill>
            <a:srgbClr val="E2081E"/>
          </a:solidFill>
          <a:ln>
            <a:noFill/>
          </a:ln>
        </p:spPr>
        <p:style>
          <a:lnRef idx="2">
            <a:schemeClr val="accent1">
              <a:shade val="50000"/>
            </a:schemeClr>
          </a:lnRef>
          <a:fillRef idx="1">
            <a:schemeClr val="accent1"/>
          </a:fillRef>
          <a:effectRef idx="0">
            <a:schemeClr val="accent1"/>
          </a:effectRef>
          <a:fontRef idx="minor">
            <a:schemeClr val="lt1"/>
          </a:fontRef>
        </p:style>
        <p:txBody>
          <a:bodyPr lIns="107263" tIns="53630" rIns="107263" bIns="53630" rtlCol="0" anchor="ctr"/>
          <a:lstStyle/>
          <a:p>
            <a:pPr algn="ctr"/>
            <a:endParaRPr lang="es-ES" sz="2100"/>
          </a:p>
        </p:txBody>
      </p:sp>
      <p:cxnSp>
        <p:nvCxnSpPr>
          <p:cNvPr id="12" name="24 Conector recto">
            <a:extLst>
              <a:ext uri="{FF2B5EF4-FFF2-40B4-BE49-F238E27FC236}">
                <a16:creationId xmlns:a16="http://schemas.microsoft.com/office/drawing/2014/main" id="{8B9087FA-6EBF-4548-8241-A66FE1AA6954}"/>
              </a:ext>
            </a:extLst>
          </p:cNvPr>
          <p:cNvCxnSpPr>
            <a:cxnSpLocks/>
          </p:cNvCxnSpPr>
          <p:nvPr userDrawn="1"/>
        </p:nvCxnSpPr>
        <p:spPr>
          <a:xfrm>
            <a:off x="378184" y="1013409"/>
            <a:ext cx="11109067" cy="0"/>
          </a:xfrm>
          <a:prstGeom prst="line">
            <a:avLst/>
          </a:prstGeom>
          <a:ln w="19050">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4" name="Picture 4" descr="Home | SSATP">
            <a:extLst>
              <a:ext uri="{FF2B5EF4-FFF2-40B4-BE49-F238E27FC236}">
                <a16:creationId xmlns:a16="http://schemas.microsoft.com/office/drawing/2014/main" id="{A766F70B-5CA7-3528-83A4-0810EDA313F5}"/>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9006589" y="283908"/>
            <a:ext cx="1562044" cy="54671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European Union Logo, symbol, meaning, history, PNG, brand">
            <a:extLst>
              <a:ext uri="{FF2B5EF4-FFF2-40B4-BE49-F238E27FC236}">
                <a16:creationId xmlns:a16="http://schemas.microsoft.com/office/drawing/2014/main" id="{58984088-42F7-E624-C306-FA9A6C170954}"/>
              </a:ext>
            </a:extLst>
          </p:cNvPr>
          <p:cNvPicPr>
            <a:picLocks noChangeAspect="1" noChangeArrowheads="1"/>
          </p:cNvPicPr>
          <p:nvPr userDrawn="1"/>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7253882" y="338983"/>
            <a:ext cx="1562045" cy="46708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TYPSA, Técnica y Proyectos S.A. - Asociación Española del Hidrógeno">
            <a:extLst>
              <a:ext uri="{FF2B5EF4-FFF2-40B4-BE49-F238E27FC236}">
                <a16:creationId xmlns:a16="http://schemas.microsoft.com/office/drawing/2014/main" id="{4CAA9B93-DE62-D006-EA7E-1FB60DB4A372}"/>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10610674" y="239881"/>
            <a:ext cx="1188011" cy="665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55798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7 Rectángulo">
            <a:extLst>
              <a:ext uri="{FF2B5EF4-FFF2-40B4-BE49-F238E27FC236}">
                <a16:creationId xmlns:a16="http://schemas.microsoft.com/office/drawing/2014/main" id="{0090C554-E800-44F2-8B5D-C6329541C7A2}"/>
              </a:ext>
            </a:extLst>
          </p:cNvPr>
          <p:cNvSpPr/>
          <p:nvPr userDrawn="1"/>
        </p:nvSpPr>
        <p:spPr>
          <a:xfrm>
            <a:off x="2" y="3"/>
            <a:ext cx="194471" cy="1028733"/>
          </a:xfrm>
          <a:prstGeom prst="rect">
            <a:avLst/>
          </a:prstGeom>
          <a:solidFill>
            <a:srgbClr val="E2081E"/>
          </a:solidFill>
          <a:ln>
            <a:noFill/>
          </a:ln>
        </p:spPr>
        <p:style>
          <a:lnRef idx="2">
            <a:schemeClr val="accent1">
              <a:shade val="50000"/>
            </a:schemeClr>
          </a:lnRef>
          <a:fillRef idx="1">
            <a:schemeClr val="accent1"/>
          </a:fillRef>
          <a:effectRef idx="0">
            <a:schemeClr val="accent1"/>
          </a:effectRef>
          <a:fontRef idx="minor">
            <a:schemeClr val="lt1"/>
          </a:fontRef>
        </p:style>
        <p:txBody>
          <a:bodyPr lIns="107263" tIns="53630" rIns="107263" bIns="53630" rtlCol="0" anchor="ctr"/>
          <a:lstStyle/>
          <a:p>
            <a:pPr algn="ctr"/>
            <a:endParaRPr lang="es-ES" sz="2100"/>
          </a:p>
        </p:txBody>
      </p:sp>
      <p:cxnSp>
        <p:nvCxnSpPr>
          <p:cNvPr id="3" name="24 Conector recto">
            <a:extLst>
              <a:ext uri="{FF2B5EF4-FFF2-40B4-BE49-F238E27FC236}">
                <a16:creationId xmlns:a16="http://schemas.microsoft.com/office/drawing/2014/main" id="{6C47EEF9-5982-BBD0-C570-C1CA1DA68F65}"/>
              </a:ext>
            </a:extLst>
          </p:cNvPr>
          <p:cNvCxnSpPr>
            <a:cxnSpLocks/>
          </p:cNvCxnSpPr>
          <p:nvPr userDrawn="1"/>
        </p:nvCxnSpPr>
        <p:spPr>
          <a:xfrm>
            <a:off x="378184" y="1013409"/>
            <a:ext cx="11109067" cy="0"/>
          </a:xfrm>
          <a:prstGeom prst="line">
            <a:avLst/>
          </a:prstGeom>
          <a:ln w="19050">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8" name="Picture 4" descr="Home | SSATP">
            <a:extLst>
              <a:ext uri="{FF2B5EF4-FFF2-40B4-BE49-F238E27FC236}">
                <a16:creationId xmlns:a16="http://schemas.microsoft.com/office/drawing/2014/main" id="{010CD7AB-0146-CE04-FA22-40A6B90522A1}"/>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9006589" y="283908"/>
            <a:ext cx="1562044" cy="54671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European Union Logo, symbol, meaning, history, PNG, brand">
            <a:extLst>
              <a:ext uri="{FF2B5EF4-FFF2-40B4-BE49-F238E27FC236}">
                <a16:creationId xmlns:a16="http://schemas.microsoft.com/office/drawing/2014/main" id="{66B8D65F-B432-93CE-750E-88298189786C}"/>
              </a:ext>
            </a:extLst>
          </p:cNvPr>
          <p:cNvPicPr>
            <a:picLocks noChangeAspect="1" noChangeArrowheads="1"/>
          </p:cNvPicPr>
          <p:nvPr userDrawn="1"/>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7253882" y="338983"/>
            <a:ext cx="1562045" cy="46708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TYPSA, Técnica y Proyectos S.A. - Asociación Española del Hidrógeno">
            <a:extLst>
              <a:ext uri="{FF2B5EF4-FFF2-40B4-BE49-F238E27FC236}">
                <a16:creationId xmlns:a16="http://schemas.microsoft.com/office/drawing/2014/main" id="{288D1BB1-5DEA-A5E6-F40A-E199B3EE55DF}"/>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10610674" y="239881"/>
            <a:ext cx="1188011" cy="665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09895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548095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9266363"/>
      </p:ext>
    </p:extLst>
  </p:cSld>
  <p:clrMap bg1="lt1" tx1="dk1" bg2="lt2" tx2="dk2" accent1="accent1" accent2="accent2" accent3="accent3" accent4="accent4" accent5="accent5" accent6="accent6" hlink="hlink" folHlink="folHlink"/>
  <p:sldLayoutIdLst>
    <p:sldLayoutId id="2147483661" r:id="rId1"/>
    <p:sldLayoutId id="2147483655" r:id="rId2"/>
    <p:sldLayoutId id="2147483662" r:id="rId3"/>
  </p:sldLayoutIdLst>
  <p:hf hdr="0" ftr="0" dt="0"/>
  <p:txStyles>
    <p:titleStyle>
      <a:lvl1pPr algn="l" defTabSz="914400" rtl="0" eaLnBrk="1" latinLnBrk="0" hangingPunct="1">
        <a:lnSpc>
          <a:spcPct val="90000"/>
        </a:lnSpc>
        <a:spcBef>
          <a:spcPct val="0"/>
        </a:spcBef>
        <a:buNone/>
        <a:defRPr lang="es-ES" sz="1400" kern="1200" dirty="0" smtClean="0">
          <a:solidFill>
            <a:schemeClr val="bg1">
              <a:lumMod val="65000"/>
            </a:schemeClr>
          </a:solidFill>
          <a:latin typeface="Verdana" pitchFamily="34" charset="0"/>
          <a:ea typeface="Verdana" pitchFamily="34" charset="0"/>
          <a:cs typeface="Verdana"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lang="es-ES" sz="12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lang="es-ES" sz="12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lang="es-ES" sz="12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lang="es-ES" sz="12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lang="es-ES" sz="12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descr="Una carretera con pasto alrededor">
            <a:extLst>
              <a:ext uri="{FF2B5EF4-FFF2-40B4-BE49-F238E27FC236}">
                <a16:creationId xmlns:a16="http://schemas.microsoft.com/office/drawing/2014/main" id="{6AEE538F-ACE5-009C-FFAE-C12A35C7AFB4}"/>
              </a:ext>
            </a:extLst>
          </p:cNvPr>
          <p:cNvPicPr>
            <a:picLocks noChangeAspect="1"/>
          </p:cNvPicPr>
          <p:nvPr/>
        </p:nvPicPr>
        <p:blipFill>
          <a:blip r:embed="rId3" cstate="screen">
            <a:alphaModFix/>
            <a:extLst>
              <a:ext uri="{28A0092B-C50C-407E-A947-70E740481C1C}">
                <a14:useLocalDpi xmlns:a14="http://schemas.microsoft.com/office/drawing/2010/main"/>
              </a:ext>
            </a:extLst>
          </a:blip>
          <a:srcRect/>
          <a:stretch/>
        </p:blipFill>
        <p:spPr>
          <a:xfrm>
            <a:off x="0" y="1019175"/>
            <a:ext cx="12192000" cy="5226248"/>
          </a:xfrm>
          <a:prstGeom prst="rect">
            <a:avLst/>
          </a:prstGeom>
        </p:spPr>
      </p:pic>
      <p:pic>
        <p:nvPicPr>
          <p:cNvPr id="3" name="Imagen 2">
            <a:extLst>
              <a:ext uri="{FF2B5EF4-FFF2-40B4-BE49-F238E27FC236}">
                <a16:creationId xmlns:a16="http://schemas.microsoft.com/office/drawing/2014/main" id="{FE1B3A0F-1231-B48B-EA24-0C7E9361D8EC}"/>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0" y="0"/>
            <a:ext cx="10399059" cy="1019175"/>
          </a:xfrm>
          <a:prstGeom prst="rect">
            <a:avLst/>
          </a:prstGeom>
        </p:spPr>
      </p:pic>
      <p:sp>
        <p:nvSpPr>
          <p:cNvPr id="5" name="CuadroTexto 4">
            <a:extLst>
              <a:ext uri="{FF2B5EF4-FFF2-40B4-BE49-F238E27FC236}">
                <a16:creationId xmlns:a16="http://schemas.microsoft.com/office/drawing/2014/main" id="{38ABA134-7956-B9F0-8DA7-5EFB8FAED018}"/>
              </a:ext>
            </a:extLst>
          </p:cNvPr>
          <p:cNvSpPr txBox="1"/>
          <p:nvPr/>
        </p:nvSpPr>
        <p:spPr>
          <a:xfrm>
            <a:off x="4430036" y="1508878"/>
            <a:ext cx="7306155" cy="2829255"/>
          </a:xfrm>
          <a:prstGeom prst="round2DiagRect">
            <a:avLst/>
          </a:prstGeom>
          <a:solidFill>
            <a:srgbClr val="FFFFFF">
              <a:alpha val="70000"/>
            </a:srgbClr>
          </a:solidFill>
        </p:spPr>
        <p:txBody>
          <a:bodyPr wrap="square" lIns="180000" tIns="108000" rIns="108000" bIns="108000">
            <a:spAutoFit/>
          </a:bodyPr>
          <a:lstStyle/>
          <a:p>
            <a:pPr>
              <a:tabLst>
                <a:tab pos="4975860" algn="l"/>
                <a:tab pos="5316220" algn="l"/>
              </a:tabLst>
            </a:pPr>
            <a:r>
              <a:rPr lang="en-GB" sz="2800" b="1" noProof="0" dirty="0">
                <a:solidFill>
                  <a:schemeClr val="tx1">
                    <a:lumMod val="85000"/>
                    <a:lumOff val="15000"/>
                  </a:schemeClr>
                </a:solidFill>
                <a:latin typeface="Kalinga" panose="020B0502040204020203" pitchFamily="34" charset="0"/>
                <a:ea typeface="Calibri" panose="020F0502020204030204" pitchFamily="34" charset="0"/>
                <a:cs typeface="Kalinga" panose="020B0502040204020203" pitchFamily="34" charset="0"/>
              </a:rPr>
              <a:t>Technical Assistance to</a:t>
            </a:r>
          </a:p>
          <a:p>
            <a:pPr>
              <a:tabLst>
                <a:tab pos="4975860" algn="l"/>
                <a:tab pos="5316220" algn="l"/>
              </a:tabLst>
            </a:pPr>
            <a:r>
              <a:rPr lang="en-GB" sz="2800" b="1" noProof="0" dirty="0">
                <a:solidFill>
                  <a:schemeClr val="tx1">
                    <a:lumMod val="85000"/>
                    <a:lumOff val="15000"/>
                  </a:schemeClr>
                </a:solidFill>
                <a:latin typeface="Kalinga" panose="020B0502040204020203" pitchFamily="34" charset="0"/>
                <a:ea typeface="Calibri" panose="020F0502020204030204" pitchFamily="34" charset="0"/>
                <a:cs typeface="Kalinga" panose="020B0502040204020203" pitchFamily="34" charset="0"/>
              </a:rPr>
              <a:t>SSATP Pillar 4: Resilient Road Asset Management (RRAM)</a:t>
            </a:r>
          </a:p>
          <a:p>
            <a:pPr>
              <a:tabLst>
                <a:tab pos="4975860" algn="l"/>
                <a:tab pos="5316220" algn="l"/>
              </a:tabLst>
            </a:pPr>
            <a:endParaRPr lang="en-GB" sz="2800" b="1" noProof="0" dirty="0">
              <a:solidFill>
                <a:schemeClr val="tx1">
                  <a:lumMod val="85000"/>
                  <a:lumOff val="15000"/>
                </a:schemeClr>
              </a:solidFill>
              <a:latin typeface="Kalinga" panose="020B0502040204020203" pitchFamily="34" charset="0"/>
              <a:ea typeface="Calibri" panose="020F0502020204030204" pitchFamily="34" charset="0"/>
              <a:cs typeface="Kalinga" panose="020B0502040204020203" pitchFamily="34" charset="0"/>
            </a:endParaRPr>
          </a:p>
          <a:p>
            <a:pPr algn="r">
              <a:tabLst>
                <a:tab pos="4975860" algn="l"/>
                <a:tab pos="5316220" algn="l"/>
              </a:tabLst>
            </a:pPr>
            <a:r>
              <a:rPr lang="en-GB" sz="1700" b="1" noProof="0" dirty="0">
                <a:solidFill>
                  <a:schemeClr val="tx1">
                    <a:lumMod val="85000"/>
                    <a:lumOff val="15000"/>
                  </a:schemeClr>
                </a:solidFill>
                <a:latin typeface="Kalinga" panose="020B0502040204020203" pitchFamily="34" charset="0"/>
                <a:ea typeface="Calibri" panose="020F0502020204030204" pitchFamily="34" charset="0"/>
                <a:cs typeface="Kalinga" panose="020B0502040204020203" pitchFamily="34" charset="0"/>
              </a:rPr>
              <a:t>Jose Cordovilla – TA Team Leader, TYPSA</a:t>
            </a:r>
          </a:p>
          <a:p>
            <a:pPr algn="r">
              <a:tabLst>
                <a:tab pos="4975860" algn="l"/>
                <a:tab pos="5316220" algn="l"/>
              </a:tabLst>
            </a:pPr>
            <a:r>
              <a:rPr lang="en-GB" sz="1700" noProof="0" dirty="0">
                <a:solidFill>
                  <a:schemeClr val="tx1">
                    <a:lumMod val="85000"/>
                    <a:lumOff val="15000"/>
                  </a:schemeClr>
                </a:solidFill>
                <a:effectLst/>
                <a:latin typeface="Arial" panose="020B0604020202020204" pitchFamily="34" charset="0"/>
                <a:ea typeface="Calibri" panose="020F0502020204030204" pitchFamily="34" charset="0"/>
                <a:cs typeface="Arial" panose="020B0604020202020204" pitchFamily="34" charset="0"/>
              </a:rPr>
              <a:t>18 September 2025</a:t>
            </a:r>
          </a:p>
        </p:txBody>
      </p:sp>
      <p:sp>
        <p:nvSpPr>
          <p:cNvPr id="10" name="CuadroTexto 9">
            <a:extLst>
              <a:ext uri="{FF2B5EF4-FFF2-40B4-BE49-F238E27FC236}">
                <a16:creationId xmlns:a16="http://schemas.microsoft.com/office/drawing/2014/main" id="{CFCBA4E8-E74E-210F-5DAE-7D11A6B159B0}"/>
              </a:ext>
            </a:extLst>
          </p:cNvPr>
          <p:cNvSpPr txBox="1"/>
          <p:nvPr/>
        </p:nvSpPr>
        <p:spPr>
          <a:xfrm>
            <a:off x="146088" y="6433601"/>
            <a:ext cx="6129338" cy="307777"/>
          </a:xfrm>
          <a:prstGeom prst="rect">
            <a:avLst/>
          </a:prstGeom>
          <a:noFill/>
        </p:spPr>
        <p:txBody>
          <a:bodyPr wrap="square" lIns="91440" tIns="45720" rIns="91440" bIns="45720" anchor="t">
            <a:spAutoFit/>
          </a:bodyPr>
          <a:lstStyle/>
          <a:p>
            <a:r>
              <a:rPr lang="en-GB" sz="1400" b="1" noProof="0" dirty="0">
                <a:effectLst/>
                <a:latin typeface="Kalinga"/>
                <a:ea typeface="Calibri" panose="020F0502020204030204" pitchFamily="34" charset="0"/>
                <a:cs typeface="Times New Roman"/>
              </a:rPr>
              <a:t>EC-INTPA/2024/EARP/0021</a:t>
            </a:r>
            <a:endParaRPr lang="en-GB" sz="1400" noProof="0" dirty="0">
              <a:effectLst/>
              <a:latin typeface="Kalinga"/>
              <a:ea typeface="Calibri" panose="020F0502020204030204" pitchFamily="34" charset="0"/>
              <a:cs typeface="Times New Roman"/>
            </a:endParaRPr>
          </a:p>
        </p:txBody>
      </p:sp>
      <p:pic>
        <p:nvPicPr>
          <p:cNvPr id="4" name="Picture 4" descr="Home | SSATP">
            <a:extLst>
              <a:ext uri="{FF2B5EF4-FFF2-40B4-BE49-F238E27FC236}">
                <a16:creationId xmlns:a16="http://schemas.microsoft.com/office/drawing/2014/main" id="{21A2908C-785B-88F9-C6B4-2C3108ED7285}"/>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9006589" y="283908"/>
            <a:ext cx="1562044" cy="54671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European Union Logo, symbol, meaning, history, PNG, brand">
            <a:extLst>
              <a:ext uri="{FF2B5EF4-FFF2-40B4-BE49-F238E27FC236}">
                <a16:creationId xmlns:a16="http://schemas.microsoft.com/office/drawing/2014/main" id="{40346241-85BB-70C4-451E-5E9D7381D1FC}"/>
              </a:ext>
            </a:extLst>
          </p:cNvPr>
          <p:cNvPicPr>
            <a:picLocks noChangeAspect="1" noChangeArrowheads="1"/>
          </p:cNvPicPr>
          <p:nvPr/>
        </p:nvPicPr>
        <p:blipFill rotWithShape="1">
          <a:blip r:embed="rId6"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7253882" y="338983"/>
            <a:ext cx="1562045" cy="46708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TYPSA, Técnica y Proyectos S.A. - Asociación Española del Hidrógeno">
            <a:extLst>
              <a:ext uri="{FF2B5EF4-FFF2-40B4-BE49-F238E27FC236}">
                <a16:creationId xmlns:a16="http://schemas.microsoft.com/office/drawing/2014/main" id="{BDD40107-0E31-A146-8607-31802775C456}"/>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10759295" y="338983"/>
            <a:ext cx="1188011" cy="665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1153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24 Conector recto">
            <a:extLst>
              <a:ext uri="{FF2B5EF4-FFF2-40B4-BE49-F238E27FC236}">
                <a16:creationId xmlns:a16="http://schemas.microsoft.com/office/drawing/2014/main" id="{47479163-14E0-4124-8CDB-7B9BFE9C685D}"/>
              </a:ext>
            </a:extLst>
          </p:cNvPr>
          <p:cNvCxnSpPr>
            <a:cxnSpLocks/>
          </p:cNvCxnSpPr>
          <p:nvPr/>
        </p:nvCxnSpPr>
        <p:spPr>
          <a:xfrm>
            <a:off x="623392" y="1013409"/>
            <a:ext cx="10801200" cy="0"/>
          </a:xfrm>
          <a:prstGeom prst="line">
            <a:avLst/>
          </a:prstGeom>
          <a:ln w="19050">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TextBox 7">
            <a:extLst>
              <a:ext uri="{FF2B5EF4-FFF2-40B4-BE49-F238E27FC236}">
                <a16:creationId xmlns:a16="http://schemas.microsoft.com/office/drawing/2014/main" id="{1A4C6BEA-8D26-924E-0051-3B5F07B35AA9}"/>
              </a:ext>
            </a:extLst>
          </p:cNvPr>
          <p:cNvSpPr txBox="1"/>
          <p:nvPr/>
        </p:nvSpPr>
        <p:spPr>
          <a:xfrm>
            <a:off x="1104680" y="1569645"/>
            <a:ext cx="4574321" cy="4716855"/>
          </a:xfrm>
          <a:prstGeom prst="rect">
            <a:avLst/>
          </a:prstGeom>
          <a:solidFill>
            <a:schemeClr val="bg1">
              <a:lumMod val="95000"/>
            </a:schemeClr>
          </a:solidFill>
          <a:effectLst>
            <a:outerShdw blurRad="50800" dist="38100" dir="2700000" algn="tl" rotWithShape="0">
              <a:prstClr val="black">
                <a:alpha val="40000"/>
              </a:prstClr>
            </a:outerShdw>
          </a:effectLst>
        </p:spPr>
        <p:txBody>
          <a:bodyPr wrap="square" lIns="180000" tIns="72000" rIns="144000" bIns="72000" anchor="ctr" anchorCtr="0">
            <a:noAutofit/>
          </a:bodyPr>
          <a:lstStyle/>
          <a:p>
            <a:pPr marL="238125" lvl="1" indent="-228600">
              <a:spcBef>
                <a:spcPts val="1200"/>
              </a:spcBef>
              <a:spcAft>
                <a:spcPts val="1200"/>
              </a:spcAft>
              <a:buClr>
                <a:srgbClr val="E2081E"/>
              </a:buClr>
              <a:buSzPct val="100000"/>
              <a:buFont typeface="+mj-lt"/>
              <a:buAutoNum type="arabicPeriod"/>
              <a:tabLst>
                <a:tab pos="215900" algn="l"/>
              </a:tabLst>
            </a:pPr>
            <a:r>
              <a:rPr lang="en-GB" sz="1600" b="1" noProof="0" dirty="0">
                <a:latin typeface="Kalinga" panose="020B0502040204020203" pitchFamily="34" charset="0"/>
                <a:cs typeface="Kalinga" panose="020B0502040204020203" pitchFamily="34" charset="0"/>
              </a:rPr>
              <a:t>Background to the Contract &amp; SSATP Pillar 4 – RRAM</a:t>
            </a:r>
          </a:p>
          <a:p>
            <a:pPr marL="238125" lvl="1" indent="-228600">
              <a:spcBef>
                <a:spcPts val="1200"/>
              </a:spcBef>
              <a:spcAft>
                <a:spcPts val="1200"/>
              </a:spcAft>
              <a:buClr>
                <a:srgbClr val="E2081E"/>
              </a:buClr>
              <a:buSzPct val="100000"/>
              <a:buFont typeface="+mj-lt"/>
              <a:buAutoNum type="arabicPeriod"/>
              <a:tabLst>
                <a:tab pos="215900" algn="l"/>
              </a:tabLst>
            </a:pPr>
            <a:r>
              <a:rPr lang="en-GB" sz="1600" b="1" noProof="0" dirty="0">
                <a:latin typeface="Kalinga" panose="020B0502040204020203" pitchFamily="34" charset="0"/>
                <a:cs typeface="Kalinga" panose="020B0502040204020203" pitchFamily="34" charset="0"/>
              </a:rPr>
              <a:t>Technical Assistance Team</a:t>
            </a:r>
          </a:p>
          <a:p>
            <a:pPr marL="238125" lvl="1" indent="-228600">
              <a:spcBef>
                <a:spcPts val="1200"/>
              </a:spcBef>
              <a:spcAft>
                <a:spcPts val="1200"/>
              </a:spcAft>
              <a:buClr>
                <a:srgbClr val="E2081E"/>
              </a:buClr>
              <a:buSzPct val="100000"/>
              <a:buFont typeface="+mj-lt"/>
              <a:buAutoNum type="arabicPeriod"/>
              <a:tabLst>
                <a:tab pos="215900" algn="l"/>
              </a:tabLst>
            </a:pPr>
            <a:r>
              <a:rPr lang="en-GB" sz="1600" b="1" noProof="0" dirty="0">
                <a:latin typeface="Kalinga" panose="020B0502040204020203" pitchFamily="34" charset="0"/>
                <a:cs typeface="Kalinga" panose="020B0502040204020203" pitchFamily="34" charset="0"/>
              </a:rPr>
              <a:t>Objectives of the RF Baseline Study</a:t>
            </a:r>
          </a:p>
          <a:p>
            <a:pPr marL="238125" lvl="1" indent="-228600">
              <a:spcBef>
                <a:spcPts val="1200"/>
              </a:spcBef>
              <a:spcAft>
                <a:spcPts val="1200"/>
              </a:spcAft>
              <a:buClr>
                <a:srgbClr val="E2081E"/>
              </a:buClr>
              <a:buSzPct val="100000"/>
              <a:buFont typeface="+mj-lt"/>
              <a:buAutoNum type="arabicPeriod"/>
              <a:tabLst>
                <a:tab pos="215900" algn="l"/>
              </a:tabLst>
            </a:pPr>
            <a:r>
              <a:rPr lang="en-GB" sz="1600" b="1" noProof="0" dirty="0">
                <a:latin typeface="Kalinga" panose="020B0502040204020203" pitchFamily="34" charset="0"/>
                <a:cs typeface="Kalinga" panose="020B0502040204020203" pitchFamily="34" charset="0"/>
              </a:rPr>
              <a:t>Timeline &amp; ARMFA collaboration</a:t>
            </a:r>
          </a:p>
        </p:txBody>
      </p:sp>
      <p:sp>
        <p:nvSpPr>
          <p:cNvPr id="2" name="TextBox 7">
            <a:extLst>
              <a:ext uri="{FF2B5EF4-FFF2-40B4-BE49-F238E27FC236}">
                <a16:creationId xmlns:a16="http://schemas.microsoft.com/office/drawing/2014/main" id="{14565A2B-7D8B-C859-8F24-AC1DA94D2C50}"/>
              </a:ext>
            </a:extLst>
          </p:cNvPr>
          <p:cNvSpPr txBox="1"/>
          <p:nvPr/>
        </p:nvSpPr>
        <p:spPr>
          <a:xfrm>
            <a:off x="623391" y="1148707"/>
            <a:ext cx="10801200" cy="285643"/>
          </a:xfrm>
          <a:prstGeom prst="rect">
            <a:avLst/>
          </a:prstGeom>
          <a:solidFill>
            <a:srgbClr val="E2081E">
              <a:alpha val="77000"/>
            </a:srgb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anchor="ctr" anchorCtr="0">
            <a:noAutofit/>
          </a:bodyPr>
          <a:lstStyle/>
          <a:p>
            <a:pPr marL="0" lvl="1">
              <a:spcAft>
                <a:spcPts val="600"/>
              </a:spcAft>
              <a:buClr>
                <a:srgbClr val="E2081E"/>
              </a:buClr>
              <a:buSzPct val="77000"/>
            </a:pPr>
            <a:endParaRPr lang="en-GB" sz="1200" noProof="0" dirty="0">
              <a:latin typeface="Kalinga" panose="020B0502040204020203" pitchFamily="34" charset="0"/>
              <a:cs typeface="Kalinga" panose="020B0502040204020203" pitchFamily="34" charset="0"/>
            </a:endParaRPr>
          </a:p>
        </p:txBody>
      </p:sp>
      <p:sp>
        <p:nvSpPr>
          <p:cNvPr id="5" name="10 Rectángulo">
            <a:extLst>
              <a:ext uri="{FF2B5EF4-FFF2-40B4-BE49-F238E27FC236}">
                <a16:creationId xmlns:a16="http://schemas.microsoft.com/office/drawing/2014/main" id="{FEC92ADF-9A73-434A-C5F0-4F4D3046BA05}"/>
              </a:ext>
            </a:extLst>
          </p:cNvPr>
          <p:cNvSpPr/>
          <p:nvPr/>
        </p:nvSpPr>
        <p:spPr>
          <a:xfrm>
            <a:off x="623392" y="462602"/>
            <a:ext cx="10801200" cy="477639"/>
          </a:xfrm>
          <a:prstGeom prst="rect">
            <a:avLst/>
          </a:prstGeom>
        </p:spPr>
        <p:txBody>
          <a:bodyPr wrap="square" lIns="107263" tIns="53630" rIns="107263" bIns="53630" anchor="t">
            <a:spAutoFit/>
          </a:bodyPr>
          <a:lstStyle/>
          <a:p>
            <a:r>
              <a:rPr lang="en-GB" sz="2400" b="1" noProof="0" dirty="0">
                <a:solidFill>
                  <a:srgbClr val="E2081E"/>
                </a:solidFill>
                <a:latin typeface="Kalinga"/>
                <a:ea typeface="Verdana"/>
                <a:cs typeface="Kalinga"/>
              </a:rPr>
              <a:t>Contents</a:t>
            </a:r>
            <a:endParaRPr lang="en-GB" noProof="0" dirty="0"/>
          </a:p>
        </p:txBody>
      </p:sp>
      <p:grpSp>
        <p:nvGrpSpPr>
          <p:cNvPr id="7" name="Grupo 6">
            <a:extLst>
              <a:ext uri="{FF2B5EF4-FFF2-40B4-BE49-F238E27FC236}">
                <a16:creationId xmlns:a16="http://schemas.microsoft.com/office/drawing/2014/main" id="{C8C0FEC6-B22E-7CBE-4609-AC307A51A96A}"/>
              </a:ext>
            </a:extLst>
          </p:cNvPr>
          <p:cNvGrpSpPr/>
          <p:nvPr/>
        </p:nvGrpSpPr>
        <p:grpSpPr>
          <a:xfrm>
            <a:off x="623391" y="1569645"/>
            <a:ext cx="481288" cy="4716855"/>
            <a:chOff x="623390" y="1642816"/>
            <a:chExt cx="481289" cy="4955204"/>
          </a:xfrm>
        </p:grpSpPr>
        <p:sp>
          <p:nvSpPr>
            <p:cNvPr id="4" name="TextBox 7">
              <a:extLst>
                <a:ext uri="{FF2B5EF4-FFF2-40B4-BE49-F238E27FC236}">
                  <a16:creationId xmlns:a16="http://schemas.microsoft.com/office/drawing/2014/main" id="{A5F9D16F-E4FC-B6FF-AC13-C5EFDDEA9C0D}"/>
                </a:ext>
              </a:extLst>
            </p:cNvPr>
            <p:cNvSpPr txBox="1"/>
            <p:nvPr/>
          </p:nvSpPr>
          <p:spPr>
            <a:xfrm>
              <a:off x="623390" y="1642816"/>
              <a:ext cx="458871" cy="4955204"/>
            </a:xfrm>
            <a:prstGeom prst="rect">
              <a:avLst/>
            </a:prstGeom>
            <a:solidFill>
              <a:schemeClr val="bg1">
                <a:lumMod val="95000"/>
              </a:schemeClr>
            </a:solidFill>
            <a:effectLst>
              <a:outerShdw blurRad="50800" dist="38100" dir="2700000" algn="tl" rotWithShape="0">
                <a:prstClr val="black">
                  <a:alpha val="40000"/>
                </a:prstClr>
              </a:outerShdw>
            </a:effectLst>
          </p:spPr>
          <p:txBody>
            <a:bodyPr wrap="square" lIns="180000" tIns="144000" rIns="144000" anchor="ctr" anchorCtr="0">
              <a:noAutofit/>
            </a:bodyPr>
            <a:lstStyle/>
            <a:p>
              <a:pPr marL="9525" lvl="1" algn="just">
                <a:spcBef>
                  <a:spcPts val="240"/>
                </a:spcBef>
                <a:spcAft>
                  <a:spcPts val="240"/>
                </a:spcAft>
                <a:buClr>
                  <a:srgbClr val="E2081E"/>
                </a:buClr>
                <a:buSzPct val="100000"/>
                <a:tabLst>
                  <a:tab pos="215900" algn="l"/>
                </a:tabLst>
              </a:pPr>
              <a:endParaRPr lang="en-GB" sz="1000" noProof="0" dirty="0">
                <a:latin typeface="Kalinga" panose="020B0502040204020203" pitchFamily="34" charset="0"/>
                <a:cs typeface="Kalinga" panose="020B0502040204020203" pitchFamily="34" charset="0"/>
              </a:endParaRPr>
            </a:p>
          </p:txBody>
        </p:sp>
        <p:sp>
          <p:nvSpPr>
            <p:cNvPr id="6" name="Rectángulo 5">
              <a:extLst>
                <a:ext uri="{FF2B5EF4-FFF2-40B4-BE49-F238E27FC236}">
                  <a16:creationId xmlns:a16="http://schemas.microsoft.com/office/drawing/2014/main" id="{197B0450-AAAC-3C0B-F178-D51570A0733F}"/>
                </a:ext>
              </a:extLst>
            </p:cNvPr>
            <p:cNvSpPr/>
            <p:nvPr/>
          </p:nvSpPr>
          <p:spPr>
            <a:xfrm>
              <a:off x="1086679" y="1642816"/>
              <a:ext cx="18000" cy="4955204"/>
            </a:xfrm>
            <a:prstGeom prst="rect">
              <a:avLst/>
            </a:prstGeom>
            <a:solidFill>
              <a:srgbClr val="E2081E"/>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pic>
        <p:nvPicPr>
          <p:cNvPr id="11" name="Imagen 10" descr="Un grupo de personas en una playa&#10;&#10;Descripción generada automáticamente">
            <a:extLst>
              <a:ext uri="{FF2B5EF4-FFF2-40B4-BE49-F238E27FC236}">
                <a16:creationId xmlns:a16="http://schemas.microsoft.com/office/drawing/2014/main" id="{711BAE20-53C5-FDE3-822C-8DA797CABF10}"/>
              </a:ext>
            </a:extLst>
          </p:cNvPr>
          <p:cNvPicPr>
            <a:picLocks noChangeAspect="1"/>
          </p:cNvPicPr>
          <p:nvPr/>
        </p:nvPicPr>
        <p:blipFill>
          <a:blip r:embed="rId3" cstate="screen">
            <a:extLst>
              <a:ext uri="{28A0092B-C50C-407E-A947-70E740481C1C}">
                <a14:useLocalDpi xmlns:a14="http://schemas.microsoft.com/office/drawing/2010/main"/>
              </a:ext>
            </a:extLst>
          </a:blip>
          <a:srcRect t="-112" r="-743"/>
          <a:stretch/>
        </p:blipFill>
        <p:spPr>
          <a:xfrm>
            <a:off x="5979584" y="1569646"/>
            <a:ext cx="5445007" cy="4716854"/>
          </a:xfrm>
          <a:prstGeom prst="rect">
            <a:avLst/>
          </a:prstGeom>
        </p:spPr>
      </p:pic>
      <p:sp>
        <p:nvSpPr>
          <p:cNvPr id="13" name="CuadroTexto 12">
            <a:extLst>
              <a:ext uri="{FF2B5EF4-FFF2-40B4-BE49-F238E27FC236}">
                <a16:creationId xmlns:a16="http://schemas.microsoft.com/office/drawing/2014/main" id="{DD6148D8-CEF9-DBA2-85DD-55EDC8DBE452}"/>
              </a:ext>
            </a:extLst>
          </p:cNvPr>
          <p:cNvSpPr txBox="1"/>
          <p:nvPr/>
        </p:nvSpPr>
        <p:spPr>
          <a:xfrm>
            <a:off x="3193366" y="6395398"/>
            <a:ext cx="8231225" cy="200055"/>
          </a:xfrm>
          <a:prstGeom prst="rect">
            <a:avLst/>
          </a:prstGeom>
          <a:noFill/>
        </p:spPr>
        <p:txBody>
          <a:bodyPr wrap="square" rtlCol="0">
            <a:spAutoFit/>
          </a:bodyPr>
          <a:lstStyle/>
          <a:p>
            <a:pPr algn="r"/>
            <a:r>
              <a:rPr lang="en-GB" sz="700" i="1" noProof="0" dirty="0">
                <a:solidFill>
                  <a:schemeClr val="bg1">
                    <a:lumMod val="65000"/>
                  </a:schemeClr>
                </a:solidFill>
                <a:effectLst/>
                <a:latin typeface="Kalinga" panose="020B0502040204020203" pitchFamily="34" charset="0"/>
                <a:ea typeface="Times New Roman" panose="02020603050405020304" pitchFamily="18" charset="0"/>
                <a:cs typeface="Kalinga" panose="020B0502040204020203" pitchFamily="34" charset="0"/>
              </a:rPr>
              <a:t>Agua Grande Coastal Protection and Reconstruction of the Marginal Road in Sao Tome and Principe. Source: TYPSA</a:t>
            </a:r>
            <a:endParaRPr lang="en-GB" sz="700" i="1" noProof="0" dirty="0">
              <a:solidFill>
                <a:schemeClr val="bg1">
                  <a:lumMod val="65000"/>
                </a:schemeClr>
              </a:solidFill>
              <a:latin typeface="Kalinga" panose="020B0502040204020203" pitchFamily="34" charset="0"/>
              <a:cs typeface="Kalinga" panose="020B0502040204020203" pitchFamily="34" charset="0"/>
            </a:endParaRPr>
          </a:p>
        </p:txBody>
      </p:sp>
    </p:spTree>
    <p:extLst>
      <p:ext uri="{BB962C8B-B14F-4D97-AF65-F5344CB8AC3E}">
        <p14:creationId xmlns:p14="http://schemas.microsoft.com/office/powerpoint/2010/main" val="3462684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BE8A6-5AF9-E1D2-5B31-17D5369A8164}"/>
            </a:ext>
          </a:extLst>
        </p:cNvPr>
        <p:cNvGrpSpPr/>
        <p:nvPr/>
      </p:nvGrpSpPr>
      <p:grpSpPr>
        <a:xfrm>
          <a:off x="0" y="0"/>
          <a:ext cx="0" cy="0"/>
          <a:chOff x="0" y="0"/>
          <a:chExt cx="0" cy="0"/>
        </a:xfrm>
      </p:grpSpPr>
      <p:sp>
        <p:nvSpPr>
          <p:cNvPr id="8" name="7 CuadroTexto">
            <a:extLst>
              <a:ext uri="{FF2B5EF4-FFF2-40B4-BE49-F238E27FC236}">
                <a16:creationId xmlns:a16="http://schemas.microsoft.com/office/drawing/2014/main" id="{0B55047A-0A31-FFBB-F112-24EA9CC90561}"/>
              </a:ext>
            </a:extLst>
          </p:cNvPr>
          <p:cNvSpPr txBox="1"/>
          <p:nvPr/>
        </p:nvSpPr>
        <p:spPr>
          <a:xfrm>
            <a:off x="1010065" y="1448434"/>
            <a:ext cx="1404156" cy="2446824"/>
          </a:xfrm>
          <a:prstGeom prst="rect">
            <a:avLst/>
          </a:prstGeom>
          <a:noFill/>
        </p:spPr>
        <p:txBody>
          <a:bodyPr wrap="square" rtlCol="0">
            <a:spAutoFit/>
          </a:bodyPr>
          <a:lstStyle/>
          <a:p>
            <a:r>
              <a:rPr lang="en-GB" sz="15300" noProof="0" dirty="0">
                <a:solidFill>
                  <a:srgbClr val="E60000"/>
                </a:solidFill>
                <a:latin typeface="Arial" panose="020B0604020202020204" pitchFamily="34" charset="0"/>
                <a:ea typeface="Verdana" pitchFamily="34" charset="0"/>
                <a:cs typeface="Arial" panose="020B0604020202020204" pitchFamily="34" charset="0"/>
              </a:rPr>
              <a:t>1</a:t>
            </a:r>
          </a:p>
        </p:txBody>
      </p:sp>
      <p:sp>
        <p:nvSpPr>
          <p:cNvPr id="11" name="13 Rectángulo">
            <a:extLst>
              <a:ext uri="{FF2B5EF4-FFF2-40B4-BE49-F238E27FC236}">
                <a16:creationId xmlns:a16="http://schemas.microsoft.com/office/drawing/2014/main" id="{2519359D-0FB5-16E7-4E2B-FC82992C865F}"/>
              </a:ext>
            </a:extLst>
          </p:cNvPr>
          <p:cNvSpPr/>
          <p:nvPr/>
        </p:nvSpPr>
        <p:spPr>
          <a:xfrm>
            <a:off x="3070994" y="1865642"/>
            <a:ext cx="1776392" cy="531526"/>
          </a:xfrm>
          <a:prstGeom prst="rect">
            <a:avLst/>
          </a:prstGeom>
        </p:spPr>
        <p:txBody>
          <a:bodyPr wrap="none" lIns="107287" tIns="53643" rIns="107287" bIns="53643">
            <a:spAutoFit/>
          </a:bodyPr>
          <a:lstStyle/>
          <a:p>
            <a:pPr>
              <a:lnSpc>
                <a:spcPct val="150000"/>
              </a:lnSpc>
            </a:pPr>
            <a:r>
              <a:rPr lang="en-GB" sz="2000" b="1" noProof="0" dirty="0">
                <a:solidFill>
                  <a:schemeClr val="bg1">
                    <a:lumMod val="50000"/>
                  </a:schemeClr>
                </a:solidFill>
                <a:latin typeface="Kalinga" panose="020B0502040204020203" pitchFamily="34" charset="0"/>
                <a:ea typeface="Verdana" pitchFamily="34" charset="0"/>
                <a:cs typeface="Kalinga" panose="020B0502040204020203" pitchFamily="34" charset="0"/>
              </a:rPr>
              <a:t>Background</a:t>
            </a:r>
          </a:p>
        </p:txBody>
      </p:sp>
      <p:pic>
        <p:nvPicPr>
          <p:cNvPr id="3" name="Imagen 2">
            <a:extLst>
              <a:ext uri="{FF2B5EF4-FFF2-40B4-BE49-F238E27FC236}">
                <a16:creationId xmlns:a16="http://schemas.microsoft.com/office/drawing/2014/main" id="{5854875F-E8FA-BBE8-B794-F2651B4B271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070994" y="2537881"/>
            <a:ext cx="6824089" cy="2298689"/>
          </a:xfrm>
          <a:prstGeom prst="rect">
            <a:avLst/>
          </a:prstGeom>
        </p:spPr>
      </p:pic>
      <p:sp>
        <p:nvSpPr>
          <p:cNvPr id="4" name="CuadroTexto 3">
            <a:extLst>
              <a:ext uri="{FF2B5EF4-FFF2-40B4-BE49-F238E27FC236}">
                <a16:creationId xmlns:a16="http://schemas.microsoft.com/office/drawing/2014/main" id="{26671575-6AD5-E37F-AF28-72F5CF3CC7DA}"/>
              </a:ext>
            </a:extLst>
          </p:cNvPr>
          <p:cNvSpPr txBox="1"/>
          <p:nvPr/>
        </p:nvSpPr>
        <p:spPr>
          <a:xfrm>
            <a:off x="5444173" y="4861867"/>
            <a:ext cx="4969192" cy="230832"/>
          </a:xfrm>
          <a:prstGeom prst="rect">
            <a:avLst/>
          </a:prstGeom>
          <a:noFill/>
        </p:spPr>
        <p:txBody>
          <a:bodyPr wrap="square">
            <a:spAutoFit/>
          </a:bodyPr>
          <a:lstStyle/>
          <a:p>
            <a:pPr lvl="0" eaLnBrk="0" hangingPunct="0">
              <a:defRPr/>
            </a:pPr>
            <a:r>
              <a:rPr lang="en-GB" sz="900" i="1" noProof="0" dirty="0">
                <a:solidFill>
                  <a:schemeClr val="bg1">
                    <a:lumMod val="65000"/>
                  </a:schemeClr>
                </a:solidFill>
                <a:latin typeface="Kalinga" panose="020B0502040204020203" pitchFamily="34" charset="0"/>
                <a:cs typeface="Kalinga" panose="020B0502040204020203" pitchFamily="34" charset="0"/>
              </a:rPr>
              <a:t>Road maintenance strategies for Morocco’s rural roads network . Source: TYPSA</a:t>
            </a:r>
          </a:p>
        </p:txBody>
      </p:sp>
    </p:spTree>
    <p:extLst>
      <p:ext uri="{BB962C8B-B14F-4D97-AF65-F5344CB8AC3E}">
        <p14:creationId xmlns:p14="http://schemas.microsoft.com/office/powerpoint/2010/main" val="752158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0 Rectángulo">
            <a:extLst>
              <a:ext uri="{FF2B5EF4-FFF2-40B4-BE49-F238E27FC236}">
                <a16:creationId xmlns:a16="http://schemas.microsoft.com/office/drawing/2014/main" id="{3B18233A-BBC8-39C7-52C6-BDEDE52ED2B9}"/>
              </a:ext>
            </a:extLst>
          </p:cNvPr>
          <p:cNvSpPr/>
          <p:nvPr/>
        </p:nvSpPr>
        <p:spPr>
          <a:xfrm>
            <a:off x="559610" y="462602"/>
            <a:ext cx="11536718" cy="477639"/>
          </a:xfrm>
          <a:prstGeom prst="rect">
            <a:avLst/>
          </a:prstGeom>
        </p:spPr>
        <p:txBody>
          <a:bodyPr wrap="square" lIns="107263" tIns="53630" rIns="107263" bIns="53630" anchor="t">
            <a:spAutoFit/>
          </a:bodyPr>
          <a:lstStyle/>
          <a:p>
            <a:r>
              <a:rPr lang="en-GB" sz="2400" b="1" noProof="0" dirty="0">
                <a:solidFill>
                  <a:srgbClr val="E2081E"/>
                </a:solidFill>
                <a:latin typeface="Kalinga"/>
                <a:ea typeface="Verdana"/>
                <a:cs typeface="Kalinga"/>
              </a:rPr>
              <a:t>Technical Assistance to SSATP</a:t>
            </a:r>
            <a:endParaRPr lang="en-GB" noProof="0" dirty="0"/>
          </a:p>
        </p:txBody>
      </p:sp>
      <p:pic>
        <p:nvPicPr>
          <p:cNvPr id="8" name="Picture 7">
            <a:extLst>
              <a:ext uri="{FF2B5EF4-FFF2-40B4-BE49-F238E27FC236}">
                <a16:creationId xmlns:a16="http://schemas.microsoft.com/office/drawing/2014/main" id="{ACA58085-129B-CAC5-D86F-40E128DB312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58356" y="1223323"/>
            <a:ext cx="3490784" cy="5172075"/>
          </a:xfrm>
          <a:prstGeom prst="rect">
            <a:avLst/>
          </a:prstGeom>
        </p:spPr>
      </p:pic>
      <p:pic>
        <p:nvPicPr>
          <p:cNvPr id="12" name="Picture 11">
            <a:extLst>
              <a:ext uri="{FF2B5EF4-FFF2-40B4-BE49-F238E27FC236}">
                <a16:creationId xmlns:a16="http://schemas.microsoft.com/office/drawing/2014/main" id="{E39A5B5D-829D-1A7C-357E-56456F7D2A0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034568" y="1292179"/>
            <a:ext cx="6111747" cy="2205677"/>
          </a:xfrm>
          <a:prstGeom prst="rect">
            <a:avLst/>
          </a:prstGeom>
        </p:spPr>
      </p:pic>
      <p:pic>
        <p:nvPicPr>
          <p:cNvPr id="14" name="Picture 13">
            <a:extLst>
              <a:ext uri="{FF2B5EF4-FFF2-40B4-BE49-F238E27FC236}">
                <a16:creationId xmlns:a16="http://schemas.microsoft.com/office/drawing/2014/main" id="{8939BA11-570F-D57F-BF9D-C2B8EAC3D75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034568" y="4011720"/>
            <a:ext cx="6111747" cy="2080594"/>
          </a:xfrm>
          <a:prstGeom prst="rect">
            <a:avLst/>
          </a:prstGeom>
        </p:spPr>
      </p:pic>
    </p:spTree>
    <p:extLst>
      <p:ext uri="{BB962C8B-B14F-4D97-AF65-F5344CB8AC3E}">
        <p14:creationId xmlns:p14="http://schemas.microsoft.com/office/powerpoint/2010/main" val="2546743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01BA8-5F20-C5B7-92AC-1AE494AFA62C}"/>
            </a:ext>
          </a:extLst>
        </p:cNvPr>
        <p:cNvGrpSpPr/>
        <p:nvPr/>
      </p:nvGrpSpPr>
      <p:grpSpPr>
        <a:xfrm>
          <a:off x="0" y="0"/>
          <a:ext cx="0" cy="0"/>
          <a:chOff x="0" y="0"/>
          <a:chExt cx="0" cy="0"/>
        </a:xfrm>
      </p:grpSpPr>
      <p:sp>
        <p:nvSpPr>
          <p:cNvPr id="8" name="7 CuadroTexto">
            <a:extLst>
              <a:ext uri="{FF2B5EF4-FFF2-40B4-BE49-F238E27FC236}">
                <a16:creationId xmlns:a16="http://schemas.microsoft.com/office/drawing/2014/main" id="{0D183A3B-E6CB-0AA8-4383-45A9764B560A}"/>
              </a:ext>
            </a:extLst>
          </p:cNvPr>
          <p:cNvSpPr txBox="1"/>
          <p:nvPr/>
        </p:nvSpPr>
        <p:spPr>
          <a:xfrm>
            <a:off x="1010065" y="1448434"/>
            <a:ext cx="1404156" cy="2446824"/>
          </a:xfrm>
          <a:prstGeom prst="rect">
            <a:avLst/>
          </a:prstGeom>
          <a:noFill/>
        </p:spPr>
        <p:txBody>
          <a:bodyPr wrap="square" rtlCol="0">
            <a:spAutoFit/>
          </a:bodyPr>
          <a:lstStyle/>
          <a:p>
            <a:r>
              <a:rPr lang="en-GB" sz="15300" noProof="0" dirty="0">
                <a:solidFill>
                  <a:srgbClr val="E60000"/>
                </a:solidFill>
                <a:latin typeface="Arial" panose="020B0604020202020204" pitchFamily="34" charset="0"/>
                <a:ea typeface="Verdana" pitchFamily="34" charset="0"/>
                <a:cs typeface="Arial" panose="020B0604020202020204" pitchFamily="34" charset="0"/>
              </a:rPr>
              <a:t>2</a:t>
            </a:r>
          </a:p>
        </p:txBody>
      </p:sp>
      <p:sp>
        <p:nvSpPr>
          <p:cNvPr id="11" name="13 Rectángulo">
            <a:extLst>
              <a:ext uri="{FF2B5EF4-FFF2-40B4-BE49-F238E27FC236}">
                <a16:creationId xmlns:a16="http://schemas.microsoft.com/office/drawing/2014/main" id="{4297B5EB-A53E-63F8-FEF6-DDF59AA7122E}"/>
              </a:ext>
            </a:extLst>
          </p:cNvPr>
          <p:cNvSpPr/>
          <p:nvPr/>
        </p:nvSpPr>
        <p:spPr>
          <a:xfrm>
            <a:off x="3070994" y="1865642"/>
            <a:ext cx="3691980" cy="531526"/>
          </a:xfrm>
          <a:prstGeom prst="rect">
            <a:avLst/>
          </a:prstGeom>
        </p:spPr>
        <p:txBody>
          <a:bodyPr wrap="none" lIns="107287" tIns="53643" rIns="107287" bIns="53643">
            <a:spAutoFit/>
          </a:bodyPr>
          <a:lstStyle/>
          <a:p>
            <a:pPr>
              <a:lnSpc>
                <a:spcPct val="150000"/>
              </a:lnSpc>
            </a:pPr>
            <a:r>
              <a:rPr lang="en-GB" sz="2000" b="1" noProof="0" dirty="0">
                <a:solidFill>
                  <a:schemeClr val="bg1">
                    <a:lumMod val="50000"/>
                  </a:schemeClr>
                </a:solidFill>
                <a:latin typeface="Kalinga" panose="020B0502040204020203" pitchFamily="34" charset="0"/>
                <a:ea typeface="Verdana" pitchFamily="34" charset="0"/>
                <a:cs typeface="Kalinga" panose="020B0502040204020203" pitchFamily="34" charset="0"/>
              </a:rPr>
              <a:t>Technical Assistance Team</a:t>
            </a:r>
          </a:p>
        </p:txBody>
      </p:sp>
      <p:sp>
        <p:nvSpPr>
          <p:cNvPr id="20" name="CuadroTexto 19">
            <a:extLst>
              <a:ext uri="{FF2B5EF4-FFF2-40B4-BE49-F238E27FC236}">
                <a16:creationId xmlns:a16="http://schemas.microsoft.com/office/drawing/2014/main" id="{B1A9D5B1-DC93-4C37-4F69-2777AE219A90}"/>
              </a:ext>
            </a:extLst>
          </p:cNvPr>
          <p:cNvSpPr txBox="1"/>
          <p:nvPr/>
        </p:nvSpPr>
        <p:spPr>
          <a:xfrm>
            <a:off x="411755" y="5043926"/>
            <a:ext cx="8231225" cy="200055"/>
          </a:xfrm>
          <a:prstGeom prst="rect">
            <a:avLst/>
          </a:prstGeom>
          <a:noFill/>
        </p:spPr>
        <p:txBody>
          <a:bodyPr wrap="square" rtlCol="0">
            <a:spAutoFit/>
          </a:bodyPr>
          <a:lstStyle/>
          <a:p>
            <a:pPr algn="r"/>
            <a:r>
              <a:rPr lang="en-GB" sz="700" i="1" noProof="0" dirty="0">
                <a:solidFill>
                  <a:schemeClr val="bg1">
                    <a:lumMod val="65000"/>
                  </a:schemeClr>
                </a:solidFill>
                <a:effectLst/>
                <a:latin typeface="Kalinga" panose="020B0502040204020203" pitchFamily="34" charset="0"/>
                <a:ea typeface="Times New Roman" panose="02020603050405020304" pitchFamily="18" charset="0"/>
                <a:cs typeface="Kalinga" panose="020B0502040204020203" pitchFamily="34" charset="0"/>
              </a:rPr>
              <a:t>Agua Grande Coastal Protection and Reconstruction of the Marginal Road in Sao Tome and Principe. Source: TYPSA</a:t>
            </a:r>
            <a:endParaRPr lang="en-GB" sz="700" i="1" noProof="0" dirty="0">
              <a:solidFill>
                <a:schemeClr val="bg1">
                  <a:lumMod val="65000"/>
                </a:schemeClr>
              </a:solidFill>
              <a:latin typeface="Kalinga" panose="020B0502040204020203" pitchFamily="34" charset="0"/>
              <a:cs typeface="Kalinga" panose="020B0502040204020203" pitchFamily="34" charset="0"/>
            </a:endParaRPr>
          </a:p>
        </p:txBody>
      </p:sp>
      <p:pic>
        <p:nvPicPr>
          <p:cNvPr id="3" name="Imagen 18" descr="Un grupo de personas en un parque&#10;&#10;Descripción generada automáticamente con confianza media">
            <a:extLst>
              <a:ext uri="{FF2B5EF4-FFF2-40B4-BE49-F238E27FC236}">
                <a16:creationId xmlns:a16="http://schemas.microsoft.com/office/drawing/2014/main" id="{555585D2-1204-1A8A-14FF-950ED7D25A97}"/>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3200399" y="2558845"/>
            <a:ext cx="5442581" cy="2438820"/>
          </a:xfrm>
          <a:prstGeom prst="rect">
            <a:avLst/>
          </a:prstGeom>
        </p:spPr>
      </p:pic>
    </p:spTree>
    <p:extLst>
      <p:ext uri="{BB962C8B-B14F-4D97-AF65-F5344CB8AC3E}">
        <p14:creationId xmlns:p14="http://schemas.microsoft.com/office/powerpoint/2010/main" val="1530452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grer">
            <a:extLst>
              <a:ext uri="{FF2B5EF4-FFF2-40B4-BE49-F238E27FC236}">
                <a16:creationId xmlns:a16="http://schemas.microsoft.com/office/drawing/2014/main" id="{C12F2BE2-0749-4913-1F4B-851ED121A410}"/>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r="44054"/>
          <a:stretch/>
        </p:blipFill>
        <p:spPr bwMode="auto">
          <a:xfrm>
            <a:off x="8501416" y="2866080"/>
            <a:ext cx="1498275" cy="50037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YPSA, Técnica y Proyectos S.A. - Asociación Española del Hidrógeno">
            <a:extLst>
              <a:ext uri="{FF2B5EF4-FFF2-40B4-BE49-F238E27FC236}">
                <a16:creationId xmlns:a16="http://schemas.microsoft.com/office/drawing/2014/main" id="{EFB8C4B9-A871-6857-03B0-E21E6C225C38}"/>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523242" y="2200794"/>
            <a:ext cx="1188011" cy="665286"/>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4">
            <a:extLst>
              <a:ext uri="{FF2B5EF4-FFF2-40B4-BE49-F238E27FC236}">
                <a16:creationId xmlns:a16="http://schemas.microsoft.com/office/drawing/2014/main" id="{6975804F-5559-B6DD-33F2-180E17315D5B}"/>
              </a:ext>
            </a:extLst>
          </p:cNvPr>
          <p:cNvSpPr>
            <a:spLocks noChangeArrowheads="1"/>
          </p:cNvSpPr>
          <p:nvPr/>
        </p:nvSpPr>
        <p:spPr bwMode="auto">
          <a:xfrm>
            <a:off x="4587248" y="2984649"/>
            <a:ext cx="3060000" cy="1405779"/>
          </a:xfrm>
          <a:prstGeom prst="rect">
            <a:avLst/>
          </a:prstGeom>
          <a:noFill/>
          <a:ln w="9525">
            <a:noFill/>
            <a:miter lim="800000"/>
            <a:headEnd/>
            <a:tailEnd/>
          </a:ln>
        </p:spPr>
        <p:txBody>
          <a:bodyPr wrap="square" lIns="107263" tIns="53630" rIns="107263" bIns="53630">
            <a:spAutoFit/>
          </a:bodyPr>
          <a:lstStyle/>
          <a:p>
            <a:pPr algn="just" eaLnBrk="0" hangingPunct="0">
              <a:lnSpc>
                <a:spcPct val="150000"/>
              </a:lnSpc>
            </a:pPr>
            <a:r>
              <a:rPr lang="en-GB" sz="950" noProof="0" dirty="0">
                <a:solidFill>
                  <a:schemeClr val="tx1">
                    <a:lumMod val="75000"/>
                    <a:lumOff val="25000"/>
                  </a:schemeClr>
                </a:solidFill>
                <a:latin typeface="Kalinga" panose="020B0502040204020203" pitchFamily="34" charset="0"/>
                <a:ea typeface="Verdana" pitchFamily="34" charset="0"/>
                <a:cs typeface="Kalinga" panose="020B0502040204020203" pitchFamily="34" charset="0"/>
              </a:rPr>
              <a:t>TYPSA has been working in </a:t>
            </a:r>
            <a:r>
              <a:rPr lang="en-GB" sz="950" b="1" noProof="0" dirty="0">
                <a:solidFill>
                  <a:schemeClr val="tx1">
                    <a:lumMod val="75000"/>
                    <a:lumOff val="25000"/>
                  </a:schemeClr>
                </a:solidFill>
                <a:latin typeface="Kalinga" panose="020B0502040204020203" pitchFamily="34" charset="0"/>
                <a:ea typeface="Verdana" pitchFamily="34" charset="0"/>
                <a:cs typeface="Kalinga" panose="020B0502040204020203" pitchFamily="34" charset="0"/>
              </a:rPr>
              <a:t>Africa </a:t>
            </a:r>
            <a:r>
              <a:rPr lang="en-GB" sz="950" noProof="0" dirty="0">
                <a:solidFill>
                  <a:schemeClr val="tx1">
                    <a:lumMod val="75000"/>
                    <a:lumOff val="25000"/>
                  </a:schemeClr>
                </a:solidFill>
                <a:latin typeface="Kalinga" panose="020B0502040204020203" pitchFamily="34" charset="0"/>
                <a:ea typeface="Verdana" pitchFamily="34" charset="0"/>
                <a:cs typeface="Kalinga" panose="020B0502040204020203" pitchFamily="34" charset="0"/>
              </a:rPr>
              <a:t>for more than </a:t>
            </a:r>
            <a:r>
              <a:rPr lang="en-GB" sz="950" b="1" noProof="0" dirty="0">
                <a:solidFill>
                  <a:schemeClr val="tx1">
                    <a:lumMod val="75000"/>
                    <a:lumOff val="25000"/>
                  </a:schemeClr>
                </a:solidFill>
                <a:latin typeface="Kalinga" panose="020B0502040204020203" pitchFamily="34" charset="0"/>
                <a:ea typeface="Verdana" pitchFamily="34" charset="0"/>
                <a:cs typeface="Kalinga" panose="020B0502040204020203" pitchFamily="34" charset="0"/>
              </a:rPr>
              <a:t>40 years.</a:t>
            </a:r>
            <a:r>
              <a:rPr lang="en-GB" sz="950" noProof="0" dirty="0">
                <a:solidFill>
                  <a:schemeClr val="tx1">
                    <a:lumMod val="75000"/>
                    <a:lumOff val="25000"/>
                  </a:schemeClr>
                </a:solidFill>
                <a:latin typeface="Kalinga" panose="020B0502040204020203" pitchFamily="34" charset="0"/>
                <a:ea typeface="Verdana" pitchFamily="34" charset="0"/>
                <a:cs typeface="Kalinga" panose="020B0502040204020203" pitchFamily="34" charset="0"/>
              </a:rPr>
              <a:t> Successfully implemented &gt;</a:t>
            </a:r>
            <a:r>
              <a:rPr lang="en-GB" sz="950" b="1" noProof="0" dirty="0">
                <a:solidFill>
                  <a:schemeClr val="tx1">
                    <a:lumMod val="75000"/>
                    <a:lumOff val="25000"/>
                  </a:schemeClr>
                </a:solidFill>
                <a:latin typeface="Kalinga" panose="020B0502040204020203" pitchFamily="34" charset="0"/>
                <a:ea typeface="Verdana" pitchFamily="34" charset="0"/>
                <a:cs typeface="Kalinga" panose="020B0502040204020203" pitchFamily="34" charset="0"/>
              </a:rPr>
              <a:t>200 projects, particularly in roads: </a:t>
            </a:r>
            <a:r>
              <a:rPr lang="en-GB" sz="950" noProof="0" dirty="0">
                <a:solidFill>
                  <a:schemeClr val="tx1">
                    <a:lumMod val="75000"/>
                    <a:lumOff val="25000"/>
                  </a:schemeClr>
                </a:solidFill>
                <a:latin typeface="Kalinga" panose="020B0502040204020203" pitchFamily="34" charset="0"/>
                <a:ea typeface="Verdana" pitchFamily="34" charset="0"/>
                <a:cs typeface="Kalinga" panose="020B0502040204020203" pitchFamily="34" charset="0"/>
              </a:rPr>
              <a:t>feasibility studies, design, tender documents, TAs, technical audits and evaluations and developing projects related to </a:t>
            </a:r>
            <a:r>
              <a:rPr lang="en-GB" sz="950" b="1" noProof="0" dirty="0">
                <a:solidFill>
                  <a:schemeClr val="tx1">
                    <a:lumMod val="75000"/>
                    <a:lumOff val="25000"/>
                  </a:schemeClr>
                </a:solidFill>
                <a:latin typeface="Kalinga" panose="020B0502040204020203" pitchFamily="34" charset="0"/>
                <a:ea typeface="Verdana" pitchFamily="34" charset="0"/>
                <a:cs typeface="Kalinga" panose="020B0502040204020203" pitchFamily="34" charset="0"/>
              </a:rPr>
              <a:t>climate change and resilience</a:t>
            </a:r>
          </a:p>
        </p:txBody>
      </p:sp>
      <p:pic>
        <p:nvPicPr>
          <p:cNvPr id="15" name="Imagen 14" descr="A picture containing text, clipart&#10;&#10;Description automatically generated">
            <a:extLst>
              <a:ext uri="{FF2B5EF4-FFF2-40B4-BE49-F238E27FC236}">
                <a16:creationId xmlns:a16="http://schemas.microsoft.com/office/drawing/2014/main" id="{FBE61C11-57A4-BC0E-67C8-4D915CFA4B67}"/>
              </a:ext>
            </a:extLst>
          </p:cNvPr>
          <p:cNvPicPr>
            <a:picLocks noChangeAspect="1"/>
          </p:cNvPicPr>
          <p:nvPr/>
        </p:nvPicPr>
        <p:blipFill>
          <a:blip r:embed="rId5" cstate="print">
            <a:extLst>
              <a:ext uri="{28A0092B-C50C-407E-A947-70E740481C1C}">
                <a14:useLocalDpi xmlns:a14="http://schemas.microsoft.com/office/drawing/2010/main"/>
              </a:ext>
            </a:extLst>
          </a:blip>
          <a:srcRect/>
          <a:stretch>
            <a:fillRect/>
          </a:stretch>
        </p:blipFill>
        <p:spPr bwMode="auto">
          <a:xfrm>
            <a:off x="2143934" y="2803539"/>
            <a:ext cx="1606516" cy="562919"/>
          </a:xfrm>
          <a:prstGeom prst="rect">
            <a:avLst/>
          </a:prstGeom>
          <a:noFill/>
          <a:ln w="9525">
            <a:solidFill>
              <a:schemeClr val="bg1"/>
            </a:solidFill>
            <a:miter lim="800000"/>
            <a:headEnd/>
            <a:tailEnd/>
          </a:ln>
        </p:spPr>
      </p:pic>
      <p:sp>
        <p:nvSpPr>
          <p:cNvPr id="21" name="Rectangle 4">
            <a:extLst>
              <a:ext uri="{FF2B5EF4-FFF2-40B4-BE49-F238E27FC236}">
                <a16:creationId xmlns:a16="http://schemas.microsoft.com/office/drawing/2014/main" id="{B56DBF39-76C2-400D-25B6-A6360D7725A4}"/>
              </a:ext>
            </a:extLst>
          </p:cNvPr>
          <p:cNvSpPr>
            <a:spLocks noChangeArrowheads="1"/>
          </p:cNvSpPr>
          <p:nvPr/>
        </p:nvSpPr>
        <p:spPr bwMode="auto">
          <a:xfrm>
            <a:off x="1449546" y="3429000"/>
            <a:ext cx="3060000" cy="1625069"/>
          </a:xfrm>
          <a:prstGeom prst="rect">
            <a:avLst/>
          </a:prstGeom>
          <a:noFill/>
          <a:ln w="9525">
            <a:noFill/>
            <a:miter lim="800000"/>
            <a:headEnd/>
            <a:tailEnd/>
          </a:ln>
        </p:spPr>
        <p:txBody>
          <a:bodyPr wrap="square" lIns="107263" tIns="53630" rIns="107263" bIns="53630">
            <a:spAutoFit/>
          </a:bodyPr>
          <a:lstStyle/>
          <a:p>
            <a:pPr algn="just" eaLnBrk="0" hangingPunct="0">
              <a:lnSpc>
                <a:spcPct val="150000"/>
              </a:lnSpc>
            </a:pPr>
            <a:r>
              <a:rPr lang="en-GB" sz="950" b="1" noProof="0" dirty="0">
                <a:solidFill>
                  <a:schemeClr val="tx1">
                    <a:lumMod val="75000"/>
                    <a:lumOff val="25000"/>
                  </a:schemeClr>
                </a:solidFill>
                <a:latin typeface="Kalinga" panose="020B0502040204020203" pitchFamily="34" charset="0"/>
                <a:ea typeface="Verdana" pitchFamily="34" charset="0"/>
                <a:cs typeface="Kalinga" panose="020B0502040204020203" pitchFamily="34" charset="0"/>
              </a:rPr>
              <a:t>Specialized in Road Asset Management</a:t>
            </a:r>
            <a:r>
              <a:rPr lang="en-GB" sz="950" noProof="0" dirty="0">
                <a:solidFill>
                  <a:schemeClr val="tx1">
                    <a:lumMod val="75000"/>
                    <a:lumOff val="25000"/>
                  </a:schemeClr>
                </a:solidFill>
                <a:latin typeface="Kalinga" panose="020B0502040204020203" pitchFamily="34" charset="0"/>
                <a:ea typeface="Verdana" pitchFamily="34" charset="0"/>
                <a:cs typeface="Kalinga" panose="020B0502040204020203" pitchFamily="34" charset="0"/>
              </a:rPr>
              <a:t>, has been advising public and private administrations for &gt;20 years to manage roads sustainably. ICARO RAMS has been implemented on more than </a:t>
            </a:r>
            <a:r>
              <a:rPr lang="en-GB" sz="950" b="1" noProof="0" dirty="0">
                <a:solidFill>
                  <a:schemeClr val="tx1">
                    <a:lumMod val="75000"/>
                    <a:lumOff val="25000"/>
                  </a:schemeClr>
                </a:solidFill>
                <a:latin typeface="Kalinga" panose="020B0502040204020203" pitchFamily="34" charset="0"/>
                <a:ea typeface="Verdana" pitchFamily="34" charset="0"/>
                <a:cs typeface="Kalinga" panose="020B0502040204020203" pitchFamily="34" charset="0"/>
              </a:rPr>
              <a:t>250,000 km of paved and unpaved roads around the world. </a:t>
            </a:r>
            <a:r>
              <a:rPr lang="en-GB" sz="950" noProof="0" dirty="0">
                <a:solidFill>
                  <a:schemeClr val="tx1">
                    <a:lumMod val="75000"/>
                    <a:lumOff val="25000"/>
                  </a:schemeClr>
                </a:solidFill>
                <a:latin typeface="Kalinga" panose="020B0502040204020203" pitchFamily="34" charset="0"/>
                <a:ea typeface="Verdana" pitchFamily="34" charset="0"/>
                <a:cs typeface="Kalinga" panose="020B0502040204020203" pitchFamily="34" charset="0"/>
              </a:rPr>
              <a:t>Experience in Africa covers  Guinea, Madagascar, Morocco and Tunisia</a:t>
            </a:r>
          </a:p>
        </p:txBody>
      </p:sp>
      <p:sp>
        <p:nvSpPr>
          <p:cNvPr id="22" name="Rectangle 4">
            <a:extLst>
              <a:ext uri="{FF2B5EF4-FFF2-40B4-BE49-F238E27FC236}">
                <a16:creationId xmlns:a16="http://schemas.microsoft.com/office/drawing/2014/main" id="{7A467384-845B-28CE-9910-A8081EBFD3D7}"/>
              </a:ext>
            </a:extLst>
          </p:cNvPr>
          <p:cNvSpPr>
            <a:spLocks noChangeArrowheads="1"/>
          </p:cNvSpPr>
          <p:nvPr/>
        </p:nvSpPr>
        <p:spPr bwMode="auto">
          <a:xfrm>
            <a:off x="7720554" y="3429000"/>
            <a:ext cx="3060000" cy="1625069"/>
          </a:xfrm>
          <a:prstGeom prst="rect">
            <a:avLst/>
          </a:prstGeom>
          <a:noFill/>
          <a:ln w="9525">
            <a:noFill/>
            <a:miter lim="800000"/>
            <a:headEnd/>
            <a:tailEnd/>
          </a:ln>
        </p:spPr>
        <p:txBody>
          <a:bodyPr wrap="square" lIns="107263" tIns="53630" rIns="107263" bIns="53630">
            <a:spAutoFit/>
          </a:bodyPr>
          <a:lstStyle/>
          <a:p>
            <a:pPr algn="just" eaLnBrk="0" hangingPunct="0">
              <a:lnSpc>
                <a:spcPct val="150000"/>
              </a:lnSpc>
            </a:pPr>
            <a:r>
              <a:rPr lang="en-GB" sz="950" b="1" noProof="0" dirty="0">
                <a:solidFill>
                  <a:schemeClr val="tx1">
                    <a:lumMod val="75000"/>
                    <a:lumOff val="25000"/>
                  </a:schemeClr>
                </a:solidFill>
                <a:latin typeface="Kalinga" panose="020B0502040204020203" pitchFamily="34" charset="0"/>
                <a:ea typeface="Verdana" pitchFamily="34" charset="0"/>
                <a:cs typeface="Kalinga" panose="020B0502040204020203" pitchFamily="34" charset="0"/>
              </a:rPr>
              <a:t>Based in Brussels, </a:t>
            </a:r>
            <a:r>
              <a:rPr lang="en-GB" sz="950" noProof="0" dirty="0">
                <a:solidFill>
                  <a:schemeClr val="tx1">
                    <a:lumMod val="75000"/>
                    <a:lumOff val="25000"/>
                  </a:schemeClr>
                </a:solidFill>
                <a:latin typeface="Kalinga" panose="020B0502040204020203" pitchFamily="34" charset="0"/>
                <a:ea typeface="Verdana" pitchFamily="34" charset="0"/>
                <a:cs typeface="Kalinga" panose="020B0502040204020203" pitchFamily="34" charset="0"/>
              </a:rPr>
              <a:t>it has </a:t>
            </a:r>
            <a:r>
              <a:rPr lang="en-GB" sz="950" b="1" noProof="0" dirty="0">
                <a:solidFill>
                  <a:schemeClr val="tx1">
                    <a:lumMod val="75000"/>
                    <a:lumOff val="25000"/>
                  </a:schemeClr>
                </a:solidFill>
                <a:latin typeface="Kalinga" panose="020B0502040204020203" pitchFamily="34" charset="0"/>
                <a:ea typeface="Verdana" pitchFamily="34" charset="0"/>
                <a:cs typeface="Kalinga" panose="020B0502040204020203" pitchFamily="34" charset="0"/>
              </a:rPr>
              <a:t>65 years of experience</a:t>
            </a:r>
            <a:r>
              <a:rPr lang="en-GB" sz="950" noProof="0" dirty="0">
                <a:solidFill>
                  <a:schemeClr val="tx1">
                    <a:lumMod val="75000"/>
                    <a:lumOff val="25000"/>
                  </a:schemeClr>
                </a:solidFill>
                <a:latin typeface="Kalinga" panose="020B0502040204020203" pitchFamily="34" charset="0"/>
                <a:ea typeface="Verdana" pitchFamily="34" charset="0"/>
                <a:cs typeface="Kalinga" panose="020B0502040204020203" pitchFamily="34" charset="0"/>
              </a:rPr>
              <a:t> in design and implementation of international co-operation programs and projects financed by the European Union, the World Bank and other IFIs</a:t>
            </a:r>
            <a:r>
              <a:rPr lang="en-GB" sz="950" b="1" noProof="0" dirty="0">
                <a:solidFill>
                  <a:schemeClr val="tx1">
                    <a:lumMod val="75000"/>
                    <a:lumOff val="25000"/>
                  </a:schemeClr>
                </a:solidFill>
                <a:latin typeface="Kalinga" panose="020B0502040204020203" pitchFamily="34" charset="0"/>
                <a:ea typeface="Verdana" pitchFamily="34" charset="0"/>
                <a:cs typeface="Kalinga" panose="020B0502040204020203" pitchFamily="34" charset="0"/>
              </a:rPr>
              <a:t> </a:t>
            </a:r>
            <a:r>
              <a:rPr lang="en-GB" sz="950" noProof="0" dirty="0">
                <a:solidFill>
                  <a:schemeClr val="tx1">
                    <a:lumMod val="75000"/>
                    <a:lumOff val="25000"/>
                  </a:schemeClr>
                </a:solidFill>
                <a:latin typeface="Kalinga" panose="020B0502040204020203" pitchFamily="34" charset="0"/>
                <a:ea typeface="Verdana" pitchFamily="34" charset="0"/>
                <a:cs typeface="Kalinga" panose="020B0502040204020203" pitchFamily="34" charset="0"/>
              </a:rPr>
              <a:t>Extensive track record in TAs </a:t>
            </a:r>
            <a:r>
              <a:rPr lang="en-GB" sz="950" b="1" noProof="0" dirty="0">
                <a:solidFill>
                  <a:schemeClr val="tx1">
                    <a:lumMod val="75000"/>
                    <a:lumOff val="25000"/>
                  </a:schemeClr>
                </a:solidFill>
                <a:latin typeface="Kalinga" panose="020B0502040204020203" pitchFamily="34" charset="0"/>
                <a:ea typeface="Verdana" pitchFamily="34" charset="0"/>
                <a:cs typeface="Kalinga" panose="020B0502040204020203" pitchFamily="34" charset="0"/>
              </a:rPr>
              <a:t>with the European Commission in Africa</a:t>
            </a:r>
            <a:r>
              <a:rPr lang="en-GB" sz="950" noProof="0" dirty="0">
                <a:solidFill>
                  <a:schemeClr val="tx1">
                    <a:lumMod val="75000"/>
                    <a:lumOff val="25000"/>
                  </a:schemeClr>
                </a:solidFill>
                <a:latin typeface="Kalinga" panose="020B0502040204020203" pitchFamily="34" charset="0"/>
                <a:ea typeface="Verdana" pitchFamily="34" charset="0"/>
                <a:cs typeface="Kalinga" panose="020B0502040204020203" pitchFamily="34" charset="0"/>
              </a:rPr>
              <a:t>, mainly on </a:t>
            </a:r>
            <a:r>
              <a:rPr lang="en-GB" sz="950" b="1" noProof="0" dirty="0">
                <a:solidFill>
                  <a:schemeClr val="tx1">
                    <a:lumMod val="75000"/>
                    <a:lumOff val="25000"/>
                  </a:schemeClr>
                </a:solidFill>
                <a:latin typeface="Kalinga" panose="020B0502040204020203" pitchFamily="34" charset="0"/>
                <a:ea typeface="Verdana" pitchFamily="34" charset="0"/>
                <a:cs typeface="Kalinga" panose="020B0502040204020203" pitchFamily="34" charset="0"/>
              </a:rPr>
              <a:t>rural development and climate change.</a:t>
            </a:r>
          </a:p>
        </p:txBody>
      </p:sp>
      <p:sp>
        <p:nvSpPr>
          <p:cNvPr id="8" name="10 Rectángulo">
            <a:extLst>
              <a:ext uri="{FF2B5EF4-FFF2-40B4-BE49-F238E27FC236}">
                <a16:creationId xmlns:a16="http://schemas.microsoft.com/office/drawing/2014/main" id="{DA9598D0-DF78-04D1-F636-2E6A2FCB35A0}"/>
              </a:ext>
            </a:extLst>
          </p:cNvPr>
          <p:cNvSpPr/>
          <p:nvPr/>
        </p:nvSpPr>
        <p:spPr>
          <a:xfrm>
            <a:off x="342900" y="462602"/>
            <a:ext cx="11753428" cy="477639"/>
          </a:xfrm>
          <a:prstGeom prst="rect">
            <a:avLst/>
          </a:prstGeom>
        </p:spPr>
        <p:txBody>
          <a:bodyPr wrap="square" lIns="107263" tIns="53630" rIns="107263" bIns="53630" anchor="t">
            <a:spAutoFit/>
          </a:bodyPr>
          <a:lstStyle/>
          <a:p>
            <a:r>
              <a:rPr lang="en-GB" sz="2400" b="1" noProof="0" dirty="0">
                <a:solidFill>
                  <a:srgbClr val="E2081E"/>
                </a:solidFill>
                <a:latin typeface="Kalinga"/>
                <a:ea typeface="Verdana"/>
                <a:cs typeface="Kalinga"/>
              </a:rPr>
              <a:t>Technical Assistance Team</a:t>
            </a:r>
            <a:endParaRPr lang="en-GB" noProof="0" dirty="0"/>
          </a:p>
        </p:txBody>
      </p:sp>
    </p:spTree>
    <p:extLst>
      <p:ext uri="{BB962C8B-B14F-4D97-AF65-F5344CB8AC3E}">
        <p14:creationId xmlns:p14="http://schemas.microsoft.com/office/powerpoint/2010/main" val="1211132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A6648-9468-DF9E-5513-000B219F0CF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7B1CC19-282E-F9A9-071F-C43D66D1E69D}"/>
              </a:ext>
            </a:extLst>
          </p:cNvPr>
          <p:cNvSpPr txBox="1"/>
          <p:nvPr/>
        </p:nvSpPr>
        <p:spPr>
          <a:xfrm>
            <a:off x="6246330" y="1703585"/>
            <a:ext cx="3364396" cy="1384995"/>
          </a:xfrm>
          <a:prstGeom prst="rect">
            <a:avLst/>
          </a:prstGeom>
          <a:noFill/>
        </p:spPr>
        <p:txBody>
          <a:bodyPr wrap="square" rtlCol="0">
            <a:spAutoFit/>
          </a:bodyPr>
          <a:lstStyle/>
          <a:p>
            <a:pPr algn="just"/>
            <a:r>
              <a:rPr lang="en-GB" sz="1200" b="1" noProof="0" dirty="0">
                <a:latin typeface="Kalinga" panose="020B0502040204020203" pitchFamily="34" charset="0"/>
                <a:cs typeface="Kalinga" panose="020B0502040204020203" pitchFamily="34" charset="0"/>
              </a:rPr>
              <a:t>Enrique Piñero: </a:t>
            </a:r>
            <a:r>
              <a:rPr lang="en-GB" sz="1200" noProof="0" dirty="0">
                <a:latin typeface="Kalinga" panose="020B0502040204020203" pitchFamily="34" charset="0"/>
                <a:cs typeface="Kalinga" panose="020B0502040204020203" pitchFamily="34" charset="0"/>
              </a:rPr>
              <a:t>environmental expert with over 34 years of experience in the infrastructure projects in Africa, Asia, Europe, and the Middle East. His expertise focuses on integrating environmental and climate aspects into the planning, supervision, and auditing of civil works. </a:t>
            </a:r>
          </a:p>
        </p:txBody>
      </p:sp>
      <p:sp>
        <p:nvSpPr>
          <p:cNvPr id="5" name="TextBox 1">
            <a:extLst>
              <a:ext uri="{FF2B5EF4-FFF2-40B4-BE49-F238E27FC236}">
                <a16:creationId xmlns:a16="http://schemas.microsoft.com/office/drawing/2014/main" id="{77A16CBE-3901-4183-E944-AD31DE43E32D}"/>
              </a:ext>
            </a:extLst>
          </p:cNvPr>
          <p:cNvSpPr txBox="1"/>
          <p:nvPr/>
        </p:nvSpPr>
        <p:spPr>
          <a:xfrm>
            <a:off x="978307" y="1349550"/>
            <a:ext cx="4500715" cy="276999"/>
          </a:xfrm>
          <a:prstGeom prst="rect">
            <a:avLst/>
          </a:prstGeom>
          <a:noFill/>
        </p:spPr>
        <p:txBody>
          <a:bodyPr wrap="square" rtlCol="0">
            <a:spAutoFit/>
          </a:bodyPr>
          <a:lstStyle/>
          <a:p>
            <a:pPr algn="just"/>
            <a:r>
              <a:rPr lang="en-GB" sz="1200" b="1" noProof="0" dirty="0">
                <a:solidFill>
                  <a:srgbClr val="E60000"/>
                </a:solidFill>
                <a:latin typeface="Kalinga" panose="020B0502040204020203" pitchFamily="34" charset="0"/>
                <a:cs typeface="Kalinga" panose="020B0502040204020203" pitchFamily="34" charset="0"/>
              </a:rPr>
              <a:t>TEAM LEADER</a:t>
            </a:r>
            <a:r>
              <a:rPr lang="en-GB" sz="1200" noProof="0" dirty="0">
                <a:solidFill>
                  <a:srgbClr val="E60000"/>
                </a:solidFill>
                <a:latin typeface="Kalinga" panose="020B0502040204020203" pitchFamily="34" charset="0"/>
                <a:cs typeface="Kalinga" panose="020B0502040204020203" pitchFamily="34" charset="0"/>
              </a:rPr>
              <a:t> - SENIOR TRANSPORT SPECIALIST</a:t>
            </a:r>
          </a:p>
        </p:txBody>
      </p:sp>
      <p:pic>
        <p:nvPicPr>
          <p:cNvPr id="22" name="Imagen 21">
            <a:extLst>
              <a:ext uri="{FF2B5EF4-FFF2-40B4-BE49-F238E27FC236}">
                <a16:creationId xmlns:a16="http://schemas.microsoft.com/office/drawing/2014/main" id="{2EC8727E-D26C-7523-A96B-07416DC7280D}"/>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4302425" y="1712274"/>
            <a:ext cx="984861" cy="1070255"/>
          </a:xfrm>
          <a:prstGeom prst="rect">
            <a:avLst/>
          </a:prstGeom>
        </p:spPr>
      </p:pic>
      <p:sp>
        <p:nvSpPr>
          <p:cNvPr id="24" name="TextBox 1">
            <a:extLst>
              <a:ext uri="{FF2B5EF4-FFF2-40B4-BE49-F238E27FC236}">
                <a16:creationId xmlns:a16="http://schemas.microsoft.com/office/drawing/2014/main" id="{D1B7BC45-8EA1-36C0-7774-0C3F04727C8C}"/>
              </a:ext>
            </a:extLst>
          </p:cNvPr>
          <p:cNvSpPr txBox="1"/>
          <p:nvPr/>
        </p:nvSpPr>
        <p:spPr>
          <a:xfrm>
            <a:off x="6246329" y="1349550"/>
            <a:ext cx="4775754" cy="276999"/>
          </a:xfrm>
          <a:prstGeom prst="rect">
            <a:avLst/>
          </a:prstGeom>
          <a:noFill/>
        </p:spPr>
        <p:txBody>
          <a:bodyPr wrap="square" rtlCol="0">
            <a:spAutoFit/>
          </a:bodyPr>
          <a:lstStyle/>
          <a:p>
            <a:pPr algn="just"/>
            <a:r>
              <a:rPr lang="en-GB" sz="1200" noProof="0" dirty="0">
                <a:solidFill>
                  <a:srgbClr val="E60000"/>
                </a:solidFill>
                <a:latin typeface="Kalinga" panose="020B0502040204020203" pitchFamily="34" charset="0"/>
                <a:cs typeface="Kalinga" panose="020B0502040204020203" pitchFamily="34" charset="0"/>
              </a:rPr>
              <a:t>SENIOR ENVIRONMENT / CLIMATE SPECIALIST</a:t>
            </a:r>
            <a:r>
              <a:rPr lang="en-GB" sz="1200" noProof="0" dirty="0">
                <a:latin typeface="Kalinga" panose="020B0502040204020203" pitchFamily="34" charset="0"/>
                <a:cs typeface="Kalinga" panose="020B0502040204020203" pitchFamily="34" charset="0"/>
              </a:rPr>
              <a:t> </a:t>
            </a:r>
          </a:p>
        </p:txBody>
      </p:sp>
      <p:sp>
        <p:nvSpPr>
          <p:cNvPr id="25" name="TextBox 1">
            <a:extLst>
              <a:ext uri="{FF2B5EF4-FFF2-40B4-BE49-F238E27FC236}">
                <a16:creationId xmlns:a16="http://schemas.microsoft.com/office/drawing/2014/main" id="{EC75A47C-0304-B2E9-17F9-3D8BC37E5C01}"/>
              </a:ext>
            </a:extLst>
          </p:cNvPr>
          <p:cNvSpPr txBox="1"/>
          <p:nvPr/>
        </p:nvSpPr>
        <p:spPr>
          <a:xfrm>
            <a:off x="937494" y="1672380"/>
            <a:ext cx="3290577" cy="1200329"/>
          </a:xfrm>
          <a:prstGeom prst="rect">
            <a:avLst/>
          </a:prstGeom>
          <a:noFill/>
        </p:spPr>
        <p:txBody>
          <a:bodyPr wrap="square" rtlCol="0">
            <a:spAutoFit/>
          </a:bodyPr>
          <a:lstStyle/>
          <a:p>
            <a:pPr algn="just"/>
            <a:r>
              <a:rPr lang="en-GB" sz="1200" b="1" noProof="0" dirty="0">
                <a:latin typeface="Kalinga" panose="020B0502040204020203" pitchFamily="34" charset="0"/>
                <a:cs typeface="Kalinga" panose="020B0502040204020203" pitchFamily="34" charset="0"/>
              </a:rPr>
              <a:t>Jose Cordovilla: </a:t>
            </a:r>
            <a:r>
              <a:rPr lang="en-GB" sz="1200" noProof="0" dirty="0">
                <a:latin typeface="Kalinga" panose="020B0502040204020203" pitchFamily="34" charset="0"/>
                <a:cs typeface="Kalinga" panose="020B0502040204020203" pitchFamily="34" charset="0"/>
              </a:rPr>
              <a:t>Transport Economist and Urban Planner with over 25 years experience in transport sector projects involving road infrastructure, public transport, road asset management, PPPs, capacity building and technical assistance.  </a:t>
            </a:r>
          </a:p>
        </p:txBody>
      </p:sp>
      <p:pic>
        <p:nvPicPr>
          <p:cNvPr id="26" name="Imagen 25">
            <a:extLst>
              <a:ext uri="{FF2B5EF4-FFF2-40B4-BE49-F238E27FC236}">
                <a16:creationId xmlns:a16="http://schemas.microsoft.com/office/drawing/2014/main" id="{FE8BF846-20BE-1280-3823-5E3B4AAACDA6}"/>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a:ext>
            </a:extLst>
          </a:blip>
          <a:srcRect/>
          <a:stretch/>
        </p:blipFill>
        <p:spPr bwMode="auto">
          <a:xfrm>
            <a:off x="9798811" y="1712274"/>
            <a:ext cx="872997" cy="1070255"/>
          </a:xfrm>
          <a:prstGeom prst="rect">
            <a:avLst/>
          </a:prstGeom>
          <a:noFill/>
          <a:ln>
            <a:noFill/>
          </a:ln>
        </p:spPr>
      </p:pic>
      <p:sp>
        <p:nvSpPr>
          <p:cNvPr id="4" name="10 Rectángulo">
            <a:extLst>
              <a:ext uri="{FF2B5EF4-FFF2-40B4-BE49-F238E27FC236}">
                <a16:creationId xmlns:a16="http://schemas.microsoft.com/office/drawing/2014/main" id="{D970BA50-9414-35CA-E433-A0502A8CA41F}"/>
              </a:ext>
            </a:extLst>
          </p:cNvPr>
          <p:cNvSpPr/>
          <p:nvPr/>
        </p:nvSpPr>
        <p:spPr>
          <a:xfrm>
            <a:off x="559610" y="462602"/>
            <a:ext cx="11536718" cy="477639"/>
          </a:xfrm>
          <a:prstGeom prst="rect">
            <a:avLst/>
          </a:prstGeom>
        </p:spPr>
        <p:txBody>
          <a:bodyPr wrap="square" lIns="107263" tIns="53630" rIns="107263" bIns="53630" anchor="t">
            <a:spAutoFit/>
          </a:bodyPr>
          <a:lstStyle/>
          <a:p>
            <a:r>
              <a:rPr lang="en-GB" sz="2400" b="1" noProof="0" dirty="0">
                <a:solidFill>
                  <a:srgbClr val="E2081E"/>
                </a:solidFill>
                <a:latin typeface="Kalinga"/>
                <a:ea typeface="Verdana"/>
                <a:cs typeface="Kalinga"/>
              </a:rPr>
              <a:t>Team (iii) Key Experts</a:t>
            </a:r>
            <a:endParaRPr lang="en-GB" noProof="0" dirty="0"/>
          </a:p>
        </p:txBody>
      </p:sp>
      <p:sp>
        <p:nvSpPr>
          <p:cNvPr id="3" name="TextBox 1">
            <a:extLst>
              <a:ext uri="{FF2B5EF4-FFF2-40B4-BE49-F238E27FC236}">
                <a16:creationId xmlns:a16="http://schemas.microsoft.com/office/drawing/2014/main" id="{2E5DC44F-ADAA-D10E-E0FA-E54642D45738}"/>
              </a:ext>
            </a:extLst>
          </p:cNvPr>
          <p:cNvSpPr txBox="1"/>
          <p:nvPr/>
        </p:nvSpPr>
        <p:spPr>
          <a:xfrm>
            <a:off x="978307" y="4066536"/>
            <a:ext cx="3290577" cy="1754326"/>
          </a:xfrm>
          <a:prstGeom prst="rect">
            <a:avLst/>
          </a:prstGeom>
          <a:noFill/>
        </p:spPr>
        <p:txBody>
          <a:bodyPr wrap="square" rtlCol="0">
            <a:spAutoFit/>
          </a:bodyPr>
          <a:lstStyle/>
          <a:p>
            <a:pPr algn="just"/>
            <a:r>
              <a:rPr lang="en-GB" sz="1200" b="1" noProof="0" dirty="0">
                <a:latin typeface="Kalinga" panose="020B0502040204020203" pitchFamily="34" charset="0"/>
                <a:cs typeface="Kalinga" panose="020B0502040204020203" pitchFamily="34" charset="0"/>
              </a:rPr>
              <a:t>Sid Boubekeur</a:t>
            </a:r>
            <a:r>
              <a:rPr lang="en-GB" sz="1200" noProof="0" dirty="0">
                <a:latin typeface="Kalinga" panose="020B0502040204020203" pitchFamily="34" charset="0"/>
                <a:cs typeface="Kalinga" panose="020B0502040204020203" pitchFamily="34" charset="0"/>
              </a:rPr>
              <a:t>: Senior Finance and Private Sector Development Expert with over 25 years of experience in EU-funded programs across Africa, the Caribbean, and the Pacific. Specialized in transport reforms, sector competitiveness, investment and trade facilitation with a strong focus on women and youth, ESG integration, and public-private dialogue </a:t>
            </a:r>
          </a:p>
        </p:txBody>
      </p:sp>
      <p:sp>
        <p:nvSpPr>
          <p:cNvPr id="6" name="TextBox 1">
            <a:extLst>
              <a:ext uri="{FF2B5EF4-FFF2-40B4-BE49-F238E27FC236}">
                <a16:creationId xmlns:a16="http://schemas.microsoft.com/office/drawing/2014/main" id="{96EE4C30-A8DC-B4FF-E9E7-AD02C01D447D}"/>
              </a:ext>
            </a:extLst>
          </p:cNvPr>
          <p:cNvSpPr txBox="1"/>
          <p:nvPr/>
        </p:nvSpPr>
        <p:spPr>
          <a:xfrm>
            <a:off x="4450711" y="4066535"/>
            <a:ext cx="3290577" cy="1938992"/>
          </a:xfrm>
          <a:prstGeom prst="rect">
            <a:avLst/>
          </a:prstGeom>
          <a:noFill/>
        </p:spPr>
        <p:txBody>
          <a:bodyPr wrap="square" rtlCol="0">
            <a:spAutoFit/>
          </a:bodyPr>
          <a:lstStyle/>
          <a:p>
            <a:pPr algn="just"/>
            <a:r>
              <a:rPr lang="en-GB" sz="1200" b="1" noProof="0" dirty="0">
                <a:latin typeface="Kalinga" panose="020B0502040204020203" pitchFamily="34" charset="0"/>
                <a:cs typeface="Kalinga" panose="020B0502040204020203" pitchFamily="34" charset="0"/>
              </a:rPr>
              <a:t>Maurice </a:t>
            </a:r>
            <a:r>
              <a:rPr lang="en-GB" sz="1200" b="1" noProof="0" dirty="0" err="1">
                <a:latin typeface="Kalinga" panose="020B0502040204020203" pitchFamily="34" charset="0"/>
                <a:cs typeface="Kalinga" panose="020B0502040204020203" pitchFamily="34" charset="0"/>
              </a:rPr>
              <a:t>Niaty-Mouamba</a:t>
            </a:r>
            <a:r>
              <a:rPr lang="en-GB" sz="1200" b="1" noProof="0" dirty="0">
                <a:latin typeface="Kalinga" panose="020B0502040204020203" pitchFamily="34" charset="0"/>
                <a:cs typeface="Kalinga" panose="020B0502040204020203" pitchFamily="34" charset="0"/>
              </a:rPr>
              <a:t>: </a:t>
            </a:r>
            <a:r>
              <a:rPr lang="en-GB" sz="1200" noProof="0" dirty="0">
                <a:latin typeface="Kalinga" panose="020B0502040204020203" pitchFamily="34" charset="0"/>
                <a:cs typeface="Kalinga" panose="020B0502040204020203" pitchFamily="34" charset="0"/>
              </a:rPr>
              <a:t>Transport Economist and Engineer-Economist with more than 40 years of international experience in transport policy, infrastructure planning, and regional integration. Former Minister of Transport of Congo and senior advisor at the African Union Commission, with leadership roles in developing PIDA, SSATP, and road, rail, and aviation reform initiatives across Africa</a:t>
            </a:r>
          </a:p>
        </p:txBody>
      </p:sp>
      <p:sp>
        <p:nvSpPr>
          <p:cNvPr id="7" name="TextBox 1">
            <a:extLst>
              <a:ext uri="{FF2B5EF4-FFF2-40B4-BE49-F238E27FC236}">
                <a16:creationId xmlns:a16="http://schemas.microsoft.com/office/drawing/2014/main" id="{8B1B96F2-10D6-5BDE-3B18-4AC9EF58E5F9}"/>
              </a:ext>
            </a:extLst>
          </p:cNvPr>
          <p:cNvSpPr txBox="1"/>
          <p:nvPr/>
        </p:nvSpPr>
        <p:spPr>
          <a:xfrm>
            <a:off x="7923115" y="4062515"/>
            <a:ext cx="3290577" cy="1569660"/>
          </a:xfrm>
          <a:prstGeom prst="rect">
            <a:avLst/>
          </a:prstGeom>
          <a:noFill/>
        </p:spPr>
        <p:txBody>
          <a:bodyPr wrap="square" rtlCol="0">
            <a:spAutoFit/>
          </a:bodyPr>
          <a:lstStyle/>
          <a:p>
            <a:pPr algn="just"/>
            <a:r>
              <a:rPr lang="en-GB" sz="1200" b="1" noProof="0" dirty="0" err="1">
                <a:latin typeface="Kalinga" panose="020B0502040204020203" pitchFamily="34" charset="0"/>
                <a:cs typeface="Kalinga" panose="020B0502040204020203" pitchFamily="34" charset="0"/>
              </a:rPr>
              <a:t>Annstellah</a:t>
            </a:r>
            <a:r>
              <a:rPr lang="en-GB" sz="1200" b="1" noProof="0" dirty="0">
                <a:latin typeface="Kalinga" panose="020B0502040204020203" pitchFamily="34" charset="0"/>
                <a:cs typeface="Kalinga" panose="020B0502040204020203" pitchFamily="34" charset="0"/>
              </a:rPr>
              <a:t> Maina: </a:t>
            </a:r>
            <a:r>
              <a:rPr lang="en-GB" sz="1200" noProof="0" dirty="0">
                <a:latin typeface="Kalinga" panose="020B0502040204020203" pitchFamily="34" charset="0"/>
                <a:cs typeface="Kalinga" panose="020B0502040204020203" pitchFamily="34" charset="0"/>
              </a:rPr>
              <a:t>Management Consultant and Data Analyst with expertise in economics, digital finance and ESG systems. Experienced in managing donor-funded programs (World Bank, AfDB, GIZ, KfW) across Africa, focusing on sustainable finance, entrepreneurship ecosystems, and outcome-based funding models</a:t>
            </a:r>
          </a:p>
        </p:txBody>
      </p:sp>
    </p:spTree>
    <p:extLst>
      <p:ext uri="{BB962C8B-B14F-4D97-AF65-F5344CB8AC3E}">
        <p14:creationId xmlns:p14="http://schemas.microsoft.com/office/powerpoint/2010/main" val="511675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04C31-CECB-A2D3-9B23-91A41599FF55}"/>
            </a:ext>
          </a:extLst>
        </p:cNvPr>
        <p:cNvGrpSpPr/>
        <p:nvPr/>
      </p:nvGrpSpPr>
      <p:grpSpPr>
        <a:xfrm>
          <a:off x="0" y="0"/>
          <a:ext cx="0" cy="0"/>
          <a:chOff x="0" y="0"/>
          <a:chExt cx="0" cy="0"/>
        </a:xfrm>
      </p:grpSpPr>
      <p:sp>
        <p:nvSpPr>
          <p:cNvPr id="8" name="7 CuadroTexto">
            <a:extLst>
              <a:ext uri="{FF2B5EF4-FFF2-40B4-BE49-F238E27FC236}">
                <a16:creationId xmlns:a16="http://schemas.microsoft.com/office/drawing/2014/main" id="{A1815214-2061-3D99-1EE4-0534A57FB577}"/>
              </a:ext>
            </a:extLst>
          </p:cNvPr>
          <p:cNvSpPr txBox="1"/>
          <p:nvPr/>
        </p:nvSpPr>
        <p:spPr>
          <a:xfrm>
            <a:off x="1010065" y="1448434"/>
            <a:ext cx="1404156" cy="2446824"/>
          </a:xfrm>
          <a:prstGeom prst="rect">
            <a:avLst/>
          </a:prstGeom>
          <a:noFill/>
        </p:spPr>
        <p:txBody>
          <a:bodyPr wrap="square" rtlCol="0">
            <a:spAutoFit/>
          </a:bodyPr>
          <a:lstStyle/>
          <a:p>
            <a:r>
              <a:rPr lang="en-GB" sz="15300" noProof="0" dirty="0">
                <a:solidFill>
                  <a:srgbClr val="E60000"/>
                </a:solidFill>
                <a:latin typeface="Arial" panose="020B0604020202020204" pitchFamily="34" charset="0"/>
                <a:ea typeface="Verdana" pitchFamily="34" charset="0"/>
                <a:cs typeface="Arial" panose="020B0604020202020204" pitchFamily="34" charset="0"/>
              </a:rPr>
              <a:t>3</a:t>
            </a:r>
          </a:p>
        </p:txBody>
      </p:sp>
      <p:sp>
        <p:nvSpPr>
          <p:cNvPr id="11" name="13 Rectángulo">
            <a:extLst>
              <a:ext uri="{FF2B5EF4-FFF2-40B4-BE49-F238E27FC236}">
                <a16:creationId xmlns:a16="http://schemas.microsoft.com/office/drawing/2014/main" id="{6E8502B6-DCFD-76AC-481D-1F9BD83B26D3}"/>
              </a:ext>
            </a:extLst>
          </p:cNvPr>
          <p:cNvSpPr/>
          <p:nvPr/>
        </p:nvSpPr>
        <p:spPr>
          <a:xfrm>
            <a:off x="3070993" y="1865642"/>
            <a:ext cx="4461661" cy="531526"/>
          </a:xfrm>
          <a:prstGeom prst="rect">
            <a:avLst/>
          </a:prstGeom>
        </p:spPr>
        <p:txBody>
          <a:bodyPr wrap="square" lIns="107287" tIns="53643" rIns="107287" bIns="53643">
            <a:spAutoFit/>
          </a:bodyPr>
          <a:lstStyle/>
          <a:p>
            <a:pPr>
              <a:lnSpc>
                <a:spcPct val="150000"/>
              </a:lnSpc>
            </a:pPr>
            <a:r>
              <a:rPr lang="en-GB" sz="2000" b="1" noProof="0" dirty="0">
                <a:solidFill>
                  <a:schemeClr val="bg1">
                    <a:lumMod val="50000"/>
                  </a:schemeClr>
                </a:solidFill>
                <a:latin typeface="Kalinga" panose="020B0502040204020203" pitchFamily="34" charset="0"/>
                <a:ea typeface="Verdana" pitchFamily="34" charset="0"/>
                <a:cs typeface="Kalinga" panose="020B0502040204020203" pitchFamily="34" charset="0"/>
              </a:rPr>
              <a:t>Road Fund Study: Objectives</a:t>
            </a:r>
          </a:p>
        </p:txBody>
      </p:sp>
      <p:pic>
        <p:nvPicPr>
          <p:cNvPr id="2" name="Imagen 3">
            <a:extLst>
              <a:ext uri="{FF2B5EF4-FFF2-40B4-BE49-F238E27FC236}">
                <a16:creationId xmlns:a16="http://schemas.microsoft.com/office/drawing/2014/main" id="{A30B7F42-7B7E-272F-0060-FF32B6F90BC6}"/>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128321" y="2505499"/>
            <a:ext cx="4347004" cy="2248575"/>
          </a:xfrm>
          <a:prstGeom prst="rect">
            <a:avLst/>
          </a:prstGeom>
          <a:noFill/>
        </p:spPr>
      </p:pic>
    </p:spTree>
    <p:extLst>
      <p:ext uri="{BB962C8B-B14F-4D97-AF65-F5344CB8AC3E}">
        <p14:creationId xmlns:p14="http://schemas.microsoft.com/office/powerpoint/2010/main" val="3969214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E3CBE-26E1-AECA-507A-8076FA60DB4D}"/>
            </a:ext>
          </a:extLst>
        </p:cNvPr>
        <p:cNvGrpSpPr/>
        <p:nvPr/>
      </p:nvGrpSpPr>
      <p:grpSpPr>
        <a:xfrm>
          <a:off x="0" y="0"/>
          <a:ext cx="0" cy="0"/>
          <a:chOff x="0" y="0"/>
          <a:chExt cx="0" cy="0"/>
        </a:xfrm>
      </p:grpSpPr>
      <p:sp>
        <p:nvSpPr>
          <p:cNvPr id="3" name="10 Rectángulo">
            <a:extLst>
              <a:ext uri="{FF2B5EF4-FFF2-40B4-BE49-F238E27FC236}">
                <a16:creationId xmlns:a16="http://schemas.microsoft.com/office/drawing/2014/main" id="{0CF70316-5453-324D-61D9-C80E52FF9F80}"/>
              </a:ext>
            </a:extLst>
          </p:cNvPr>
          <p:cNvSpPr/>
          <p:nvPr/>
        </p:nvSpPr>
        <p:spPr>
          <a:xfrm>
            <a:off x="559610" y="462602"/>
            <a:ext cx="11536718" cy="477639"/>
          </a:xfrm>
          <a:prstGeom prst="rect">
            <a:avLst/>
          </a:prstGeom>
        </p:spPr>
        <p:txBody>
          <a:bodyPr wrap="square" lIns="107263" tIns="53630" rIns="107263" bIns="53630" anchor="t">
            <a:spAutoFit/>
          </a:bodyPr>
          <a:lstStyle/>
          <a:p>
            <a:r>
              <a:rPr lang="en-GB" sz="2400" b="1" noProof="0" dirty="0">
                <a:solidFill>
                  <a:srgbClr val="E2081E"/>
                </a:solidFill>
                <a:latin typeface="Kalinga"/>
                <a:ea typeface="Verdana"/>
                <a:cs typeface="Kalinga"/>
              </a:rPr>
              <a:t>Road Fund Baseline Survey</a:t>
            </a:r>
          </a:p>
        </p:txBody>
      </p:sp>
      <p:graphicFrame>
        <p:nvGraphicFramePr>
          <p:cNvPr id="4" name="Table 3">
            <a:extLst>
              <a:ext uri="{FF2B5EF4-FFF2-40B4-BE49-F238E27FC236}">
                <a16:creationId xmlns:a16="http://schemas.microsoft.com/office/drawing/2014/main" id="{00A0594F-AAC1-D791-4C0B-CD629B35A88F}"/>
              </a:ext>
            </a:extLst>
          </p:cNvPr>
          <p:cNvGraphicFramePr>
            <a:graphicFrameLocks noGrp="1"/>
          </p:cNvGraphicFramePr>
          <p:nvPr>
            <p:extLst>
              <p:ext uri="{D42A27DB-BD31-4B8C-83A1-F6EECF244321}">
                <p14:modId xmlns:p14="http://schemas.microsoft.com/office/powerpoint/2010/main" val="3783972137"/>
              </p:ext>
            </p:extLst>
          </p:nvPr>
        </p:nvGraphicFramePr>
        <p:xfrm>
          <a:off x="846249" y="1806171"/>
          <a:ext cx="10679001" cy="3175201"/>
        </p:xfrm>
        <a:graphic>
          <a:graphicData uri="http://schemas.openxmlformats.org/drawingml/2006/table">
            <a:tbl>
              <a:tblPr firstRow="1" bandRow="1">
                <a:tableStyleId>{72833802-FEF1-4C79-8D5D-14CF1EAF98D9}</a:tableStyleId>
              </a:tblPr>
              <a:tblGrid>
                <a:gridCol w="10679001">
                  <a:extLst>
                    <a:ext uri="{9D8B030D-6E8A-4147-A177-3AD203B41FA5}">
                      <a16:colId xmlns:a16="http://schemas.microsoft.com/office/drawing/2014/main" val="3683102607"/>
                    </a:ext>
                  </a:extLst>
                </a:gridCol>
              </a:tblGrid>
              <a:tr h="348462">
                <a:tc>
                  <a:txBody>
                    <a:bodyPr/>
                    <a:lstStyle/>
                    <a:p>
                      <a:r>
                        <a:rPr lang="en-GB" sz="2400" noProof="0" dirty="0">
                          <a:latin typeface="Kalinga" panose="020B0502040204020203" pitchFamily="34" charset="0"/>
                          <a:cs typeface="Kalinga" panose="020B0502040204020203" pitchFamily="34" charset="0"/>
                        </a:rPr>
                        <a:t>Objectives</a:t>
                      </a:r>
                    </a:p>
                  </a:txBody>
                  <a:tcPr>
                    <a:solidFill>
                      <a:srgbClr val="E2081E"/>
                    </a:solidFill>
                  </a:tcPr>
                </a:tc>
                <a:extLst>
                  <a:ext uri="{0D108BD9-81ED-4DB2-BD59-A6C34878D82A}">
                    <a16:rowId xmlns:a16="http://schemas.microsoft.com/office/drawing/2014/main" val="3945806849"/>
                  </a:ext>
                </a:extLst>
              </a:tr>
              <a:tr h="2718001">
                <a:tc>
                  <a:txBody>
                    <a:bodyPr/>
                    <a:lstStyle/>
                    <a:p>
                      <a:pPr marL="342900" indent="-342900">
                        <a:spcBef>
                          <a:spcPts val="600"/>
                        </a:spcBef>
                        <a:spcAft>
                          <a:spcPts val="600"/>
                        </a:spcAft>
                        <a:buClr>
                          <a:srgbClr val="E2081E"/>
                        </a:buClr>
                        <a:buFont typeface="Wingdings" pitchFamily="2" charset="2"/>
                        <a:buChar char="Ø"/>
                        <a:tabLst/>
                      </a:pPr>
                      <a:r>
                        <a:rPr lang="en-GB" sz="2400" noProof="0" dirty="0">
                          <a:latin typeface="Kalinga" panose="020B0502040204020203" pitchFamily="34" charset="0"/>
                          <a:cs typeface="Kalinga" panose="020B0502040204020203" pitchFamily="34" charset="0"/>
                        </a:rPr>
                        <a:t>Diagnose the </a:t>
                      </a:r>
                      <a:r>
                        <a:rPr lang="en-GB" sz="2400" b="1" noProof="0" dirty="0">
                          <a:latin typeface="Kalinga" panose="020B0502040204020203" pitchFamily="34" charset="0"/>
                          <a:cs typeface="Kalinga" panose="020B0502040204020203" pitchFamily="34" charset="0"/>
                        </a:rPr>
                        <a:t>status of the road funds in Africa</a:t>
                      </a:r>
                    </a:p>
                    <a:p>
                      <a:pPr marL="342900" indent="-342900">
                        <a:spcBef>
                          <a:spcPts val="600"/>
                        </a:spcBef>
                        <a:spcAft>
                          <a:spcPts val="600"/>
                        </a:spcAft>
                        <a:buClr>
                          <a:srgbClr val="E2081E"/>
                        </a:buClr>
                        <a:buFont typeface="Wingdings" pitchFamily="2" charset="2"/>
                        <a:buChar char="Ø"/>
                        <a:tabLst/>
                      </a:pPr>
                      <a:r>
                        <a:rPr lang="en-GB" sz="2400" noProof="0" dirty="0">
                          <a:latin typeface="Kalinga" panose="020B0502040204020203" pitchFamily="34" charset="0"/>
                          <a:cs typeface="Kalinga" panose="020B0502040204020203" pitchFamily="34" charset="0"/>
                        </a:rPr>
                        <a:t>Define the model for </a:t>
                      </a:r>
                      <a:r>
                        <a:rPr lang="en-GB" sz="2400" b="1" noProof="0" dirty="0">
                          <a:latin typeface="Kalinga" panose="020B0502040204020203" pitchFamily="34" charset="0"/>
                          <a:cs typeface="Kalinga" panose="020B0502040204020203" pitchFamily="34" charset="0"/>
                        </a:rPr>
                        <a:t>next-generation road funds</a:t>
                      </a:r>
                    </a:p>
                    <a:p>
                      <a:pPr marL="342900" indent="-342900">
                        <a:spcBef>
                          <a:spcPts val="600"/>
                        </a:spcBef>
                        <a:spcAft>
                          <a:spcPts val="600"/>
                        </a:spcAft>
                        <a:buClr>
                          <a:srgbClr val="E2081E"/>
                        </a:buClr>
                        <a:buFont typeface="Wingdings" pitchFamily="2" charset="2"/>
                        <a:buChar char="Ø"/>
                        <a:tabLst/>
                      </a:pPr>
                      <a:r>
                        <a:rPr lang="en-GB" sz="2400" b="0" noProof="0" dirty="0">
                          <a:latin typeface="Kalinga" panose="020B0502040204020203" pitchFamily="34" charset="0"/>
                          <a:cs typeface="Kalinga" panose="020B0502040204020203" pitchFamily="34" charset="0"/>
                        </a:rPr>
                        <a:t>Provide evidence-based </a:t>
                      </a:r>
                      <a:r>
                        <a:rPr lang="en-GB" sz="2400" b="1" noProof="0" dirty="0">
                          <a:latin typeface="Kalinga" panose="020B0502040204020203" pitchFamily="34" charset="0"/>
                          <a:cs typeface="Kalinga" panose="020B0502040204020203" pitchFamily="34" charset="0"/>
                        </a:rPr>
                        <a:t>guidelines for transition</a:t>
                      </a:r>
                    </a:p>
                  </a:txBody>
                  <a:tcPr anchor="ctr"/>
                </a:tc>
                <a:extLst>
                  <a:ext uri="{0D108BD9-81ED-4DB2-BD59-A6C34878D82A}">
                    <a16:rowId xmlns:a16="http://schemas.microsoft.com/office/drawing/2014/main" val="2282131312"/>
                  </a:ext>
                </a:extLst>
              </a:tr>
            </a:tbl>
          </a:graphicData>
        </a:graphic>
      </p:graphicFrame>
    </p:spTree>
    <p:extLst>
      <p:ext uri="{BB962C8B-B14F-4D97-AF65-F5344CB8AC3E}">
        <p14:creationId xmlns:p14="http://schemas.microsoft.com/office/powerpoint/2010/main" val="1301178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FD1DC-F88F-5454-9C60-3BDF66998AD9}"/>
            </a:ext>
          </a:extLst>
        </p:cNvPr>
        <p:cNvGrpSpPr/>
        <p:nvPr/>
      </p:nvGrpSpPr>
      <p:grpSpPr>
        <a:xfrm>
          <a:off x="0" y="0"/>
          <a:ext cx="0" cy="0"/>
          <a:chOff x="0" y="0"/>
          <a:chExt cx="0" cy="0"/>
        </a:xfrm>
      </p:grpSpPr>
      <p:sp>
        <p:nvSpPr>
          <p:cNvPr id="8" name="7 CuadroTexto">
            <a:extLst>
              <a:ext uri="{FF2B5EF4-FFF2-40B4-BE49-F238E27FC236}">
                <a16:creationId xmlns:a16="http://schemas.microsoft.com/office/drawing/2014/main" id="{A812BD60-F8D1-834E-74F5-EE6A0D7BB6EF}"/>
              </a:ext>
            </a:extLst>
          </p:cNvPr>
          <p:cNvSpPr txBox="1"/>
          <p:nvPr/>
        </p:nvSpPr>
        <p:spPr>
          <a:xfrm>
            <a:off x="1010065" y="1448434"/>
            <a:ext cx="1404156" cy="2446824"/>
          </a:xfrm>
          <a:prstGeom prst="rect">
            <a:avLst/>
          </a:prstGeom>
          <a:noFill/>
        </p:spPr>
        <p:txBody>
          <a:bodyPr wrap="square" rtlCol="0">
            <a:spAutoFit/>
          </a:bodyPr>
          <a:lstStyle/>
          <a:p>
            <a:r>
              <a:rPr lang="en-GB" sz="15300" noProof="0" dirty="0">
                <a:solidFill>
                  <a:srgbClr val="E60000"/>
                </a:solidFill>
                <a:latin typeface="Arial" panose="020B0604020202020204" pitchFamily="34" charset="0"/>
                <a:ea typeface="Verdana" pitchFamily="34" charset="0"/>
                <a:cs typeface="Arial" panose="020B0604020202020204" pitchFamily="34" charset="0"/>
              </a:rPr>
              <a:t>4</a:t>
            </a:r>
          </a:p>
        </p:txBody>
      </p:sp>
      <p:sp>
        <p:nvSpPr>
          <p:cNvPr id="3" name="AutoShape 2" descr="Logo SSATP">
            <a:extLst>
              <a:ext uri="{FF2B5EF4-FFF2-40B4-BE49-F238E27FC236}">
                <a16:creationId xmlns:a16="http://schemas.microsoft.com/office/drawing/2014/main" id="{700AE978-557B-DB30-567B-CAD89B41B572}"/>
              </a:ext>
            </a:extLst>
          </p:cNvPr>
          <p:cNvSpPr>
            <a:spLocks noChangeAspect="1" noChangeArrowheads="1"/>
          </p:cNvSpPr>
          <p:nvPr/>
        </p:nvSpPr>
        <p:spPr bwMode="auto">
          <a:xfrm>
            <a:off x="5943599" y="3202055"/>
            <a:ext cx="379345" cy="37934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noProof="0" dirty="0"/>
          </a:p>
        </p:txBody>
      </p:sp>
      <p:sp>
        <p:nvSpPr>
          <p:cNvPr id="12" name="AutoShape 8" descr="Knowledge4Policy">
            <a:extLst>
              <a:ext uri="{FF2B5EF4-FFF2-40B4-BE49-F238E27FC236}">
                <a16:creationId xmlns:a16="http://schemas.microsoft.com/office/drawing/2014/main" id="{641D766D-F8E4-7112-CA17-5322CF5F5D59}"/>
              </a:ext>
            </a:extLst>
          </p:cNvPr>
          <p:cNvSpPr>
            <a:spLocks noChangeAspect="1" noChangeArrowheads="1"/>
          </p:cNvSpPr>
          <p:nvPr/>
        </p:nvSpPr>
        <p:spPr bwMode="auto">
          <a:xfrm>
            <a:off x="6096000" y="3284713"/>
            <a:ext cx="379345" cy="37934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noProof="0" dirty="0"/>
          </a:p>
        </p:txBody>
      </p:sp>
      <p:sp>
        <p:nvSpPr>
          <p:cNvPr id="5" name="TextBox 1">
            <a:extLst>
              <a:ext uri="{FF2B5EF4-FFF2-40B4-BE49-F238E27FC236}">
                <a16:creationId xmlns:a16="http://schemas.microsoft.com/office/drawing/2014/main" id="{172977D7-18BF-3D7D-54A0-C9AC0354B189}"/>
              </a:ext>
            </a:extLst>
          </p:cNvPr>
          <p:cNvSpPr txBox="1"/>
          <p:nvPr/>
        </p:nvSpPr>
        <p:spPr>
          <a:xfrm>
            <a:off x="2667397" y="2257776"/>
            <a:ext cx="7448153" cy="1277273"/>
          </a:xfrm>
          <a:prstGeom prst="rect">
            <a:avLst/>
          </a:prstGeom>
          <a:noFill/>
        </p:spPr>
        <p:txBody>
          <a:bodyPr wrap="square" rtlCol="0">
            <a:spAutoFit/>
          </a:bodyPr>
          <a:lstStyle/>
          <a:p>
            <a:pPr marL="342900" indent="-285750">
              <a:spcBef>
                <a:spcPts val="600"/>
              </a:spcBef>
              <a:spcAft>
                <a:spcPts val="600"/>
              </a:spcAft>
              <a:buClr>
                <a:srgbClr val="E60000"/>
              </a:buClr>
              <a:buFont typeface="Wingdings" panose="05000000000000000000" pitchFamily="2" charset="2"/>
              <a:buChar char="§"/>
            </a:pPr>
            <a:r>
              <a:rPr lang="en-GB" sz="1900" noProof="0" dirty="0">
                <a:latin typeface="Kalinga" panose="020B0502040204020203" pitchFamily="34" charset="0"/>
                <a:cs typeface="Kalinga" panose="020B0502040204020203" pitchFamily="34" charset="0"/>
              </a:rPr>
              <a:t>Timeline: 	20 weeks</a:t>
            </a:r>
          </a:p>
          <a:p>
            <a:pPr marL="342900" indent="-285750">
              <a:spcBef>
                <a:spcPts val="600"/>
              </a:spcBef>
              <a:spcAft>
                <a:spcPts val="600"/>
              </a:spcAft>
              <a:buClr>
                <a:srgbClr val="E60000"/>
              </a:buClr>
              <a:buFont typeface="Wingdings" panose="05000000000000000000" pitchFamily="2" charset="2"/>
              <a:buChar char="§"/>
            </a:pPr>
            <a:r>
              <a:rPr lang="en-GB" sz="1900" noProof="0" dirty="0">
                <a:latin typeface="Kalinga" panose="020B0502040204020203" pitchFamily="34" charset="0"/>
                <a:cs typeface="Kalinga" panose="020B0502040204020203" pitchFamily="34" charset="0"/>
              </a:rPr>
              <a:t>Start date: 	25 August 2025</a:t>
            </a:r>
          </a:p>
          <a:p>
            <a:pPr marL="342900" indent="-285750">
              <a:spcBef>
                <a:spcPts val="600"/>
              </a:spcBef>
              <a:spcAft>
                <a:spcPts val="600"/>
              </a:spcAft>
              <a:buClr>
                <a:srgbClr val="E60000"/>
              </a:buClr>
              <a:buFont typeface="Wingdings" panose="05000000000000000000" pitchFamily="2" charset="2"/>
              <a:buChar char="§"/>
            </a:pPr>
            <a:r>
              <a:rPr lang="en-GB" sz="1900" noProof="0" dirty="0">
                <a:latin typeface="Kalinga" panose="020B0502040204020203" pitchFamily="34" charset="0"/>
                <a:cs typeface="Kalinga" panose="020B0502040204020203" pitchFamily="34" charset="0"/>
              </a:rPr>
              <a:t>ARMFA:	Coordinator &amp; country focal points</a:t>
            </a:r>
          </a:p>
        </p:txBody>
      </p:sp>
      <p:sp>
        <p:nvSpPr>
          <p:cNvPr id="2" name="10 Rectángulo">
            <a:extLst>
              <a:ext uri="{FF2B5EF4-FFF2-40B4-BE49-F238E27FC236}">
                <a16:creationId xmlns:a16="http://schemas.microsoft.com/office/drawing/2014/main" id="{78D4D624-B7B7-C8A4-2A00-068B35F8FBC1}"/>
              </a:ext>
            </a:extLst>
          </p:cNvPr>
          <p:cNvSpPr/>
          <p:nvPr/>
        </p:nvSpPr>
        <p:spPr>
          <a:xfrm>
            <a:off x="2667397" y="1448434"/>
            <a:ext cx="6695678" cy="531500"/>
          </a:xfrm>
          <a:prstGeom prst="rect">
            <a:avLst/>
          </a:prstGeom>
        </p:spPr>
        <p:txBody>
          <a:bodyPr wrap="square" lIns="107263" tIns="53630" rIns="107263" bIns="53630" anchor="t">
            <a:spAutoFit/>
          </a:bodyPr>
          <a:lstStyle/>
          <a:p>
            <a:pPr>
              <a:lnSpc>
                <a:spcPct val="150000"/>
              </a:lnSpc>
            </a:pPr>
            <a:r>
              <a:rPr lang="en-GB" sz="2000" b="1" noProof="0" dirty="0">
                <a:solidFill>
                  <a:schemeClr val="bg1">
                    <a:lumMod val="50000"/>
                  </a:schemeClr>
                </a:solidFill>
                <a:latin typeface="Kalinga" panose="020B0502040204020203" pitchFamily="34" charset="0"/>
                <a:ea typeface="Verdana" pitchFamily="34" charset="0"/>
                <a:cs typeface="Kalinga" panose="020B0502040204020203" pitchFamily="34" charset="0"/>
              </a:rPr>
              <a:t>Timeline &amp; ARMFA collaboration</a:t>
            </a:r>
          </a:p>
        </p:txBody>
      </p:sp>
      <p:pic>
        <p:nvPicPr>
          <p:cNvPr id="4" name="19 Imagen">
            <a:extLst>
              <a:ext uri="{FF2B5EF4-FFF2-40B4-BE49-F238E27FC236}">
                <a16:creationId xmlns:a16="http://schemas.microsoft.com/office/drawing/2014/main" id="{043C4B3E-D41A-DFC7-127B-E2BC639E2147}"/>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743597" y="4097759"/>
            <a:ext cx="6152753" cy="2205623"/>
          </a:xfrm>
          <a:prstGeom prst="rect">
            <a:avLst/>
          </a:prstGeom>
        </p:spPr>
      </p:pic>
    </p:spTree>
    <p:extLst>
      <p:ext uri="{BB962C8B-B14F-4D97-AF65-F5344CB8AC3E}">
        <p14:creationId xmlns:p14="http://schemas.microsoft.com/office/powerpoint/2010/main" val="1489190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
          <p:cNvSpPr/>
          <p:nvPr/>
        </p:nvSpPr>
        <p:spPr>
          <a:xfrm>
            <a:off x="647710" y="1004961"/>
            <a:ext cx="11536800" cy="416100"/>
          </a:xfrm>
          <a:prstGeom prst="rect">
            <a:avLst/>
          </a:prstGeom>
          <a:noFill/>
          <a:ln>
            <a:noFill/>
          </a:ln>
        </p:spPr>
        <p:txBody>
          <a:bodyPr spcFirstLastPara="1" wrap="square" lIns="107250" tIns="53625" rIns="107250" bIns="536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E2081E"/>
                </a:solidFill>
                <a:latin typeface="Arial"/>
                <a:ea typeface="Arial"/>
                <a:cs typeface="Arial"/>
                <a:sym typeface="Arial"/>
              </a:rPr>
              <a:t>1. Background and Objective of the Assignment</a:t>
            </a:r>
            <a:endParaRPr sz="2000" b="0" i="0" u="none" strike="noStrike" cap="none">
              <a:solidFill>
                <a:schemeClr val="dk1"/>
              </a:solidFill>
              <a:latin typeface="Arial"/>
              <a:ea typeface="Arial"/>
              <a:cs typeface="Arial"/>
              <a:sym typeface="Arial"/>
            </a:endParaRPr>
          </a:p>
        </p:txBody>
      </p:sp>
      <p:sp>
        <p:nvSpPr>
          <p:cNvPr id="247" name="Google Shape;247;p3" descr="Logo SSATP"/>
          <p:cNvSpPr/>
          <p:nvPr/>
        </p:nvSpPr>
        <p:spPr>
          <a:xfrm>
            <a:off x="5943599" y="3202055"/>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48" name="Google Shape;248;p3" descr="Knowledge4Policy"/>
          <p:cNvSpPr/>
          <p:nvPr/>
        </p:nvSpPr>
        <p:spPr>
          <a:xfrm>
            <a:off x="6096000" y="3284713"/>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49" name="Google Shape;249;p3"/>
          <p:cNvSpPr txBox="1"/>
          <p:nvPr/>
        </p:nvSpPr>
        <p:spPr>
          <a:xfrm>
            <a:off x="543172" y="1931393"/>
            <a:ext cx="11210529" cy="2492990"/>
          </a:xfrm>
          <a:prstGeom prst="rect">
            <a:avLst/>
          </a:prstGeom>
          <a:noFill/>
          <a:ln>
            <a:noFill/>
          </a:ln>
        </p:spPr>
        <p:txBody>
          <a:bodyPr spcFirstLastPara="1" wrap="square" lIns="91425" tIns="45700" rIns="91425" bIns="45700" anchor="t" anchorCtr="0">
            <a:spAutoFit/>
          </a:bodyPr>
          <a:lstStyle/>
          <a:p>
            <a:pPr marL="5715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Arial"/>
                <a:ea typeface="Arial"/>
                <a:cs typeface="Arial"/>
                <a:sym typeface="Arial"/>
              </a:rPr>
              <a:t>Two decades after the establishment of Second Generation  of Road Funds, several critical issues continue to affect their efficiency and long-term sustainability:</a:t>
            </a:r>
            <a:endParaRPr sz="1400" b="0" i="0" u="none" strike="noStrike" cap="none">
              <a:solidFill>
                <a:srgbClr val="000000"/>
              </a:solidFill>
              <a:latin typeface="Arial"/>
              <a:ea typeface="Arial"/>
              <a:cs typeface="Arial"/>
              <a:sym typeface="Arial"/>
            </a:endParaRPr>
          </a:p>
          <a:p>
            <a:pPr marL="400050" marR="0" lvl="0" indent="-342900" algn="l" rtl="0">
              <a:lnSpc>
                <a:spcPct val="100000"/>
              </a:lnSpc>
              <a:spcBef>
                <a:spcPts val="1200"/>
              </a:spcBef>
              <a:spcAft>
                <a:spcPts val="0"/>
              </a:spcAft>
              <a:buClr>
                <a:srgbClr val="E60000"/>
              </a:buClr>
              <a:buSzPts val="1800"/>
              <a:buFont typeface="Noto Sans Symbols"/>
              <a:buChar char="▪"/>
            </a:pPr>
            <a:r>
              <a:rPr lang="en-GB" sz="1800" b="0" i="0" u="none" strike="noStrike" cap="none">
                <a:solidFill>
                  <a:schemeClr val="dk1"/>
                </a:solidFill>
                <a:latin typeface="Arial"/>
                <a:ea typeface="Arial"/>
                <a:cs typeface="Arial"/>
                <a:sym typeface="Arial"/>
              </a:rPr>
              <a:t>Governance gaps persist, including imbalances in board members composition.</a:t>
            </a:r>
            <a:endParaRPr sz="1400" b="0" i="0" u="none" strike="noStrike" cap="none">
              <a:solidFill>
                <a:srgbClr val="000000"/>
              </a:solidFill>
              <a:latin typeface="Arial"/>
              <a:ea typeface="Arial"/>
              <a:cs typeface="Arial"/>
              <a:sym typeface="Arial"/>
            </a:endParaRPr>
          </a:p>
          <a:p>
            <a:pPr marL="400050" marR="0" lvl="0" indent="-342900" algn="l" rtl="0">
              <a:lnSpc>
                <a:spcPct val="100000"/>
              </a:lnSpc>
              <a:spcBef>
                <a:spcPts val="1200"/>
              </a:spcBef>
              <a:spcAft>
                <a:spcPts val="0"/>
              </a:spcAft>
              <a:buClr>
                <a:srgbClr val="E60000"/>
              </a:buClr>
              <a:buSzPts val="1800"/>
              <a:buFont typeface="Noto Sans Symbols"/>
              <a:buChar char="▪"/>
            </a:pPr>
            <a:r>
              <a:rPr lang="en-GB" sz="1800" b="0" i="0" u="none" strike="noStrike" cap="none">
                <a:solidFill>
                  <a:schemeClr val="dk1"/>
                </a:solidFill>
                <a:latin typeface="Arial"/>
                <a:ea typeface="Arial"/>
                <a:cs typeface="Arial"/>
                <a:sym typeface="Arial"/>
              </a:rPr>
              <a:t>The available budgets are insufficient to match the growing volume of roads requiring maintenance resulting in cumulative backlogs.</a:t>
            </a:r>
            <a:endParaRPr sz="1400" b="0" i="0" u="none" strike="noStrike" cap="none">
              <a:solidFill>
                <a:srgbClr val="000000"/>
              </a:solidFill>
              <a:latin typeface="Arial"/>
              <a:ea typeface="Arial"/>
              <a:cs typeface="Arial"/>
              <a:sym typeface="Arial"/>
            </a:endParaRPr>
          </a:p>
          <a:p>
            <a:pPr marL="400050" marR="0" lvl="0" indent="-342900" algn="l" rtl="0">
              <a:lnSpc>
                <a:spcPct val="100000"/>
              </a:lnSpc>
              <a:spcBef>
                <a:spcPts val="1200"/>
              </a:spcBef>
              <a:spcAft>
                <a:spcPts val="0"/>
              </a:spcAft>
              <a:buClr>
                <a:srgbClr val="E60000"/>
              </a:buClr>
              <a:buSzPts val="1800"/>
              <a:buFont typeface="Noto Sans Symbols"/>
              <a:buChar char="▪"/>
            </a:pPr>
            <a:r>
              <a:rPr lang="en-GB" sz="1800" b="0" i="0" u="none" strike="noStrike" cap="none">
                <a:solidFill>
                  <a:schemeClr val="dk1"/>
                </a:solidFill>
                <a:latin typeface="Arial"/>
                <a:ea typeface="Arial"/>
                <a:cs typeface="Arial"/>
                <a:sym typeface="Arial"/>
              </a:rPr>
              <a:t>Road Funds depend primarily on user charges, such as fuel levies and tolls, which are insufficient to effectively respond to the numerous road damages caused by climate change</a:t>
            </a:r>
            <a:endParaRPr sz="1400" b="0" i="0" u="none" strike="noStrike" cap="none">
              <a:solidFill>
                <a:srgbClr val="000000"/>
              </a:solidFill>
              <a:latin typeface="Arial"/>
              <a:ea typeface="Arial"/>
              <a:cs typeface="Arial"/>
              <a:sym typeface="Arial"/>
            </a:endParaRPr>
          </a:p>
        </p:txBody>
      </p:sp>
      <p:sp>
        <p:nvSpPr>
          <p:cNvPr id="250" name="Google Shape;250;p3"/>
          <p:cNvSpPr/>
          <p:nvPr/>
        </p:nvSpPr>
        <p:spPr>
          <a:xfrm>
            <a:off x="647700" y="4934720"/>
            <a:ext cx="10925175" cy="646331"/>
          </a:xfrm>
          <a:prstGeom prst="rect">
            <a:avLst/>
          </a:prstGeom>
          <a:gradFill>
            <a:gsLst>
              <a:gs pos="0">
                <a:srgbClr val="E98A8A"/>
              </a:gs>
              <a:gs pos="50000">
                <a:srgbClr val="F0B8B8"/>
              </a:gs>
              <a:gs pos="100000">
                <a:srgbClr val="F6DDDD"/>
              </a:gs>
            </a:gsLst>
            <a:path path="circle">
              <a:fillToRect r="100000" b="100000"/>
            </a:path>
            <a:tileRect l="-100000" t="-100000"/>
          </a:gradFill>
          <a:ln w="12700" cap="flat" cmpd="sng">
            <a:solidFill>
              <a:schemeClr val="accent2"/>
            </a:solidFill>
            <a:prstDash val="solid"/>
            <a:miter lim="800000"/>
            <a:headEnd type="none" w="sm" len="sm"/>
            <a:tailEnd type="none" w="sm" len="sm"/>
          </a:ln>
        </p:spPr>
        <p:txBody>
          <a:bodyPr spcFirstLastPara="1" wrap="square" lIns="91425" tIns="45700" rIns="91425" bIns="45700" anchor="t" anchorCtr="0">
            <a:spAutoFit/>
          </a:bodyPr>
          <a:lstStyle/>
          <a:p>
            <a:pPr marL="57150" marR="0" lvl="0" indent="0" algn="just"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Arial"/>
                <a:ea typeface="Arial"/>
                <a:cs typeface="Arial"/>
                <a:sym typeface="Arial"/>
              </a:rPr>
              <a:t>These issues place Road Funds under continuous stress, making it difficult to plan, prioritize, and implement maintenance activities efficiently and responding to the needs of road users</a:t>
            </a:r>
            <a:r>
              <a:rPr lang="en-GB" sz="1800" b="1"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4"/>
          <p:cNvSpPr/>
          <p:nvPr/>
        </p:nvSpPr>
        <p:spPr>
          <a:xfrm>
            <a:off x="338334" y="1119515"/>
            <a:ext cx="11367891" cy="416084"/>
          </a:xfrm>
          <a:prstGeom prst="rect">
            <a:avLst/>
          </a:prstGeom>
          <a:noFill/>
          <a:ln>
            <a:noFill/>
          </a:ln>
        </p:spPr>
        <p:txBody>
          <a:bodyPr spcFirstLastPara="1" wrap="square" lIns="107250" tIns="53625" rIns="107250" bIns="536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E2081E"/>
                </a:solidFill>
                <a:latin typeface="Arial"/>
                <a:ea typeface="Arial"/>
                <a:cs typeface="Arial"/>
                <a:sym typeface="Arial"/>
              </a:rPr>
              <a:t>2. Design of a Policy Document for Transitioning Roads Funds to the Next Generation</a:t>
            </a:r>
            <a:endParaRPr sz="2000" b="0" i="0" u="none" strike="noStrike" cap="none">
              <a:solidFill>
                <a:schemeClr val="dk1"/>
              </a:solidFill>
              <a:latin typeface="Arial"/>
              <a:ea typeface="Arial"/>
              <a:cs typeface="Arial"/>
              <a:sym typeface="Arial"/>
            </a:endParaRPr>
          </a:p>
        </p:txBody>
      </p:sp>
      <p:sp>
        <p:nvSpPr>
          <p:cNvPr id="256" name="Google Shape;256;p4" descr="Logo SSATP"/>
          <p:cNvSpPr/>
          <p:nvPr/>
        </p:nvSpPr>
        <p:spPr>
          <a:xfrm>
            <a:off x="5943599" y="3202055"/>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7" name="Google Shape;257;p4" descr="Knowledge4Policy"/>
          <p:cNvSpPr/>
          <p:nvPr/>
        </p:nvSpPr>
        <p:spPr>
          <a:xfrm>
            <a:off x="6096000" y="3284713"/>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8" name="Google Shape;258;p4"/>
          <p:cNvSpPr txBox="1"/>
          <p:nvPr/>
        </p:nvSpPr>
        <p:spPr>
          <a:xfrm>
            <a:off x="338333" y="1935502"/>
            <a:ext cx="11210529" cy="3077766"/>
          </a:xfrm>
          <a:prstGeom prst="rect">
            <a:avLst/>
          </a:prstGeom>
          <a:noFill/>
          <a:ln>
            <a:noFill/>
          </a:ln>
        </p:spPr>
        <p:txBody>
          <a:bodyPr spcFirstLastPara="1" wrap="square" lIns="91425" tIns="45700" rIns="91425" bIns="45700" anchor="t" anchorCtr="0">
            <a:spAutoFit/>
          </a:bodyPr>
          <a:lstStyle/>
          <a:p>
            <a:pPr marL="57150" marR="0" lvl="0" indent="0" algn="l"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Arial"/>
                <a:ea typeface="Arial"/>
                <a:cs typeface="Arial"/>
                <a:sym typeface="Arial"/>
              </a:rPr>
              <a:t>The project has three overarching purposes:</a:t>
            </a:r>
            <a:endParaRPr sz="1400" b="0" i="0" u="none" strike="noStrike" cap="none">
              <a:solidFill>
                <a:srgbClr val="000000"/>
              </a:solidFill>
              <a:latin typeface="Arial"/>
              <a:ea typeface="Arial"/>
              <a:cs typeface="Arial"/>
              <a:sym typeface="Arial"/>
            </a:endParaRPr>
          </a:p>
          <a:p>
            <a:pPr marL="342900" marR="0" lvl="0" indent="-285750" algn="just" rtl="0">
              <a:lnSpc>
                <a:spcPct val="100000"/>
              </a:lnSpc>
              <a:spcBef>
                <a:spcPts val="1200"/>
              </a:spcBef>
              <a:spcAft>
                <a:spcPts val="0"/>
              </a:spcAft>
              <a:buClr>
                <a:srgbClr val="E60000"/>
              </a:buClr>
              <a:buSzPts val="1800"/>
              <a:buFont typeface="Noto Sans Symbols"/>
              <a:buChar char="▪"/>
            </a:pPr>
            <a:r>
              <a:rPr lang="en-GB" sz="1800" b="0" i="0" u="none" strike="noStrike" cap="none">
                <a:solidFill>
                  <a:schemeClr val="dk1"/>
                </a:solidFill>
                <a:latin typeface="Arial"/>
                <a:ea typeface="Arial"/>
                <a:cs typeface="Arial"/>
                <a:sym typeface="Arial"/>
              </a:rPr>
              <a:t>Diagnostic of the current status of 15 Road Funds focusing on governance practices, funding and operations mechanisms, resilience to climate change readiness, and inclusion of gender equity and equality.</a:t>
            </a:r>
            <a:endParaRPr sz="1400" b="0" i="0" u="none" strike="noStrike" cap="none">
              <a:solidFill>
                <a:srgbClr val="000000"/>
              </a:solidFill>
              <a:latin typeface="Arial"/>
              <a:ea typeface="Arial"/>
              <a:cs typeface="Arial"/>
              <a:sym typeface="Arial"/>
            </a:endParaRPr>
          </a:p>
          <a:p>
            <a:pPr marL="342900" marR="0" lvl="0" indent="-285750" algn="l" rtl="0">
              <a:lnSpc>
                <a:spcPct val="100000"/>
              </a:lnSpc>
              <a:spcBef>
                <a:spcPts val="1200"/>
              </a:spcBef>
              <a:spcAft>
                <a:spcPts val="0"/>
              </a:spcAft>
              <a:buClr>
                <a:srgbClr val="E60000"/>
              </a:buClr>
              <a:buSzPts val="1800"/>
              <a:buFont typeface="Noto Sans Symbols"/>
              <a:buChar char="▪"/>
            </a:pPr>
            <a:r>
              <a:rPr lang="en-GB" sz="1800" b="0" i="0" u="none" strike="noStrike" cap="none">
                <a:solidFill>
                  <a:schemeClr val="dk1"/>
                </a:solidFill>
                <a:latin typeface="Arial"/>
                <a:ea typeface="Arial"/>
                <a:cs typeface="Arial"/>
                <a:sym typeface="Arial"/>
              </a:rPr>
              <a:t>Definition of principles and practices of “third-generation” Road that:  </a:t>
            </a:r>
            <a:endParaRPr sz="1400" b="0" i="0" u="none" strike="noStrike" cap="none">
              <a:solidFill>
                <a:srgbClr val="000000"/>
              </a:solidFill>
              <a:latin typeface="Arial"/>
              <a:ea typeface="Arial"/>
              <a:cs typeface="Arial"/>
              <a:sym typeface="Arial"/>
            </a:endParaRPr>
          </a:p>
          <a:p>
            <a:pPr marL="800100" marR="0" lvl="1" indent="-285750" algn="l" rtl="0">
              <a:lnSpc>
                <a:spcPct val="100000"/>
              </a:lnSpc>
              <a:spcBef>
                <a:spcPts val="1200"/>
              </a:spcBef>
              <a:spcAft>
                <a:spcPts val="0"/>
              </a:spcAft>
              <a:buClr>
                <a:srgbClr val="E60000"/>
              </a:buClr>
              <a:buSzPts val="1800"/>
              <a:buFont typeface="Noto Sans Symbols"/>
              <a:buChar char="▪"/>
            </a:pPr>
            <a:r>
              <a:rPr lang="en-GB" sz="1800" b="0" i="0" u="none" strike="noStrike" cap="none">
                <a:solidFill>
                  <a:schemeClr val="dk1"/>
                </a:solidFill>
                <a:latin typeface="Arial"/>
                <a:ea typeface="Arial"/>
                <a:cs typeface="Arial"/>
                <a:sym typeface="Arial"/>
              </a:rPr>
              <a:t>implement governance and transparency mechanisms</a:t>
            </a:r>
            <a:endParaRPr sz="1400" b="0" i="0" u="none" strike="noStrike" cap="none">
              <a:solidFill>
                <a:srgbClr val="000000"/>
              </a:solidFill>
              <a:latin typeface="Arial"/>
              <a:ea typeface="Arial"/>
              <a:cs typeface="Arial"/>
              <a:sym typeface="Arial"/>
            </a:endParaRPr>
          </a:p>
          <a:p>
            <a:pPr marL="800100" marR="0" lvl="1" indent="-285750" algn="l" rtl="0">
              <a:lnSpc>
                <a:spcPct val="100000"/>
              </a:lnSpc>
              <a:spcBef>
                <a:spcPts val="1200"/>
              </a:spcBef>
              <a:spcAft>
                <a:spcPts val="0"/>
              </a:spcAft>
              <a:buClr>
                <a:srgbClr val="E60000"/>
              </a:buClr>
              <a:buSzPts val="1800"/>
              <a:buFont typeface="Noto Sans Symbols"/>
              <a:buChar char="▪"/>
            </a:pPr>
            <a:r>
              <a:rPr lang="en-GB" sz="1800" b="0" i="0" u="none" strike="noStrike" cap="none">
                <a:solidFill>
                  <a:schemeClr val="dk1"/>
                </a:solidFill>
                <a:latin typeface="Arial"/>
                <a:ea typeface="Arial"/>
                <a:cs typeface="Arial"/>
                <a:sym typeface="Arial"/>
              </a:rPr>
              <a:t>blend diverse revenue sources for meeting the expected targets on road maintenance</a:t>
            </a:r>
            <a:endParaRPr sz="1400" b="0" i="0" u="none" strike="noStrike" cap="none">
              <a:solidFill>
                <a:srgbClr val="000000"/>
              </a:solidFill>
              <a:latin typeface="Arial"/>
              <a:ea typeface="Arial"/>
              <a:cs typeface="Arial"/>
              <a:sym typeface="Arial"/>
            </a:endParaRPr>
          </a:p>
          <a:p>
            <a:pPr marL="800100" marR="0" lvl="1" indent="-285750" algn="l" rtl="0">
              <a:lnSpc>
                <a:spcPct val="100000"/>
              </a:lnSpc>
              <a:spcBef>
                <a:spcPts val="1200"/>
              </a:spcBef>
              <a:spcAft>
                <a:spcPts val="0"/>
              </a:spcAft>
              <a:buClr>
                <a:srgbClr val="E60000"/>
              </a:buClr>
              <a:buSzPts val="1800"/>
              <a:buFont typeface="Noto Sans Symbols"/>
              <a:buChar char="▪"/>
            </a:pPr>
            <a:r>
              <a:rPr lang="en-GB" sz="1800" b="0" i="0" u="none" strike="noStrike" cap="none">
                <a:solidFill>
                  <a:schemeClr val="dk1"/>
                </a:solidFill>
                <a:latin typeface="Arial"/>
                <a:ea typeface="Arial"/>
                <a:cs typeface="Arial"/>
                <a:sym typeface="Arial"/>
              </a:rPr>
              <a:t>integrate resilience and climate finance are more inclusive.</a:t>
            </a:r>
            <a:endParaRPr sz="1400" b="0" i="0" u="none" strike="noStrike" cap="none">
              <a:solidFill>
                <a:srgbClr val="000000"/>
              </a:solidFill>
              <a:latin typeface="Arial"/>
              <a:ea typeface="Arial"/>
              <a:cs typeface="Arial"/>
              <a:sym typeface="Arial"/>
            </a:endParaRPr>
          </a:p>
        </p:txBody>
      </p:sp>
      <p:sp>
        <p:nvSpPr>
          <p:cNvPr id="259" name="Google Shape;259;p4"/>
          <p:cNvSpPr txBox="1"/>
          <p:nvPr/>
        </p:nvSpPr>
        <p:spPr>
          <a:xfrm>
            <a:off x="338332" y="5267537"/>
            <a:ext cx="11210529" cy="923330"/>
          </a:xfrm>
          <a:prstGeom prst="rect">
            <a:avLst/>
          </a:prstGeom>
          <a:gradFill>
            <a:gsLst>
              <a:gs pos="0">
                <a:srgbClr val="E98A8A"/>
              </a:gs>
              <a:gs pos="50000">
                <a:srgbClr val="F0B8B8"/>
              </a:gs>
              <a:gs pos="100000">
                <a:srgbClr val="F6DDDD"/>
              </a:gs>
            </a:gsLst>
            <a:path path="circle">
              <a:fillToRect r="100000" b="100000"/>
            </a:path>
            <a:tileRect l="-100000" t="-100000"/>
          </a:gradFill>
          <a:ln w="12700" cap="flat" cmpd="sng">
            <a:solidFill>
              <a:schemeClr val="accent2"/>
            </a:solidFill>
            <a:prstDash val="solid"/>
            <a:miter lim="800000"/>
            <a:headEnd type="none" w="sm" len="sm"/>
            <a:tailEnd type="none" w="sm" len="sm"/>
          </a:ln>
        </p:spPr>
        <p:txBody>
          <a:bodyPr spcFirstLastPara="1" wrap="square" lIns="91425" tIns="45700" rIns="91425" bIns="45700" anchor="t" anchorCtr="0">
            <a:spAutoFit/>
          </a:bodyPr>
          <a:lstStyle/>
          <a:p>
            <a:pPr marL="57150" marR="0" lvl="0" indent="0" algn="just"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Arial"/>
                <a:ea typeface="Arial"/>
                <a:cs typeface="Arial"/>
                <a:sym typeface="Arial"/>
              </a:rPr>
              <a:t>Develop a policy document, including the key findings, the Next-Generation Road Fund model, the recommendations and an action plan to be submitted to the next Ministerial Transport and Finance meeting  which will take in 2026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5"/>
          <p:cNvSpPr/>
          <p:nvPr/>
        </p:nvSpPr>
        <p:spPr>
          <a:xfrm>
            <a:off x="267866" y="1108589"/>
            <a:ext cx="11536718" cy="1031637"/>
          </a:xfrm>
          <a:prstGeom prst="rect">
            <a:avLst/>
          </a:prstGeom>
          <a:noFill/>
          <a:ln>
            <a:noFill/>
          </a:ln>
        </p:spPr>
        <p:txBody>
          <a:bodyPr spcFirstLastPara="1" wrap="square" lIns="107250" tIns="53625" rIns="107250" bIns="536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E2081E"/>
                </a:solidFill>
                <a:latin typeface="Arial"/>
                <a:ea typeface="Arial"/>
                <a:cs typeface="Arial"/>
                <a:sym typeface="Arial"/>
              </a:rPr>
              <a:t>3. Stakeholders’ Engagement  to ensure Project Success and Foster Ownership</a:t>
            </a:r>
            <a:br>
              <a:rPr lang="en-GB" sz="2000" b="1" i="0" u="none" strike="noStrike" cap="none">
                <a:solidFill>
                  <a:srgbClr val="E2081E"/>
                </a:solidFill>
                <a:latin typeface="Arial"/>
                <a:ea typeface="Arial"/>
                <a:cs typeface="Arial"/>
                <a:sym typeface="Arial"/>
              </a:rPr>
            </a:br>
            <a:endParaRPr sz="2000" b="1" i="0" u="none" strike="noStrike" cap="none">
              <a:solidFill>
                <a:srgbClr val="E2081E"/>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Arial"/>
              <a:ea typeface="Arial"/>
              <a:cs typeface="Arial"/>
              <a:sym typeface="Arial"/>
            </a:endParaRPr>
          </a:p>
        </p:txBody>
      </p:sp>
      <p:sp>
        <p:nvSpPr>
          <p:cNvPr id="266" name="Google Shape;266;p5" descr="Logo SSATP"/>
          <p:cNvSpPr/>
          <p:nvPr/>
        </p:nvSpPr>
        <p:spPr>
          <a:xfrm>
            <a:off x="5943599" y="3202055"/>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67" name="Google Shape;267;p5" descr="Knowledge4Policy"/>
          <p:cNvSpPr/>
          <p:nvPr/>
        </p:nvSpPr>
        <p:spPr>
          <a:xfrm>
            <a:off x="6096000" y="3284713"/>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68" name="Google Shape;268;p5"/>
          <p:cNvSpPr txBox="1"/>
          <p:nvPr/>
        </p:nvSpPr>
        <p:spPr>
          <a:xfrm>
            <a:off x="338334" y="1624407"/>
            <a:ext cx="11210529" cy="4708981"/>
          </a:xfrm>
          <a:prstGeom prst="rect">
            <a:avLst/>
          </a:prstGeom>
          <a:noFill/>
          <a:ln>
            <a:noFill/>
          </a:ln>
        </p:spPr>
        <p:txBody>
          <a:bodyPr spcFirstLastPara="1" wrap="square" lIns="91425" tIns="45700" rIns="91425" bIns="45700" anchor="t" anchorCtr="0">
            <a:spAutoFit/>
          </a:bodyPr>
          <a:lstStyle/>
          <a:p>
            <a:pPr marL="57150" marR="0" lvl="0" indent="0" algn="just"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Arial"/>
                <a:ea typeface="Arial"/>
                <a:cs typeface="Arial"/>
                <a:sym typeface="Arial"/>
              </a:rPr>
              <a:t>A </a:t>
            </a:r>
            <a:r>
              <a:rPr lang="en-GB" sz="1800" b="1" i="0" u="none" strike="noStrike" cap="none">
                <a:solidFill>
                  <a:schemeClr val="dk1"/>
                </a:solidFill>
                <a:latin typeface="Arial"/>
                <a:ea typeface="Arial"/>
                <a:cs typeface="Arial"/>
                <a:sym typeface="Arial"/>
              </a:rPr>
              <a:t>participatory and consultative </a:t>
            </a:r>
            <a:r>
              <a:rPr lang="en-GB" sz="1800" b="0" i="0" u="none" strike="noStrike" cap="none">
                <a:solidFill>
                  <a:schemeClr val="dk1"/>
                </a:solidFill>
                <a:latin typeface="Arial"/>
                <a:ea typeface="Arial"/>
                <a:cs typeface="Arial"/>
                <a:sym typeface="Arial"/>
              </a:rPr>
              <a:t>approach will be implemented to ensure that ARMFA and the selected Road Funds focal points are fully engaged throughout the survey process. To this end, the Experts will:</a:t>
            </a:r>
            <a:endParaRPr sz="1400" b="0" i="0" u="none" strike="noStrike" cap="none">
              <a:solidFill>
                <a:srgbClr val="000000"/>
              </a:solidFill>
              <a:latin typeface="Arial"/>
              <a:ea typeface="Arial"/>
              <a:cs typeface="Arial"/>
              <a:sym typeface="Arial"/>
            </a:endParaRPr>
          </a:p>
          <a:p>
            <a:pPr marL="342900" marR="0" lvl="0" indent="-285750" algn="just" rtl="0">
              <a:lnSpc>
                <a:spcPct val="100000"/>
              </a:lnSpc>
              <a:spcBef>
                <a:spcPts val="1200"/>
              </a:spcBef>
              <a:spcAft>
                <a:spcPts val="0"/>
              </a:spcAft>
              <a:buClr>
                <a:srgbClr val="E60000"/>
              </a:buClr>
              <a:buSzPts val="1600"/>
              <a:buFont typeface="Noto Sans Symbols"/>
              <a:buChar char="▪"/>
            </a:pPr>
            <a:r>
              <a:rPr lang="en-GB" sz="1600" b="0" i="0" u="none" strike="noStrike" cap="none">
                <a:solidFill>
                  <a:schemeClr val="dk1"/>
                </a:solidFill>
                <a:latin typeface="Arial"/>
                <a:ea typeface="Arial"/>
                <a:cs typeface="Arial"/>
                <a:sym typeface="Arial"/>
              </a:rPr>
              <a:t>Establish continuous and effective communication with ARMFA, focal points, and relevant national stakeholders to facilitate collaboration on the project and to ensure timely responses to the requested questions.</a:t>
            </a:r>
            <a:endParaRPr sz="1400" b="0" i="0" u="none" strike="noStrike" cap="none">
              <a:solidFill>
                <a:srgbClr val="000000"/>
              </a:solidFill>
              <a:latin typeface="Arial"/>
              <a:ea typeface="Arial"/>
              <a:cs typeface="Arial"/>
              <a:sym typeface="Arial"/>
            </a:endParaRPr>
          </a:p>
          <a:p>
            <a:pPr marL="342900" marR="0" lvl="0" indent="-285750" algn="just" rtl="0">
              <a:lnSpc>
                <a:spcPct val="100000"/>
              </a:lnSpc>
              <a:spcBef>
                <a:spcPts val="1200"/>
              </a:spcBef>
              <a:spcAft>
                <a:spcPts val="0"/>
              </a:spcAft>
              <a:buClr>
                <a:srgbClr val="E60000"/>
              </a:buClr>
              <a:buSzPts val="1600"/>
              <a:buFont typeface="Noto Sans Symbols"/>
              <a:buChar char="▪"/>
            </a:pPr>
            <a:r>
              <a:rPr lang="en-GB" sz="1600" b="0" i="0" u="none" strike="noStrike" cap="none">
                <a:solidFill>
                  <a:schemeClr val="dk1"/>
                </a:solidFill>
                <a:latin typeface="Arial"/>
                <a:ea typeface="Arial"/>
                <a:cs typeface="Arial"/>
                <a:sym typeface="Arial"/>
              </a:rPr>
              <a:t>If necessary, they will adapt tools and processes based on the quality of data received and response rates.</a:t>
            </a:r>
            <a:endParaRPr sz="1400" b="0" i="0" u="none" strike="noStrike" cap="none">
              <a:solidFill>
                <a:srgbClr val="000000"/>
              </a:solidFill>
              <a:latin typeface="Arial"/>
              <a:ea typeface="Arial"/>
              <a:cs typeface="Arial"/>
              <a:sym typeface="Arial"/>
            </a:endParaRPr>
          </a:p>
          <a:p>
            <a:pPr marL="342900" marR="0" lvl="0" indent="-285750" algn="just" rtl="0">
              <a:lnSpc>
                <a:spcPct val="100000"/>
              </a:lnSpc>
              <a:spcBef>
                <a:spcPts val="1200"/>
              </a:spcBef>
              <a:spcAft>
                <a:spcPts val="0"/>
              </a:spcAft>
              <a:buClr>
                <a:srgbClr val="E60000"/>
              </a:buClr>
              <a:buSzPts val="1600"/>
              <a:buFont typeface="Noto Sans Symbols"/>
              <a:buChar char="▪"/>
            </a:pPr>
            <a:r>
              <a:rPr lang="en-GB" sz="1600" b="0" i="0" u="none" strike="noStrike" cap="none">
                <a:solidFill>
                  <a:schemeClr val="dk1"/>
                </a:solidFill>
                <a:latin typeface="Arial"/>
                <a:ea typeface="Arial"/>
                <a:cs typeface="Arial"/>
                <a:sym typeface="Arial"/>
              </a:rPr>
              <a:t>Provide regular reporting to SSATP-EU and ARMFA on the progress and challenges of the project.</a:t>
            </a:r>
            <a:endParaRPr sz="1400" b="0" i="0" u="none" strike="noStrike" cap="none">
              <a:solidFill>
                <a:srgbClr val="000000"/>
              </a:solidFill>
              <a:latin typeface="Arial"/>
              <a:ea typeface="Arial"/>
              <a:cs typeface="Arial"/>
              <a:sym typeface="Arial"/>
            </a:endParaRPr>
          </a:p>
          <a:p>
            <a:pPr marL="342900" marR="0" lvl="0" indent="-285750" algn="just" rtl="0">
              <a:lnSpc>
                <a:spcPct val="100000"/>
              </a:lnSpc>
              <a:spcBef>
                <a:spcPts val="1200"/>
              </a:spcBef>
              <a:spcAft>
                <a:spcPts val="0"/>
              </a:spcAft>
              <a:buClr>
                <a:srgbClr val="E60000"/>
              </a:buClr>
              <a:buSzPts val="1600"/>
              <a:buFont typeface="Noto Sans Symbols"/>
              <a:buChar char="▪"/>
            </a:pPr>
            <a:r>
              <a:rPr lang="en-GB" sz="1600" b="0" i="0" u="none" strike="noStrike" cap="none">
                <a:solidFill>
                  <a:schemeClr val="dk1"/>
                </a:solidFill>
                <a:latin typeface="Arial"/>
                <a:ea typeface="Arial"/>
                <a:cs typeface="Arial"/>
                <a:sym typeface="Arial"/>
              </a:rPr>
              <a:t>Sharing information with SSATP-EU and ARMFA on the challenges faced by Road Funds but also the best practices applied by the Road Funds and lessons learned. </a:t>
            </a:r>
            <a:endParaRPr sz="1400" b="0" i="0" u="none" strike="noStrike" cap="none">
              <a:solidFill>
                <a:srgbClr val="000000"/>
              </a:solidFill>
              <a:latin typeface="Arial"/>
              <a:ea typeface="Arial"/>
              <a:cs typeface="Arial"/>
              <a:sym typeface="Arial"/>
            </a:endParaRPr>
          </a:p>
          <a:p>
            <a:pPr marL="342900" marR="0" lvl="0" indent="-171450" algn="l" rtl="0">
              <a:lnSpc>
                <a:spcPct val="100000"/>
              </a:lnSpc>
              <a:spcBef>
                <a:spcPts val="1200"/>
              </a:spcBef>
              <a:spcAft>
                <a:spcPts val="0"/>
              </a:spcAft>
              <a:buClr>
                <a:srgbClr val="E60000"/>
              </a:buClr>
              <a:buSzPts val="1800"/>
              <a:buFont typeface="Noto Sans Symbols"/>
              <a:buNone/>
            </a:pPr>
            <a:endParaRPr sz="1800" b="0" i="0" u="none" strike="noStrike" cap="none">
              <a:solidFill>
                <a:schemeClr val="dk1"/>
              </a:solidFill>
              <a:latin typeface="Arial"/>
              <a:ea typeface="Arial"/>
              <a:cs typeface="Arial"/>
              <a:sym typeface="Arial"/>
            </a:endParaRPr>
          </a:p>
          <a:p>
            <a:pPr marL="342900" marR="0" lvl="0" indent="-171450" algn="l" rtl="0">
              <a:lnSpc>
                <a:spcPct val="100000"/>
              </a:lnSpc>
              <a:spcBef>
                <a:spcPts val="1200"/>
              </a:spcBef>
              <a:spcAft>
                <a:spcPts val="0"/>
              </a:spcAft>
              <a:buClr>
                <a:srgbClr val="E60000"/>
              </a:buClr>
              <a:buSzPts val="1800"/>
              <a:buFont typeface="Noto Sans Symbols"/>
              <a:buNone/>
            </a:pPr>
            <a:endParaRPr sz="1800" b="0" i="0" u="none" strike="noStrike" cap="none">
              <a:solidFill>
                <a:schemeClr val="dk1"/>
              </a:solidFill>
              <a:latin typeface="Arial"/>
              <a:ea typeface="Arial"/>
              <a:cs typeface="Arial"/>
              <a:sym typeface="Arial"/>
            </a:endParaRPr>
          </a:p>
          <a:p>
            <a:pPr marL="342900" marR="0" lvl="0" indent="-171450" algn="l" rtl="0">
              <a:lnSpc>
                <a:spcPct val="100000"/>
              </a:lnSpc>
              <a:spcBef>
                <a:spcPts val="1200"/>
              </a:spcBef>
              <a:spcAft>
                <a:spcPts val="0"/>
              </a:spcAft>
              <a:buClr>
                <a:srgbClr val="E60000"/>
              </a:buClr>
              <a:buSzPts val="1800"/>
              <a:buFont typeface="Noto Sans Symbols"/>
              <a:buNone/>
            </a:pPr>
            <a:endParaRPr sz="1800" b="0" i="0" u="none" strike="noStrike" cap="none">
              <a:solidFill>
                <a:schemeClr val="dk1"/>
              </a:solidFill>
              <a:latin typeface="Arial"/>
              <a:ea typeface="Arial"/>
              <a:cs typeface="Arial"/>
              <a:sym typeface="Arial"/>
            </a:endParaRPr>
          </a:p>
        </p:txBody>
      </p:sp>
      <p:sp>
        <p:nvSpPr>
          <p:cNvPr id="269" name="Google Shape;269;p5"/>
          <p:cNvSpPr txBox="1"/>
          <p:nvPr/>
        </p:nvSpPr>
        <p:spPr>
          <a:xfrm>
            <a:off x="455501" y="4841470"/>
            <a:ext cx="11280998" cy="1815882"/>
          </a:xfrm>
          <a:prstGeom prst="rect">
            <a:avLst/>
          </a:prstGeom>
          <a:gradFill>
            <a:gsLst>
              <a:gs pos="0">
                <a:srgbClr val="E98A8A"/>
              </a:gs>
              <a:gs pos="50000">
                <a:srgbClr val="F0B8B8"/>
              </a:gs>
              <a:gs pos="100000">
                <a:srgbClr val="F6DDDD"/>
              </a:gs>
            </a:gsLst>
            <a:path path="circle">
              <a:fillToRect r="100000" b="100000"/>
            </a:path>
            <a:tileRect l="-100000" t="-100000"/>
          </a:gradFill>
          <a:ln w="12700" cap="flat" cmpd="sng">
            <a:solidFill>
              <a:schemeClr val="accent2"/>
            </a:solidFill>
            <a:prstDash val="solid"/>
            <a:miter lim="800000"/>
            <a:headEnd type="none" w="sm" len="sm"/>
            <a:tailEnd type="none" w="sm" len="sm"/>
          </a:ln>
        </p:spPr>
        <p:txBody>
          <a:bodyPr spcFirstLastPara="1" wrap="square" lIns="91425" tIns="45700" rIns="91425" bIns="45700" anchor="t" anchorCtr="0">
            <a:spAutoFit/>
          </a:bodyPr>
          <a:lstStyle/>
          <a:p>
            <a:pPr marL="57150" marR="0" lvl="0" indent="0" algn="just" rtl="0">
              <a:lnSpc>
                <a:spcPct val="100000"/>
              </a:lnSpc>
              <a:spcBef>
                <a:spcPts val="0"/>
              </a:spcBef>
              <a:spcAft>
                <a:spcPts val="0"/>
              </a:spcAft>
              <a:buClr>
                <a:srgbClr val="000000"/>
              </a:buClr>
              <a:buSzPts val="1600"/>
              <a:buFont typeface="Arial"/>
              <a:buNone/>
            </a:pPr>
            <a:r>
              <a:rPr lang="en-GB" sz="1600" b="0" i="0" u="none" strike="noStrike" cap="none">
                <a:solidFill>
                  <a:schemeClr val="dk1"/>
                </a:solidFill>
                <a:latin typeface="Arial"/>
                <a:ea typeface="Arial"/>
                <a:cs typeface="Arial"/>
                <a:sym typeface="Arial"/>
              </a:rPr>
              <a:t>This approach will:</a:t>
            </a:r>
            <a:endParaRPr sz="1400" b="0" i="0" u="none" strike="noStrike" cap="none">
              <a:solidFill>
                <a:srgbClr val="000000"/>
              </a:solidFill>
              <a:latin typeface="Arial"/>
              <a:ea typeface="Arial"/>
              <a:cs typeface="Arial"/>
              <a:sym typeface="Arial"/>
            </a:endParaRPr>
          </a:p>
          <a:p>
            <a:pPr marL="342900" marR="0" lvl="0" indent="-285750" algn="just" rtl="0">
              <a:lnSpc>
                <a:spcPct val="100000"/>
              </a:lnSpc>
              <a:spcBef>
                <a:spcPts val="1200"/>
              </a:spcBef>
              <a:spcAft>
                <a:spcPts val="0"/>
              </a:spcAft>
              <a:buClr>
                <a:srgbClr val="E60000"/>
              </a:buClr>
              <a:buSzPts val="1600"/>
              <a:buFont typeface="Noto Sans Symbols"/>
              <a:buChar char="▪"/>
            </a:pPr>
            <a:r>
              <a:rPr lang="en-GB" sz="1600" b="0" i="0" u="none" strike="noStrike" cap="none">
                <a:solidFill>
                  <a:schemeClr val="dk1"/>
                </a:solidFill>
                <a:latin typeface="Arial"/>
                <a:ea typeface="Arial"/>
                <a:cs typeface="Arial"/>
                <a:sym typeface="Arial"/>
              </a:rPr>
              <a:t>Enhance information and data quality and sharing for analysis</a:t>
            </a:r>
            <a:endParaRPr sz="1400" b="0" i="0" u="none" strike="noStrike" cap="none">
              <a:solidFill>
                <a:srgbClr val="000000"/>
              </a:solidFill>
              <a:latin typeface="Arial"/>
              <a:ea typeface="Arial"/>
              <a:cs typeface="Arial"/>
              <a:sym typeface="Arial"/>
            </a:endParaRPr>
          </a:p>
          <a:p>
            <a:pPr marL="342900" marR="0" lvl="0" indent="-285750" algn="just" rtl="0">
              <a:lnSpc>
                <a:spcPct val="100000"/>
              </a:lnSpc>
              <a:spcBef>
                <a:spcPts val="1200"/>
              </a:spcBef>
              <a:spcAft>
                <a:spcPts val="0"/>
              </a:spcAft>
              <a:buClr>
                <a:srgbClr val="E60000"/>
              </a:buClr>
              <a:buSzPts val="1600"/>
              <a:buFont typeface="Noto Sans Symbols"/>
              <a:buChar char="▪"/>
            </a:pPr>
            <a:r>
              <a:rPr lang="en-GB" sz="1600" b="0" i="0" u="none" strike="noStrike" cap="none">
                <a:solidFill>
                  <a:schemeClr val="dk1"/>
                </a:solidFill>
                <a:latin typeface="Arial"/>
                <a:ea typeface="Arial"/>
                <a:cs typeface="Arial"/>
                <a:sym typeface="Arial"/>
              </a:rPr>
              <a:t>Build ownership </a:t>
            </a:r>
            <a:endParaRPr sz="1400" b="0" i="0" u="none" strike="noStrike" cap="none">
              <a:solidFill>
                <a:srgbClr val="000000"/>
              </a:solidFill>
              <a:latin typeface="Arial"/>
              <a:ea typeface="Arial"/>
              <a:cs typeface="Arial"/>
              <a:sym typeface="Arial"/>
            </a:endParaRPr>
          </a:p>
          <a:p>
            <a:pPr marL="342900" marR="0" lvl="0" indent="-285750" algn="just" rtl="0">
              <a:lnSpc>
                <a:spcPct val="100000"/>
              </a:lnSpc>
              <a:spcBef>
                <a:spcPts val="1200"/>
              </a:spcBef>
              <a:spcAft>
                <a:spcPts val="0"/>
              </a:spcAft>
              <a:buClr>
                <a:srgbClr val="E60000"/>
              </a:buClr>
              <a:buSzPts val="1600"/>
              <a:buFont typeface="Noto Sans Symbols"/>
              <a:buChar char="▪"/>
            </a:pPr>
            <a:r>
              <a:rPr lang="en-GB" sz="1600" b="0" i="0" u="none" strike="noStrike" cap="none">
                <a:solidFill>
                  <a:schemeClr val="dk1"/>
                </a:solidFill>
                <a:latin typeface="Arial"/>
                <a:ea typeface="Arial"/>
                <a:cs typeface="Arial"/>
                <a:sym typeface="Arial"/>
              </a:rPr>
              <a:t>Ensure that the final recommendations and policy document are aligned with their expectations for transitioning to third-generation Road Funds</a:t>
            </a:r>
            <a:r>
              <a:rPr lang="en-GB" sz="1600" b="1"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7"/>
          <p:cNvSpPr/>
          <p:nvPr/>
        </p:nvSpPr>
        <p:spPr>
          <a:xfrm>
            <a:off x="412054" y="393064"/>
            <a:ext cx="11367891" cy="416084"/>
          </a:xfrm>
          <a:prstGeom prst="rect">
            <a:avLst/>
          </a:prstGeom>
          <a:noFill/>
          <a:ln>
            <a:noFill/>
          </a:ln>
        </p:spPr>
        <p:txBody>
          <a:bodyPr spcFirstLastPara="1" wrap="square" lIns="107250" tIns="53625" rIns="107250" bIns="536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E2081E"/>
                </a:solidFill>
                <a:latin typeface="Arial"/>
                <a:ea typeface="Arial"/>
                <a:cs typeface="Arial"/>
                <a:sym typeface="Arial"/>
              </a:rPr>
              <a:t>Phase 1. Inception</a:t>
            </a:r>
            <a:endParaRPr sz="2000" b="0" i="0" u="none" strike="noStrike" cap="none">
              <a:solidFill>
                <a:schemeClr val="dk1"/>
              </a:solidFill>
              <a:latin typeface="Arial"/>
              <a:ea typeface="Arial"/>
              <a:cs typeface="Arial"/>
              <a:sym typeface="Arial"/>
            </a:endParaRPr>
          </a:p>
        </p:txBody>
      </p:sp>
      <p:sp>
        <p:nvSpPr>
          <p:cNvPr id="284" name="Google Shape;284;p7" descr="Logo SSATP"/>
          <p:cNvSpPr/>
          <p:nvPr/>
        </p:nvSpPr>
        <p:spPr>
          <a:xfrm>
            <a:off x="5943599" y="3202055"/>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85" name="Google Shape;285;p7" descr="Knowledge4Policy"/>
          <p:cNvSpPr/>
          <p:nvPr/>
        </p:nvSpPr>
        <p:spPr>
          <a:xfrm>
            <a:off x="6096000" y="3284713"/>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286" name="Google Shape;286;p7"/>
          <p:cNvGrpSpPr/>
          <p:nvPr/>
        </p:nvGrpSpPr>
        <p:grpSpPr>
          <a:xfrm>
            <a:off x="457570" y="1295859"/>
            <a:ext cx="11636962" cy="4795703"/>
            <a:chOff x="5159" y="707136"/>
            <a:chExt cx="11636962" cy="4795703"/>
          </a:xfrm>
        </p:grpSpPr>
        <p:sp>
          <p:nvSpPr>
            <p:cNvPr id="287" name="Google Shape;287;p7"/>
            <p:cNvSpPr/>
            <p:nvPr/>
          </p:nvSpPr>
          <p:spPr>
            <a:xfrm>
              <a:off x="5159" y="766436"/>
              <a:ext cx="2255912" cy="4736403"/>
            </a:xfrm>
            <a:prstGeom prst="roundRect">
              <a:avLst>
                <a:gd name="adj" fmla="val 10000"/>
              </a:avLst>
            </a:prstGeom>
            <a:solidFill>
              <a:srgbClr val="C00000">
                <a:alpha val="49411"/>
              </a:srgbClr>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 name="Google Shape;288;p7"/>
            <p:cNvSpPr txBox="1"/>
            <p:nvPr/>
          </p:nvSpPr>
          <p:spPr>
            <a:xfrm>
              <a:off x="71232" y="832509"/>
              <a:ext cx="2123766" cy="4604257"/>
            </a:xfrm>
            <a:prstGeom prst="rect">
              <a:avLst/>
            </a:prstGeom>
            <a:noFill/>
            <a:ln>
              <a:noFill/>
            </a:ln>
          </p:spPr>
          <p:txBody>
            <a:bodyPr spcFirstLastPara="1" wrap="square" lIns="45700" tIns="45700" rIns="45700" bIns="45700" anchor="ctr" anchorCtr="0">
              <a:noAutofit/>
            </a:bodyPr>
            <a:lstStyle/>
            <a:p>
              <a:pPr marL="0" marR="0" lvl="0" indent="0" algn="l" rtl="0">
                <a:lnSpc>
                  <a:spcPct val="90000"/>
                </a:lnSpc>
                <a:spcBef>
                  <a:spcPts val="0"/>
                </a:spcBef>
                <a:spcAft>
                  <a:spcPts val="0"/>
                </a:spcAft>
                <a:buClr>
                  <a:schemeClr val="lt1"/>
                </a:buClr>
                <a:buSzPts val="1200"/>
                <a:buFont typeface="Arial"/>
                <a:buNone/>
              </a:pPr>
              <a:r>
                <a:rPr lang="en-GB" sz="1200" b="1" i="0" u="none" strike="noStrike" cap="none">
                  <a:solidFill>
                    <a:schemeClr val="lt1"/>
                  </a:solidFill>
                  <a:latin typeface="Arial"/>
                  <a:ea typeface="Arial"/>
                  <a:cs typeface="Arial"/>
                  <a:sym typeface="Arial"/>
                </a:rPr>
                <a:t>REVIEW OF EXISTING DOCUMENT</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chemeClr val="dk1"/>
                </a:buClr>
                <a:buSzPts val="1200"/>
                <a:buFont typeface="Arial"/>
                <a:buNone/>
              </a:pPr>
              <a:endParaRPr sz="1200" b="0" i="0" u="none" strike="noStrike" cap="none">
                <a:solidFill>
                  <a:srgbClr val="C00000"/>
                </a:solidFill>
                <a:latin typeface="Arial"/>
                <a:ea typeface="Arial"/>
                <a:cs typeface="Arial"/>
                <a:sym typeface="Arial"/>
              </a:endParaRPr>
            </a:p>
            <a:p>
              <a:pPr marL="0" marR="0" lvl="0" indent="0" algn="l" rtl="0">
                <a:lnSpc>
                  <a:spcPct val="90000"/>
                </a:lnSpc>
                <a:spcBef>
                  <a:spcPts val="420"/>
                </a:spcBef>
                <a:spcAft>
                  <a:spcPts val="0"/>
                </a:spcAft>
                <a:buClr>
                  <a:schemeClr val="lt1"/>
                </a:buClr>
                <a:buSzPts val="1200"/>
                <a:buFont typeface="Arial"/>
                <a:buNone/>
              </a:pPr>
              <a:r>
                <a:rPr lang="en-GB" sz="1200" b="0" i="0" u="none" strike="noStrike" cap="none">
                  <a:solidFill>
                    <a:schemeClr val="lt1"/>
                  </a:solidFill>
                  <a:latin typeface="Arial"/>
                  <a:ea typeface="Arial"/>
                  <a:cs typeface="Arial"/>
                  <a:sym typeface="Arial"/>
                </a:rPr>
                <a:t>. Legal status of the Road Fund Second generation</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chemeClr val="lt1"/>
                </a:buClr>
                <a:buSzPts val="1200"/>
                <a:buFont typeface="Noto Sans Symbols"/>
                <a:buNone/>
              </a:pPr>
              <a:r>
                <a:rPr lang="en-GB" sz="1200" b="0" i="0" u="none" strike="noStrike" cap="none">
                  <a:solidFill>
                    <a:schemeClr val="lt1"/>
                  </a:solidFill>
                  <a:latin typeface="Arial"/>
                  <a:ea typeface="Arial"/>
                  <a:cs typeface="Arial"/>
                  <a:sym typeface="Arial"/>
                </a:rPr>
                <a:t>. Road Fund annual technical and financial reports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chemeClr val="lt1"/>
                </a:buClr>
                <a:buSzPts val="1200"/>
                <a:buFont typeface="Noto Sans Symbols"/>
                <a:buNone/>
              </a:pPr>
              <a:r>
                <a:rPr lang="en-GB" sz="1200" b="0" i="0" u="none" strike="noStrike" cap="none">
                  <a:solidFill>
                    <a:schemeClr val="lt1"/>
                  </a:solidFill>
                  <a:latin typeface="Arial"/>
                  <a:ea typeface="Arial"/>
                  <a:cs typeface="Arial"/>
                  <a:sym typeface="Arial"/>
                </a:rPr>
                <a:t>. ARMFA annual reports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chemeClr val="lt1"/>
                </a:buClr>
                <a:buSzPts val="1200"/>
                <a:buFont typeface="Noto Sans Symbols"/>
                <a:buNone/>
              </a:pPr>
              <a:r>
                <a:rPr lang="en-GB" sz="1200" b="0" i="0" u="none" strike="noStrike" cap="none">
                  <a:solidFill>
                    <a:schemeClr val="lt1"/>
                  </a:solidFill>
                  <a:latin typeface="Arial"/>
                  <a:ea typeface="Arial"/>
                  <a:cs typeface="Arial"/>
                  <a:sym typeface="Arial"/>
                </a:rPr>
                <a:t>. World Bank-SSATP studies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chemeClr val="lt1"/>
                </a:buClr>
                <a:buSzPts val="1200"/>
                <a:buFont typeface="Noto Sans Symbols"/>
                <a:buNone/>
              </a:pPr>
              <a:r>
                <a:rPr lang="en-GB" sz="1200" b="0" i="0" u="none" strike="noStrike" cap="none">
                  <a:solidFill>
                    <a:schemeClr val="lt1"/>
                  </a:solidFill>
                  <a:latin typeface="Arial"/>
                  <a:ea typeface="Arial"/>
                  <a:cs typeface="Arial"/>
                  <a:sym typeface="Arial"/>
                </a:rPr>
                <a:t>. Reports on the impact of climate change on roads assets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chemeClr val="lt1"/>
                </a:buClr>
                <a:buSzPts val="1200"/>
                <a:buFont typeface="Noto Sans Symbols"/>
                <a:buNone/>
              </a:pPr>
              <a:r>
                <a:rPr lang="en-GB" sz="1200" b="0" i="0" u="none" strike="noStrike" cap="none">
                  <a:solidFill>
                    <a:schemeClr val="lt1"/>
                  </a:solidFill>
                  <a:latin typeface="Arial"/>
                  <a:ea typeface="Arial"/>
                  <a:cs typeface="Arial"/>
                  <a:sym typeface="Arial"/>
                </a:rPr>
                <a:t>. EU and DFIs studies on transport corridors and regional integration</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chemeClr val="lt1"/>
                </a:buClr>
                <a:buSzPts val="1200"/>
                <a:buFont typeface="Noto Sans Symbols"/>
                <a:buNone/>
              </a:pPr>
              <a:r>
                <a:rPr lang="en-GB" sz="1200" b="0" i="0" u="none" strike="noStrike" cap="none">
                  <a:solidFill>
                    <a:schemeClr val="lt1"/>
                  </a:solidFill>
                  <a:latin typeface="Arial"/>
                  <a:ea typeface="Arial"/>
                  <a:cs typeface="Arial"/>
                  <a:sym typeface="Arial"/>
                </a:rPr>
                <a:t>. Other documents recommended by SSATP-ARMFA</a:t>
              </a:r>
              <a:endParaRPr sz="1200" b="0" i="0" u="none" strike="noStrike" cap="none">
                <a:solidFill>
                  <a:schemeClr val="lt1"/>
                </a:solidFill>
                <a:latin typeface="Arial"/>
                <a:ea typeface="Arial"/>
                <a:cs typeface="Arial"/>
                <a:sym typeface="Arial"/>
              </a:endParaRPr>
            </a:p>
          </p:txBody>
        </p:sp>
        <p:sp>
          <p:nvSpPr>
            <p:cNvPr id="289" name="Google Shape;289;p7"/>
            <p:cNvSpPr/>
            <p:nvPr/>
          </p:nvSpPr>
          <p:spPr>
            <a:xfrm>
              <a:off x="2486663" y="2854905"/>
              <a:ext cx="478253" cy="559466"/>
            </a:xfrm>
            <a:prstGeom prst="rightArrow">
              <a:avLst>
                <a:gd name="adj1" fmla="val 60000"/>
                <a:gd name="adj2" fmla="val 50000"/>
              </a:avLst>
            </a:prstGeom>
            <a:solidFill>
              <a:srgbClr val="C00000"/>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 name="Google Shape;290;p7"/>
            <p:cNvSpPr txBox="1"/>
            <p:nvPr/>
          </p:nvSpPr>
          <p:spPr>
            <a:xfrm>
              <a:off x="2486663" y="2966798"/>
              <a:ext cx="334777" cy="335680"/>
            </a:xfrm>
            <a:prstGeom prst="rect">
              <a:avLst/>
            </a:prstGeom>
            <a:noFill/>
            <a:ln>
              <a:noFill/>
            </a:ln>
          </p:spPr>
          <p:txBody>
            <a:bodyPr spcFirstLastPara="1" wrap="square" lIns="53325" tIns="53325" rIns="53325" bIns="53325" anchor="ctr" anchorCtr="0">
              <a:noAutofit/>
            </a:bodyPr>
            <a:lstStyle/>
            <a:p>
              <a:pPr marL="0" marR="0" lvl="0" indent="0" algn="l" rtl="0">
                <a:lnSpc>
                  <a:spcPct val="90000"/>
                </a:lnSpc>
                <a:spcBef>
                  <a:spcPts val="0"/>
                </a:spcBef>
                <a:spcAft>
                  <a:spcPts val="0"/>
                </a:spcAft>
                <a:buClr>
                  <a:schemeClr val="dk1"/>
                </a:buClr>
                <a:buSzPts val="1400"/>
                <a:buFont typeface="Arial"/>
                <a:buNone/>
              </a:pPr>
              <a:endParaRPr sz="1400" b="1" i="0" u="none" strike="noStrike" cap="none">
                <a:solidFill>
                  <a:srgbClr val="FFFFFF"/>
                </a:solidFill>
                <a:latin typeface="Calibri"/>
                <a:ea typeface="Calibri"/>
                <a:cs typeface="Calibri"/>
                <a:sym typeface="Calibri"/>
              </a:endParaRPr>
            </a:p>
          </p:txBody>
        </p:sp>
        <p:sp>
          <p:nvSpPr>
            <p:cNvPr id="291" name="Google Shape;291;p7"/>
            <p:cNvSpPr/>
            <p:nvPr/>
          </p:nvSpPr>
          <p:spPr>
            <a:xfrm>
              <a:off x="3163437" y="766436"/>
              <a:ext cx="2255912" cy="4736403"/>
            </a:xfrm>
            <a:prstGeom prst="roundRect">
              <a:avLst>
                <a:gd name="adj" fmla="val 1000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92;p7"/>
            <p:cNvSpPr txBox="1"/>
            <p:nvPr/>
          </p:nvSpPr>
          <p:spPr>
            <a:xfrm>
              <a:off x="3229510" y="832509"/>
              <a:ext cx="2123766" cy="4604257"/>
            </a:xfrm>
            <a:prstGeom prst="rect">
              <a:avLst/>
            </a:prstGeom>
            <a:noFill/>
            <a:ln>
              <a:noFill/>
            </a:ln>
          </p:spPr>
          <p:txBody>
            <a:bodyPr spcFirstLastPara="1" wrap="square" lIns="53325" tIns="53325" rIns="53325" bIns="53325" anchor="ctr" anchorCtr="0">
              <a:noAutofit/>
            </a:bodyPr>
            <a:lstStyle/>
            <a:p>
              <a:pPr marL="0" marR="0" lvl="0" indent="0" algn="l" rtl="0">
                <a:lnSpc>
                  <a:spcPct val="90000"/>
                </a:lnSpc>
                <a:spcBef>
                  <a:spcPts val="0"/>
                </a:spcBef>
                <a:spcAft>
                  <a:spcPts val="0"/>
                </a:spcAft>
                <a:buClr>
                  <a:srgbClr val="FFFFFF"/>
                </a:buClr>
                <a:buSzPts val="1200"/>
                <a:buFont typeface="Arial"/>
                <a:buNone/>
              </a:pPr>
              <a:r>
                <a:rPr lang="en-GB" sz="1200" b="1" i="0" u="none" strike="noStrike" cap="none">
                  <a:solidFill>
                    <a:srgbClr val="FFFFFF"/>
                  </a:solidFill>
                  <a:latin typeface="Arial"/>
                  <a:ea typeface="Arial"/>
                  <a:cs typeface="Arial"/>
                  <a:sym typeface="Arial"/>
                </a:rPr>
                <a:t>STAKEHOLDER MAPPING</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Arial"/>
                <a:buNone/>
              </a:pPr>
              <a:r>
                <a:rPr lang="en-GB" sz="1200" b="0" i="0" u="none" strike="noStrike" cap="none">
                  <a:solidFill>
                    <a:srgbClr val="FFFFFF"/>
                  </a:solidFill>
                  <a:latin typeface="Arial"/>
                  <a:ea typeface="Arial"/>
                  <a:cs typeface="Arial"/>
                  <a:sym typeface="Arial"/>
                </a:rPr>
                <a:t>Identification of key institutions for interview:</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Noto Sans Symbols"/>
                <a:buNone/>
              </a:pPr>
              <a:r>
                <a:rPr lang="en-GB" sz="1200" b="0" i="0" u="none" strike="noStrike" cap="none">
                  <a:solidFill>
                    <a:srgbClr val="FFFFFF"/>
                  </a:solidFill>
                  <a:latin typeface="Arial"/>
                  <a:ea typeface="Arial"/>
                  <a:cs typeface="Arial"/>
                  <a:sym typeface="Arial"/>
                </a:rPr>
                <a:t>. ARMFA selected Road Funds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Noto Sans Symbols"/>
                <a:buNone/>
              </a:pPr>
              <a:r>
                <a:rPr lang="en-GB" sz="1200" b="0" i="0" u="none" strike="noStrike" cap="none">
                  <a:solidFill>
                    <a:srgbClr val="FFFFFF"/>
                  </a:solidFill>
                  <a:latin typeface="Arial"/>
                  <a:ea typeface="Arial"/>
                  <a:cs typeface="Arial"/>
                  <a:sym typeface="Arial"/>
                </a:rPr>
                <a:t>. Non ARMFA members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Noto Sans Symbols"/>
                <a:buNone/>
              </a:pPr>
              <a:r>
                <a:rPr lang="en-GB" sz="1200" b="0" i="0" u="none" strike="noStrike" cap="none">
                  <a:solidFill>
                    <a:srgbClr val="FFFFFF"/>
                  </a:solidFill>
                  <a:latin typeface="Arial"/>
                  <a:ea typeface="Arial"/>
                  <a:cs typeface="Arial"/>
                  <a:sym typeface="Arial"/>
                </a:rPr>
                <a:t>. Ministries of Finance, Transport/ Public Work</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Noto Sans Symbols"/>
                <a:buNone/>
              </a:pPr>
              <a:r>
                <a:rPr lang="en-GB" sz="1200" b="0" i="0" u="none" strike="noStrike" cap="none">
                  <a:solidFill>
                    <a:srgbClr val="FFFFFF"/>
                  </a:solidFill>
                  <a:latin typeface="Arial"/>
                  <a:ea typeface="Arial"/>
                  <a:cs typeface="Arial"/>
                  <a:sym typeface="Arial"/>
                </a:rPr>
                <a:t>. Donors, Partners,  Development Finance Institutions</a:t>
              </a:r>
              <a:endParaRPr sz="1200" b="0" i="0" u="none" strike="noStrike" cap="none">
                <a:solidFill>
                  <a:srgbClr val="FFFFFF"/>
                </a:solidFill>
                <a:latin typeface="Arial"/>
                <a:ea typeface="Arial"/>
                <a:cs typeface="Arial"/>
                <a:sym typeface="Arial"/>
              </a:endParaRPr>
            </a:p>
          </p:txBody>
        </p:sp>
        <p:sp>
          <p:nvSpPr>
            <p:cNvPr id="293" name="Google Shape;293;p7"/>
            <p:cNvSpPr/>
            <p:nvPr/>
          </p:nvSpPr>
          <p:spPr>
            <a:xfrm>
              <a:off x="5644941" y="2854905"/>
              <a:ext cx="478253" cy="559466"/>
            </a:xfrm>
            <a:prstGeom prst="rightArrow">
              <a:avLst>
                <a:gd name="adj1" fmla="val 60000"/>
                <a:gd name="adj2" fmla="val 50000"/>
              </a:avLst>
            </a:prstGeom>
            <a:solidFill>
              <a:srgbClr val="C00000"/>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 name="Google Shape;294;p7"/>
            <p:cNvSpPr txBox="1"/>
            <p:nvPr/>
          </p:nvSpPr>
          <p:spPr>
            <a:xfrm>
              <a:off x="5644941" y="2966798"/>
              <a:ext cx="334777" cy="335680"/>
            </a:xfrm>
            <a:prstGeom prst="rect">
              <a:avLst/>
            </a:prstGeom>
            <a:noFill/>
            <a:ln>
              <a:noFill/>
            </a:ln>
          </p:spPr>
          <p:txBody>
            <a:bodyPr spcFirstLastPara="1" wrap="square" lIns="53325" tIns="53325" rIns="53325" bIns="53325" anchor="ctr" anchorCtr="0">
              <a:noAutofit/>
            </a:bodyPr>
            <a:lstStyle/>
            <a:p>
              <a:pPr marL="0" marR="0" lvl="0" indent="0" algn="l" rtl="0">
                <a:lnSpc>
                  <a:spcPct val="90000"/>
                </a:lnSpc>
                <a:spcBef>
                  <a:spcPts val="0"/>
                </a:spcBef>
                <a:spcAft>
                  <a:spcPts val="0"/>
                </a:spcAft>
                <a:buClr>
                  <a:schemeClr val="dk1"/>
                </a:buClr>
                <a:buSzPts val="1400"/>
                <a:buFont typeface="Arial"/>
                <a:buNone/>
              </a:pPr>
              <a:endParaRPr sz="1400" b="1" i="0" u="none" strike="noStrike" cap="none">
                <a:solidFill>
                  <a:srgbClr val="FFFFFF"/>
                </a:solidFill>
                <a:latin typeface="Calibri"/>
                <a:ea typeface="Calibri"/>
                <a:cs typeface="Calibri"/>
                <a:sym typeface="Calibri"/>
              </a:endParaRPr>
            </a:p>
          </p:txBody>
        </p:sp>
        <p:sp>
          <p:nvSpPr>
            <p:cNvPr id="295" name="Google Shape;295;p7"/>
            <p:cNvSpPr/>
            <p:nvPr/>
          </p:nvSpPr>
          <p:spPr>
            <a:xfrm>
              <a:off x="6321715" y="766436"/>
              <a:ext cx="2255912" cy="4736403"/>
            </a:xfrm>
            <a:prstGeom prst="roundRect">
              <a:avLst>
                <a:gd name="adj" fmla="val 1000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 name="Google Shape;296;p7"/>
            <p:cNvSpPr txBox="1"/>
            <p:nvPr/>
          </p:nvSpPr>
          <p:spPr>
            <a:xfrm>
              <a:off x="6387788" y="832509"/>
              <a:ext cx="2123766" cy="4604257"/>
            </a:xfrm>
            <a:prstGeom prst="rect">
              <a:avLst/>
            </a:prstGeom>
            <a:noFill/>
            <a:ln>
              <a:noFill/>
            </a:ln>
          </p:spPr>
          <p:txBody>
            <a:bodyPr spcFirstLastPara="1" wrap="square" lIns="53325" tIns="53325" rIns="53325" bIns="53325" anchor="ctr" anchorCtr="0">
              <a:noAutofit/>
            </a:bodyPr>
            <a:lstStyle/>
            <a:p>
              <a:pPr marL="0" marR="0" lvl="0" indent="0" algn="l" rtl="0">
                <a:lnSpc>
                  <a:spcPct val="90000"/>
                </a:lnSpc>
                <a:spcBef>
                  <a:spcPts val="0"/>
                </a:spcBef>
                <a:spcAft>
                  <a:spcPts val="0"/>
                </a:spcAft>
                <a:buClr>
                  <a:srgbClr val="FFFFFF"/>
                </a:buClr>
                <a:buSzPts val="1200"/>
                <a:buFont typeface="Arial"/>
                <a:buNone/>
              </a:pPr>
              <a:r>
                <a:rPr lang="en-GB" sz="1200" b="1" i="0" u="none" strike="noStrike" cap="none">
                  <a:solidFill>
                    <a:srgbClr val="FFFFFF"/>
                  </a:solidFill>
                  <a:latin typeface="Arial"/>
                  <a:ea typeface="Arial"/>
                  <a:cs typeface="Arial"/>
                  <a:sym typeface="Arial"/>
                </a:rPr>
                <a:t>SURVEY DESIGN AND INTERVIEW GUIDES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Arial"/>
                <a:buNone/>
              </a:pPr>
              <a:r>
                <a:rPr lang="en-GB" sz="1200" b="0" i="0" u="none" strike="noStrike" cap="none">
                  <a:solidFill>
                    <a:srgbClr val="FFFFFF"/>
                  </a:solidFill>
                  <a:latin typeface="Arial"/>
                  <a:ea typeface="Arial"/>
                  <a:cs typeface="Arial"/>
                  <a:sym typeface="Arial"/>
                </a:rPr>
                <a:t>AREAS: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Arial"/>
                <a:buNone/>
              </a:pPr>
              <a:r>
                <a:rPr lang="en-GB" sz="1200" b="0" i="0" u="none" strike="noStrike" cap="none">
                  <a:solidFill>
                    <a:srgbClr val="FFFFFF"/>
                  </a:solidFill>
                  <a:latin typeface="Arial"/>
                  <a:ea typeface="Arial"/>
                  <a:cs typeface="Arial"/>
                  <a:sym typeface="Arial"/>
                </a:rPr>
                <a:t>. Governance</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Noto Sans Symbols"/>
                <a:buNone/>
              </a:pPr>
              <a:r>
                <a:rPr lang="en-GB" sz="1200" b="0" i="0" u="none" strike="noStrike" cap="none">
                  <a:solidFill>
                    <a:srgbClr val="FFFFFF"/>
                  </a:solidFill>
                  <a:latin typeface="Arial"/>
                  <a:ea typeface="Arial"/>
                  <a:cs typeface="Arial"/>
                  <a:sym typeface="Arial"/>
                </a:rPr>
                <a:t>. Operation</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Noto Sans Symbols"/>
                <a:buNone/>
              </a:pPr>
              <a:r>
                <a:rPr lang="en-GB" sz="1200" b="0" i="0" u="none" strike="noStrike" cap="none">
                  <a:solidFill>
                    <a:srgbClr val="FFFFFF"/>
                  </a:solidFill>
                  <a:latin typeface="Arial"/>
                  <a:ea typeface="Arial"/>
                  <a:cs typeface="Arial"/>
                  <a:sym typeface="Arial"/>
                </a:rPr>
                <a:t>. Finance</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Noto Sans Symbols"/>
                <a:buNone/>
              </a:pPr>
              <a:r>
                <a:rPr lang="en-GB" sz="1200" b="0" i="0" u="none" strike="noStrike" cap="none">
                  <a:solidFill>
                    <a:srgbClr val="FFFFFF"/>
                  </a:solidFill>
                  <a:latin typeface="Arial"/>
                  <a:ea typeface="Arial"/>
                  <a:cs typeface="Arial"/>
                  <a:sym typeface="Arial"/>
                </a:rPr>
                <a:t>. Climate change</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Noto Sans Symbols"/>
                <a:buNone/>
              </a:pPr>
              <a:r>
                <a:rPr lang="en-GB" sz="1200" b="0" i="0" u="none" strike="noStrike" cap="none">
                  <a:solidFill>
                    <a:srgbClr val="FFFFFF"/>
                  </a:solidFill>
                  <a:latin typeface="Arial"/>
                  <a:ea typeface="Arial"/>
                  <a:cs typeface="Arial"/>
                  <a:sym typeface="Arial"/>
                </a:rPr>
                <a:t>. Social inclusion (gender equity-equality)</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Noto Sans Symbols"/>
                <a:buNone/>
              </a:pPr>
              <a:r>
                <a:rPr lang="en-GB" sz="1200" b="0" i="0" u="none" strike="noStrike" cap="none">
                  <a:solidFill>
                    <a:srgbClr val="FFFFFF"/>
                  </a:solidFill>
                  <a:latin typeface="Arial"/>
                  <a:ea typeface="Arial"/>
                  <a:cs typeface="Arial"/>
                  <a:sym typeface="Arial"/>
                </a:rPr>
                <a:t>. Regional integration/transport corridors initiatives</a:t>
              </a:r>
              <a:endParaRPr sz="1200" b="0" i="0" u="none" strike="noStrike" cap="none">
                <a:solidFill>
                  <a:srgbClr val="FFFFFF"/>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Noto Sans Symbols"/>
                <a:buNone/>
              </a:pPr>
              <a:r>
                <a:rPr lang="en-GB" sz="1200" b="0" i="0" u="none" strike="noStrike" cap="none">
                  <a:solidFill>
                    <a:srgbClr val="FFFFFF"/>
                  </a:solidFill>
                  <a:latin typeface="Arial"/>
                  <a:ea typeface="Arial"/>
                  <a:cs typeface="Arial"/>
                  <a:sym typeface="Arial"/>
                </a:rPr>
                <a:t>. Policy reform recommendations from Road Funds</a:t>
              </a:r>
              <a:endParaRPr sz="1200" b="0" i="0" u="none" strike="noStrike" cap="none">
                <a:solidFill>
                  <a:srgbClr val="FFFFFF"/>
                </a:solidFill>
                <a:latin typeface="Arial"/>
                <a:ea typeface="Arial"/>
                <a:cs typeface="Arial"/>
                <a:sym typeface="Arial"/>
              </a:endParaRPr>
            </a:p>
          </p:txBody>
        </p:sp>
        <p:sp>
          <p:nvSpPr>
            <p:cNvPr id="297" name="Google Shape;297;p7"/>
            <p:cNvSpPr/>
            <p:nvPr/>
          </p:nvSpPr>
          <p:spPr>
            <a:xfrm rot="-66514">
              <a:off x="8779733" y="2825020"/>
              <a:ext cx="428628" cy="559466"/>
            </a:xfrm>
            <a:prstGeom prst="rightArrow">
              <a:avLst>
                <a:gd name="adj1" fmla="val 60000"/>
                <a:gd name="adj2" fmla="val 50000"/>
              </a:avLst>
            </a:prstGeom>
            <a:solidFill>
              <a:srgbClr val="C00000"/>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 name="Google Shape;298;p7"/>
            <p:cNvSpPr txBox="1"/>
            <p:nvPr/>
          </p:nvSpPr>
          <p:spPr>
            <a:xfrm rot="-66514">
              <a:off x="8779745" y="2938157"/>
              <a:ext cx="300040" cy="335680"/>
            </a:xfrm>
            <a:prstGeom prst="rect">
              <a:avLst/>
            </a:prstGeom>
            <a:noFill/>
            <a:ln>
              <a:noFill/>
            </a:ln>
          </p:spPr>
          <p:txBody>
            <a:bodyPr spcFirstLastPara="1" wrap="square" lIns="53325" tIns="53325" rIns="53325" bIns="53325" anchor="ctr" anchorCtr="0">
              <a:noAutofit/>
            </a:bodyPr>
            <a:lstStyle/>
            <a:p>
              <a:pPr marL="0" marR="0" lvl="0" indent="0" algn="l" rtl="0">
                <a:lnSpc>
                  <a:spcPct val="90000"/>
                </a:lnSpc>
                <a:spcBef>
                  <a:spcPts val="0"/>
                </a:spcBef>
                <a:spcAft>
                  <a:spcPts val="0"/>
                </a:spcAft>
                <a:buClr>
                  <a:schemeClr val="dk1"/>
                </a:buClr>
                <a:buSzPts val="1400"/>
                <a:buFont typeface="Arial"/>
                <a:buNone/>
              </a:pPr>
              <a:endParaRPr sz="1400" b="1" i="0" u="none" strike="noStrike" cap="none">
                <a:solidFill>
                  <a:srgbClr val="FFFFFF"/>
                </a:solidFill>
                <a:latin typeface="Calibri"/>
                <a:ea typeface="Calibri"/>
                <a:cs typeface="Calibri"/>
                <a:sym typeface="Calibri"/>
              </a:endParaRPr>
            </a:p>
          </p:txBody>
        </p:sp>
        <p:sp>
          <p:nvSpPr>
            <p:cNvPr id="299" name="Google Shape;299;p7"/>
            <p:cNvSpPr/>
            <p:nvPr/>
          </p:nvSpPr>
          <p:spPr>
            <a:xfrm>
              <a:off x="9386209" y="707136"/>
              <a:ext cx="2255912" cy="4736403"/>
            </a:xfrm>
            <a:prstGeom prst="roundRect">
              <a:avLst>
                <a:gd name="adj" fmla="val 1000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p7"/>
            <p:cNvSpPr txBox="1"/>
            <p:nvPr/>
          </p:nvSpPr>
          <p:spPr>
            <a:xfrm>
              <a:off x="9452282" y="773209"/>
              <a:ext cx="2123766" cy="4604257"/>
            </a:xfrm>
            <a:prstGeom prst="rect">
              <a:avLst/>
            </a:prstGeom>
            <a:noFill/>
            <a:ln>
              <a:noFill/>
            </a:ln>
          </p:spPr>
          <p:txBody>
            <a:bodyPr spcFirstLastPara="1" wrap="square" lIns="53325" tIns="53325" rIns="53325" bIns="53325" anchor="ctr" anchorCtr="0">
              <a:noAutofit/>
            </a:bodyPr>
            <a:lstStyle/>
            <a:p>
              <a:pPr marL="0" marR="0" lvl="0" indent="0" algn="l" rtl="0">
                <a:lnSpc>
                  <a:spcPct val="90000"/>
                </a:lnSpc>
                <a:spcBef>
                  <a:spcPts val="0"/>
                </a:spcBef>
                <a:spcAft>
                  <a:spcPts val="0"/>
                </a:spcAft>
                <a:buClr>
                  <a:srgbClr val="FFFFFF"/>
                </a:buClr>
                <a:buSzPts val="1200"/>
                <a:buFont typeface="Arial"/>
                <a:buNone/>
              </a:pPr>
              <a:r>
                <a:rPr lang="en-GB" sz="1200" b="1" i="0" u="none" strike="noStrike" cap="none">
                  <a:solidFill>
                    <a:srgbClr val="FFFFFF"/>
                  </a:solidFill>
                  <a:latin typeface="Arial"/>
                  <a:ea typeface="Arial"/>
                  <a:cs typeface="Arial"/>
                  <a:sym typeface="Arial"/>
                </a:rPr>
                <a:t>INCEPTION REPORT</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Arial"/>
                <a:buNone/>
              </a:pPr>
              <a:r>
                <a:rPr lang="en-GB" sz="1200" b="0" i="0" u="none" strike="noStrike" cap="none">
                  <a:solidFill>
                    <a:srgbClr val="FFFFFF"/>
                  </a:solidFill>
                  <a:latin typeface="Arial"/>
                  <a:ea typeface="Arial"/>
                  <a:cs typeface="Arial"/>
                  <a:sym typeface="Arial"/>
                </a:rPr>
                <a:t>. Methodology</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Arial"/>
                <a:buNone/>
              </a:pPr>
              <a:r>
                <a:rPr lang="en-GB" sz="1200" b="0" i="0" u="none" strike="noStrike" cap="none">
                  <a:solidFill>
                    <a:srgbClr val="FFFFFF"/>
                  </a:solidFill>
                  <a:latin typeface="Arial"/>
                  <a:ea typeface="Arial"/>
                  <a:cs typeface="Arial"/>
                  <a:sym typeface="Arial"/>
                </a:rPr>
                <a:t>. Tools for collection of data and analysis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Arial"/>
                <a:buNone/>
              </a:pPr>
              <a:r>
                <a:rPr lang="en-GB" sz="1200" b="0" i="0" u="none" strike="noStrike" cap="none">
                  <a:solidFill>
                    <a:srgbClr val="FFFFFF"/>
                  </a:solidFill>
                  <a:latin typeface="Arial"/>
                  <a:ea typeface="Arial"/>
                  <a:cs typeface="Arial"/>
                  <a:sym typeface="Arial"/>
                </a:rPr>
                <a:t>. Engagement approach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Arial"/>
                <a:buNone/>
              </a:pPr>
              <a:r>
                <a:rPr lang="en-GB" sz="1200" b="0" i="0" u="none" strike="noStrike" cap="none">
                  <a:solidFill>
                    <a:srgbClr val="FFFFFF"/>
                  </a:solidFill>
                  <a:latin typeface="Arial"/>
                  <a:ea typeface="Arial"/>
                  <a:cs typeface="Arial"/>
                  <a:sym typeface="Arial"/>
                </a:rPr>
                <a:t>. Data risk management</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Arial"/>
                <a:buNone/>
              </a:pPr>
              <a:r>
                <a:rPr lang="en-GB" sz="1200" b="0" i="0" u="none" strike="noStrike" cap="none">
                  <a:solidFill>
                    <a:srgbClr val="FFFFFF"/>
                  </a:solidFill>
                  <a:latin typeface="Arial"/>
                  <a:ea typeface="Arial"/>
                  <a:cs typeface="Arial"/>
                  <a:sym typeface="Arial"/>
                </a:rPr>
                <a:t>. Confidentiality aspects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420"/>
                </a:spcBef>
                <a:spcAft>
                  <a:spcPts val="0"/>
                </a:spcAft>
                <a:buClr>
                  <a:srgbClr val="FFFFFF"/>
                </a:buClr>
                <a:buSzPts val="1200"/>
                <a:buFont typeface="Arial"/>
                <a:buNone/>
              </a:pPr>
              <a:r>
                <a:rPr lang="en-GB" sz="1200" b="0" i="0" u="none" strike="noStrike" cap="none">
                  <a:solidFill>
                    <a:srgbClr val="FFFFFF"/>
                  </a:solidFill>
                  <a:latin typeface="Arial"/>
                  <a:ea typeface="Arial"/>
                  <a:cs typeface="Arial"/>
                  <a:sym typeface="Arial"/>
                </a:rPr>
                <a:t>. Workplan</a:t>
              </a:r>
              <a:endParaRPr sz="1200" b="0" i="0" u="none" strike="noStrike" cap="none">
                <a:solidFill>
                  <a:srgbClr val="FFFFFF"/>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8"/>
          <p:cNvSpPr/>
          <p:nvPr/>
        </p:nvSpPr>
        <p:spPr>
          <a:xfrm>
            <a:off x="412054" y="393064"/>
            <a:ext cx="11367891" cy="416084"/>
          </a:xfrm>
          <a:prstGeom prst="rect">
            <a:avLst/>
          </a:prstGeom>
          <a:noFill/>
          <a:ln>
            <a:noFill/>
          </a:ln>
        </p:spPr>
        <p:txBody>
          <a:bodyPr spcFirstLastPara="1" wrap="square" lIns="107250" tIns="53625" rIns="107250" bIns="536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E2081E"/>
                </a:solidFill>
                <a:latin typeface="Arial"/>
                <a:ea typeface="Arial"/>
                <a:cs typeface="Arial"/>
                <a:sym typeface="Arial"/>
              </a:rPr>
              <a:t>Tools for Diagnostic and Analysis</a:t>
            </a:r>
            <a:endParaRPr sz="2000" b="0" i="0" u="none" strike="noStrike" cap="none">
              <a:solidFill>
                <a:schemeClr val="dk1"/>
              </a:solidFill>
              <a:latin typeface="Arial"/>
              <a:ea typeface="Arial"/>
              <a:cs typeface="Arial"/>
              <a:sym typeface="Arial"/>
            </a:endParaRPr>
          </a:p>
        </p:txBody>
      </p:sp>
      <p:sp>
        <p:nvSpPr>
          <p:cNvPr id="307" name="Google Shape;307;p8" descr="Logo SSATP"/>
          <p:cNvSpPr/>
          <p:nvPr/>
        </p:nvSpPr>
        <p:spPr>
          <a:xfrm>
            <a:off x="5943599" y="3202055"/>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08" name="Google Shape;308;p8" descr="Knowledge4Policy"/>
          <p:cNvSpPr/>
          <p:nvPr/>
        </p:nvSpPr>
        <p:spPr>
          <a:xfrm>
            <a:off x="6096000" y="3284713"/>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09" name="Google Shape;309;p8"/>
          <p:cNvSpPr txBox="1"/>
          <p:nvPr/>
        </p:nvSpPr>
        <p:spPr>
          <a:xfrm>
            <a:off x="338334" y="1624407"/>
            <a:ext cx="7374274" cy="4185761"/>
          </a:xfrm>
          <a:prstGeom prst="rect">
            <a:avLst/>
          </a:prstGeom>
          <a:noFill/>
          <a:ln>
            <a:noFill/>
          </a:ln>
        </p:spPr>
        <p:txBody>
          <a:bodyPr spcFirstLastPara="1" wrap="square" lIns="91425" tIns="45700" rIns="91425" bIns="45700" anchor="t" anchorCtr="0">
            <a:spAutoFit/>
          </a:bodyPr>
          <a:lstStyle/>
          <a:p>
            <a:pPr marL="57150" marR="0" lvl="0" indent="0" algn="just"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Arial"/>
                <a:ea typeface="Arial"/>
                <a:cs typeface="Arial"/>
                <a:sym typeface="Arial"/>
              </a:rPr>
              <a:t>Diagnostic exercise  combining  primary and secondary data sources.</a:t>
            </a:r>
            <a:endParaRPr sz="1400" b="0" i="0" u="none" strike="noStrike" cap="none">
              <a:solidFill>
                <a:srgbClr val="000000"/>
              </a:solidFill>
              <a:latin typeface="Arial"/>
              <a:ea typeface="Arial"/>
              <a:cs typeface="Arial"/>
              <a:sym typeface="Arial"/>
            </a:endParaRPr>
          </a:p>
          <a:p>
            <a:pPr marL="342900" marR="0" lvl="0" indent="-285750" algn="just" rtl="0">
              <a:lnSpc>
                <a:spcPct val="100000"/>
              </a:lnSpc>
              <a:spcBef>
                <a:spcPts val="1200"/>
              </a:spcBef>
              <a:spcAft>
                <a:spcPts val="0"/>
              </a:spcAft>
              <a:buClr>
                <a:srgbClr val="E60000"/>
              </a:buClr>
              <a:buSzPts val="1800"/>
              <a:buFont typeface="Noto Sans Symbols"/>
              <a:buChar char="▪"/>
            </a:pPr>
            <a:r>
              <a:rPr lang="en-GB" sz="1800" b="0" i="0" u="none" strike="noStrike" cap="none">
                <a:solidFill>
                  <a:schemeClr val="dk1"/>
                </a:solidFill>
                <a:latin typeface="Arial"/>
                <a:ea typeface="Arial"/>
                <a:cs typeface="Arial"/>
                <a:sym typeface="Arial"/>
              </a:rPr>
              <a:t>Primary data will be collected through the survey questionnaires and interviews with Road Fund focal points</a:t>
            </a:r>
            <a:endParaRPr sz="1400" b="0" i="0" u="none" strike="noStrike" cap="none">
              <a:solidFill>
                <a:srgbClr val="000000"/>
              </a:solidFill>
              <a:latin typeface="Arial"/>
              <a:ea typeface="Arial"/>
              <a:cs typeface="Arial"/>
              <a:sym typeface="Arial"/>
            </a:endParaRPr>
          </a:p>
          <a:p>
            <a:pPr marL="342900" marR="0" lvl="0" indent="-285750" algn="just" rtl="0">
              <a:lnSpc>
                <a:spcPct val="100000"/>
              </a:lnSpc>
              <a:spcBef>
                <a:spcPts val="1200"/>
              </a:spcBef>
              <a:spcAft>
                <a:spcPts val="0"/>
              </a:spcAft>
              <a:buClr>
                <a:srgbClr val="E60000"/>
              </a:buClr>
              <a:buSzPts val="1800"/>
              <a:buFont typeface="Noto Sans Symbols"/>
              <a:buChar char="▪"/>
            </a:pPr>
            <a:r>
              <a:rPr lang="en-GB" sz="1800" b="0" i="0" u="none" strike="noStrike" cap="none">
                <a:solidFill>
                  <a:schemeClr val="dk1"/>
                </a:solidFill>
                <a:latin typeface="Arial"/>
                <a:ea typeface="Arial"/>
                <a:cs typeface="Arial"/>
                <a:sym typeface="Arial"/>
              </a:rPr>
              <a:t>The secondary data will be mobilised through the Road Fund annual technical, financial and audit reports, ARMFA annual reports and conference records, World Bank-SSATP and AfDB, reports, TA TRAC database including reports on transport and road maintenance.</a:t>
            </a:r>
            <a:endParaRPr sz="1400" b="0" i="0" u="none" strike="noStrike" cap="none">
              <a:solidFill>
                <a:srgbClr val="000000"/>
              </a:solidFill>
              <a:latin typeface="Arial"/>
              <a:ea typeface="Arial"/>
              <a:cs typeface="Arial"/>
              <a:sym typeface="Arial"/>
            </a:endParaRPr>
          </a:p>
          <a:p>
            <a:pPr marL="342900" marR="0" lvl="0" indent="-171450" algn="l" rtl="0">
              <a:lnSpc>
                <a:spcPct val="100000"/>
              </a:lnSpc>
              <a:spcBef>
                <a:spcPts val="1200"/>
              </a:spcBef>
              <a:spcAft>
                <a:spcPts val="0"/>
              </a:spcAft>
              <a:buClr>
                <a:srgbClr val="E60000"/>
              </a:buClr>
              <a:buSzPts val="1800"/>
              <a:buFont typeface="Noto Sans Symbols"/>
              <a:buNone/>
            </a:pPr>
            <a:endParaRPr sz="1800" b="0" i="0" u="none" strike="noStrike" cap="none">
              <a:solidFill>
                <a:schemeClr val="dk1"/>
              </a:solidFill>
              <a:latin typeface="Arial"/>
              <a:ea typeface="Arial"/>
              <a:cs typeface="Arial"/>
              <a:sym typeface="Arial"/>
            </a:endParaRPr>
          </a:p>
          <a:p>
            <a:pPr marL="342900" marR="0" lvl="0" indent="-171450" algn="l" rtl="0">
              <a:lnSpc>
                <a:spcPct val="100000"/>
              </a:lnSpc>
              <a:spcBef>
                <a:spcPts val="1200"/>
              </a:spcBef>
              <a:spcAft>
                <a:spcPts val="0"/>
              </a:spcAft>
              <a:buClr>
                <a:srgbClr val="E60000"/>
              </a:buClr>
              <a:buSzPts val="1800"/>
              <a:buFont typeface="Noto Sans Symbols"/>
              <a:buNone/>
            </a:pPr>
            <a:endParaRPr sz="1800" b="0" i="0" u="none" strike="noStrike" cap="none">
              <a:solidFill>
                <a:schemeClr val="dk1"/>
              </a:solidFill>
              <a:latin typeface="Arial"/>
              <a:ea typeface="Arial"/>
              <a:cs typeface="Arial"/>
              <a:sym typeface="Arial"/>
            </a:endParaRPr>
          </a:p>
          <a:p>
            <a:pPr marL="342900" marR="0" lvl="0" indent="-171450" algn="l" rtl="0">
              <a:lnSpc>
                <a:spcPct val="100000"/>
              </a:lnSpc>
              <a:spcBef>
                <a:spcPts val="1200"/>
              </a:spcBef>
              <a:spcAft>
                <a:spcPts val="0"/>
              </a:spcAft>
              <a:buClr>
                <a:srgbClr val="E60000"/>
              </a:buClr>
              <a:buSzPts val="1800"/>
              <a:buFont typeface="Noto Sans Symbols"/>
              <a:buNone/>
            </a:pPr>
            <a:endParaRPr sz="1800" b="0" i="0" u="none" strike="noStrike" cap="none">
              <a:solidFill>
                <a:schemeClr val="dk1"/>
              </a:solidFill>
              <a:latin typeface="Arial"/>
              <a:ea typeface="Arial"/>
              <a:cs typeface="Arial"/>
              <a:sym typeface="Arial"/>
            </a:endParaRPr>
          </a:p>
        </p:txBody>
      </p:sp>
      <p:sp>
        <p:nvSpPr>
          <p:cNvPr id="310" name="Google Shape;310;p8"/>
          <p:cNvSpPr txBox="1"/>
          <p:nvPr/>
        </p:nvSpPr>
        <p:spPr>
          <a:xfrm>
            <a:off x="498947" y="5159048"/>
            <a:ext cx="7213661" cy="923330"/>
          </a:xfrm>
          <a:prstGeom prst="rect">
            <a:avLst/>
          </a:prstGeom>
          <a:gradFill>
            <a:gsLst>
              <a:gs pos="0">
                <a:srgbClr val="E98A8A"/>
              </a:gs>
              <a:gs pos="50000">
                <a:srgbClr val="F0B8B8"/>
              </a:gs>
              <a:gs pos="100000">
                <a:srgbClr val="F6DDDD"/>
              </a:gs>
            </a:gsLst>
            <a:path path="circle">
              <a:fillToRect r="100000" b="100000"/>
            </a:path>
            <a:tileRect l="-100000" t="-100000"/>
          </a:gradFill>
          <a:ln w="12700" cap="flat" cmpd="sng">
            <a:solidFill>
              <a:schemeClr val="accent2"/>
            </a:solidFill>
            <a:prstDash val="solid"/>
            <a:miter lim="800000"/>
            <a:headEnd type="none" w="sm" len="sm"/>
            <a:tailEnd type="none" w="sm" len="sm"/>
          </a:ln>
        </p:spPr>
        <p:txBody>
          <a:bodyPr spcFirstLastPara="1" wrap="square" lIns="91425" tIns="45700" rIns="91425" bIns="45700" anchor="t" anchorCtr="0">
            <a:spAutoFit/>
          </a:bodyPr>
          <a:lstStyle/>
          <a:p>
            <a:pPr marL="5715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Arial"/>
                <a:ea typeface="Arial"/>
                <a:cs typeface="Arial"/>
                <a:sym typeface="Arial"/>
              </a:rPr>
              <a:t>To process and analyse the collected data, the experts will use a range of analytical tools, including dashboards (Excel or Power BI), comparative matrices, reliability scoring grids.</a:t>
            </a:r>
            <a:endParaRPr sz="1600" b="1" i="0" u="none" strike="noStrike" cap="none">
              <a:solidFill>
                <a:schemeClr val="dk1"/>
              </a:solidFill>
              <a:latin typeface="Arial"/>
              <a:ea typeface="Arial"/>
              <a:cs typeface="Arial"/>
              <a:sym typeface="Arial"/>
            </a:endParaRPr>
          </a:p>
        </p:txBody>
      </p:sp>
      <p:pic>
        <p:nvPicPr>
          <p:cNvPr id="311" name="Google Shape;311;p8" descr="Magnifying glass showing decling performance"/>
          <p:cNvPicPr preferRelativeResize="0"/>
          <p:nvPr/>
        </p:nvPicPr>
        <p:blipFill rotWithShape="1">
          <a:blip r:embed="rId3" cstate="screen">
            <a:alphaModFix/>
            <a:extLst>
              <a:ext uri="{28A0092B-C50C-407E-A947-70E740481C1C}">
                <a14:useLocalDpi xmlns:a14="http://schemas.microsoft.com/office/drawing/2010/main"/>
              </a:ext>
            </a:extLst>
          </a:blip>
          <a:srcRect b="-1"/>
          <a:stretch/>
        </p:blipFill>
        <p:spPr>
          <a:xfrm>
            <a:off x="8225735" y="1034236"/>
            <a:ext cx="3947646" cy="5823764"/>
          </a:xfrm>
          <a:prstGeom prst="rect">
            <a:avLst/>
          </a:prstGeom>
          <a:noFill/>
          <a:ln>
            <a:noFill/>
          </a:ln>
          <a:effectLst>
            <a:outerShdw blurRad="127000" dist="50800" dir="10800000" sx="99000" sy="99000" algn="r" rotWithShape="0">
              <a:srgbClr val="000000">
                <a:alpha val="4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9"/>
          <p:cNvSpPr/>
          <p:nvPr/>
        </p:nvSpPr>
        <p:spPr>
          <a:xfrm>
            <a:off x="412054" y="393064"/>
            <a:ext cx="11367891" cy="416084"/>
          </a:xfrm>
          <a:prstGeom prst="rect">
            <a:avLst/>
          </a:prstGeom>
          <a:noFill/>
          <a:ln>
            <a:noFill/>
          </a:ln>
        </p:spPr>
        <p:txBody>
          <a:bodyPr spcFirstLastPara="1" wrap="square" lIns="107250" tIns="53625" rIns="107250" bIns="536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E2081E"/>
                </a:solidFill>
                <a:latin typeface="Arial"/>
                <a:ea typeface="Arial"/>
                <a:cs typeface="Arial"/>
                <a:sym typeface="Arial"/>
              </a:rPr>
              <a:t>Phase 2. Survey Launch and Data Mobilization</a:t>
            </a:r>
            <a:endParaRPr sz="2000" b="0" i="0" u="none" strike="noStrike" cap="none">
              <a:solidFill>
                <a:schemeClr val="dk1"/>
              </a:solidFill>
              <a:latin typeface="Arial"/>
              <a:ea typeface="Arial"/>
              <a:cs typeface="Arial"/>
              <a:sym typeface="Arial"/>
            </a:endParaRPr>
          </a:p>
        </p:txBody>
      </p:sp>
      <p:sp>
        <p:nvSpPr>
          <p:cNvPr id="318" name="Google Shape;318;p9" descr="Logo SSATP"/>
          <p:cNvSpPr/>
          <p:nvPr/>
        </p:nvSpPr>
        <p:spPr>
          <a:xfrm>
            <a:off x="5943599" y="3202055"/>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19" name="Google Shape;319;p9" descr="Knowledge4Policy"/>
          <p:cNvSpPr/>
          <p:nvPr/>
        </p:nvSpPr>
        <p:spPr>
          <a:xfrm>
            <a:off x="6096000" y="3284713"/>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320" name="Google Shape;320;p9"/>
          <p:cNvGrpSpPr/>
          <p:nvPr/>
        </p:nvGrpSpPr>
        <p:grpSpPr>
          <a:xfrm>
            <a:off x="1127585" y="1180020"/>
            <a:ext cx="9567798" cy="5284915"/>
            <a:chOff x="603710" y="103695"/>
            <a:chExt cx="9567798" cy="5284915"/>
          </a:xfrm>
        </p:grpSpPr>
        <p:sp>
          <p:nvSpPr>
            <p:cNvPr id="321" name="Google Shape;321;p9"/>
            <p:cNvSpPr/>
            <p:nvPr/>
          </p:nvSpPr>
          <p:spPr>
            <a:xfrm rot="5400000">
              <a:off x="1979124" y="2469899"/>
              <a:ext cx="1098941" cy="1251105"/>
            </a:xfrm>
            <a:prstGeom prst="bentUpArrow">
              <a:avLst>
                <a:gd name="adj1" fmla="val 32840"/>
                <a:gd name="adj2" fmla="val 25000"/>
                <a:gd name="adj3" fmla="val 35780"/>
              </a:avLst>
            </a:prstGeom>
            <a:solidFill>
              <a:srgbClr val="C00000"/>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 name="Google Shape;322;p9"/>
            <p:cNvSpPr/>
            <p:nvPr/>
          </p:nvSpPr>
          <p:spPr>
            <a:xfrm>
              <a:off x="603710" y="103695"/>
              <a:ext cx="3108616" cy="2446050"/>
            </a:xfrm>
            <a:prstGeom prst="roundRect">
              <a:avLst>
                <a:gd name="adj" fmla="val 1667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 name="Google Shape;323;p9"/>
            <p:cNvSpPr txBox="1"/>
            <p:nvPr/>
          </p:nvSpPr>
          <p:spPr>
            <a:xfrm>
              <a:off x="723138" y="223123"/>
              <a:ext cx="2869760" cy="2207194"/>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chemeClr val="dk1"/>
                </a:buClr>
                <a:buSzPts val="1200"/>
                <a:buFont typeface="Arial"/>
                <a:buNone/>
              </a:pPr>
              <a:endParaRPr sz="1200" b="1" i="0" u="none" strike="noStrike" cap="none">
                <a:solidFill>
                  <a:schemeClr val="lt1"/>
                </a:solidFill>
                <a:latin typeface="Arial"/>
                <a:ea typeface="Arial"/>
                <a:cs typeface="Arial"/>
                <a:sym typeface="Arial"/>
              </a:endParaRPr>
            </a:p>
            <a:p>
              <a:pPr marL="0" marR="0" lvl="0" indent="0" algn="ctr" rtl="0">
                <a:lnSpc>
                  <a:spcPct val="90000"/>
                </a:lnSpc>
                <a:spcBef>
                  <a:spcPts val="420"/>
                </a:spcBef>
                <a:spcAft>
                  <a:spcPts val="0"/>
                </a:spcAft>
                <a:buClr>
                  <a:schemeClr val="lt1"/>
                </a:buClr>
                <a:buSzPts val="1000"/>
                <a:buFont typeface="Arial"/>
                <a:buNone/>
              </a:pPr>
              <a:r>
                <a:rPr lang="en-GB" sz="1000" b="1" i="0" u="none" strike="noStrike" cap="none">
                  <a:solidFill>
                    <a:schemeClr val="lt1"/>
                  </a:solidFill>
                  <a:latin typeface="Arial"/>
                  <a:ea typeface="Arial"/>
                  <a:cs typeface="Arial"/>
                  <a:sym typeface="Arial"/>
                </a:rPr>
                <a:t>STAKEHOLDER ENGAGEMENT</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350"/>
                </a:spcBef>
                <a:spcAft>
                  <a:spcPts val="0"/>
                </a:spcAft>
                <a:buClr>
                  <a:schemeClr val="lt1"/>
                </a:buClr>
                <a:buSzPts val="1000"/>
                <a:buFont typeface="Arial"/>
                <a:buNone/>
              </a:pPr>
              <a:r>
                <a:rPr lang="en-GB" sz="1000" b="1" i="0" u="none" strike="noStrike" cap="none">
                  <a:solidFill>
                    <a:schemeClr val="lt1"/>
                  </a:solidFill>
                  <a:latin typeface="Arial"/>
                  <a:ea typeface="Arial"/>
                  <a:cs typeface="Arial"/>
                  <a:sym typeface="Arial"/>
                </a:rPr>
                <a:t>With the support of ARMFA</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50"/>
                </a:spcBef>
                <a:spcAft>
                  <a:spcPts val="0"/>
                </a:spcAft>
                <a:buClr>
                  <a:schemeClr val="lt1"/>
                </a:buClr>
                <a:buSzPts val="1000"/>
                <a:buFont typeface="Arial"/>
                <a:buNone/>
              </a:pPr>
              <a:r>
                <a:rPr lang="en-GB" sz="1000" b="1" i="0" u="none" strike="noStrike" cap="none">
                  <a:solidFill>
                    <a:schemeClr val="lt1"/>
                  </a:solidFill>
                  <a:latin typeface="Arial"/>
                  <a:ea typeface="Arial"/>
                  <a:cs typeface="Arial"/>
                  <a:sym typeface="Arial"/>
                </a:rPr>
                <a:t>. Engage country focal points for collaboration leveraging the Nairobi September  2025</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50"/>
                </a:spcBef>
                <a:spcAft>
                  <a:spcPts val="0"/>
                </a:spcAft>
                <a:buClr>
                  <a:schemeClr val="lt1"/>
                </a:buClr>
                <a:buSzPts val="1000"/>
                <a:buFont typeface="Arial"/>
                <a:buNone/>
              </a:pPr>
              <a:r>
                <a:rPr lang="en-GB" sz="1000" b="1" i="0" u="none" strike="noStrike" cap="none">
                  <a:solidFill>
                    <a:schemeClr val="lt1"/>
                  </a:solidFill>
                  <a:latin typeface="Arial"/>
                  <a:ea typeface="Arial"/>
                  <a:cs typeface="Arial"/>
                  <a:sym typeface="Arial"/>
                </a:rPr>
                <a:t>. Present the objectives, scope and expected outcomes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50"/>
                </a:spcBef>
                <a:spcAft>
                  <a:spcPts val="0"/>
                </a:spcAft>
                <a:buClr>
                  <a:schemeClr val="lt1"/>
                </a:buClr>
                <a:buSzPts val="1000"/>
                <a:buFont typeface="Arial"/>
                <a:buNone/>
              </a:pPr>
              <a:r>
                <a:rPr lang="en-GB" sz="1000" b="1" i="0" u="none" strike="noStrike" cap="none">
                  <a:solidFill>
                    <a:schemeClr val="lt1"/>
                  </a:solidFill>
                  <a:latin typeface="Arial"/>
                  <a:ea typeface="Arial"/>
                  <a:cs typeface="Arial"/>
                  <a:sym typeface="Arial"/>
                </a:rPr>
                <a:t>. Secure commitment from focal points to  support and participate in the survey process.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50"/>
                </a:spcBef>
                <a:spcAft>
                  <a:spcPts val="0"/>
                </a:spcAft>
                <a:buClr>
                  <a:schemeClr val="lt1"/>
                </a:buClr>
                <a:buSzPts val="1000"/>
                <a:buFont typeface="Arial"/>
                <a:buNone/>
              </a:pPr>
              <a:r>
                <a:rPr lang="en-GB" sz="1000" b="1" i="0" u="none" strike="noStrike" cap="none">
                  <a:solidFill>
                    <a:schemeClr val="lt1"/>
                  </a:solidFill>
                  <a:latin typeface="Arial"/>
                  <a:ea typeface="Arial"/>
                  <a:cs typeface="Arial"/>
                  <a:sym typeface="Arial"/>
                </a:rPr>
                <a:t>. Define roles, responsibilities, and  expectations from the Focal Points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50"/>
                </a:spcBef>
                <a:spcAft>
                  <a:spcPts val="0"/>
                </a:spcAft>
                <a:buClr>
                  <a:schemeClr val="dk1"/>
                </a:buClr>
                <a:buSzPts val="1200"/>
                <a:buFont typeface="Arial"/>
                <a:buNone/>
              </a:pPr>
              <a:endParaRPr sz="1200" b="1" i="0" u="none" strike="noStrike" cap="none">
                <a:solidFill>
                  <a:srgbClr val="FFFFFF"/>
                </a:solidFill>
                <a:latin typeface="Arial"/>
                <a:ea typeface="Arial"/>
                <a:cs typeface="Arial"/>
                <a:sym typeface="Arial"/>
              </a:endParaRPr>
            </a:p>
          </p:txBody>
        </p:sp>
        <p:sp>
          <p:nvSpPr>
            <p:cNvPr id="324" name="Google Shape;324;p9"/>
            <p:cNvSpPr/>
            <p:nvPr/>
          </p:nvSpPr>
          <p:spPr>
            <a:xfrm>
              <a:off x="4592099" y="721298"/>
              <a:ext cx="1345492" cy="104661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 name="Google Shape;325;p9"/>
            <p:cNvSpPr/>
            <p:nvPr/>
          </p:nvSpPr>
          <p:spPr>
            <a:xfrm rot="5400000">
              <a:off x="5648205" y="4070052"/>
              <a:ext cx="1098941" cy="1251105"/>
            </a:xfrm>
            <a:prstGeom prst="bentUpArrow">
              <a:avLst>
                <a:gd name="adj1" fmla="val 32840"/>
                <a:gd name="adj2" fmla="val 25000"/>
                <a:gd name="adj3" fmla="val 35780"/>
              </a:avLst>
            </a:prstGeom>
            <a:solidFill>
              <a:srgbClr val="C00000"/>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 name="Google Shape;326;p9"/>
            <p:cNvSpPr/>
            <p:nvPr/>
          </p:nvSpPr>
          <p:spPr>
            <a:xfrm>
              <a:off x="4020796" y="1929117"/>
              <a:ext cx="2795490" cy="2126309"/>
            </a:xfrm>
            <a:prstGeom prst="roundRect">
              <a:avLst>
                <a:gd name="adj" fmla="val 1667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 name="Google Shape;327;p9"/>
            <p:cNvSpPr txBox="1"/>
            <p:nvPr/>
          </p:nvSpPr>
          <p:spPr>
            <a:xfrm>
              <a:off x="4124613" y="2032934"/>
              <a:ext cx="2587856" cy="1918675"/>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rgbClr val="FFFFFF"/>
                </a:buClr>
                <a:buSzPts val="1000"/>
                <a:buFont typeface="Arial"/>
                <a:buNone/>
              </a:pPr>
              <a:r>
                <a:rPr lang="en-GB" sz="1000" b="1" i="0" u="none" strike="noStrike" cap="none">
                  <a:solidFill>
                    <a:srgbClr val="FFFFFF"/>
                  </a:solidFill>
                  <a:latin typeface="Arial"/>
                  <a:ea typeface="Arial"/>
                  <a:cs typeface="Arial"/>
                  <a:sym typeface="Arial"/>
                </a:rPr>
                <a:t>SURVEY LAUNCH AND DATA MOBILIZATION</a:t>
              </a:r>
              <a:endParaRPr sz="1000" b="1" i="0" u="none" strike="noStrike" cap="none">
                <a:solidFill>
                  <a:srgbClr val="FFFFFF"/>
                </a:solidFill>
                <a:latin typeface="Arial"/>
                <a:ea typeface="Arial"/>
                <a:cs typeface="Arial"/>
                <a:sym typeface="Arial"/>
              </a:endParaRPr>
            </a:p>
            <a:p>
              <a:pPr marL="0" marR="0" lvl="0" indent="0" algn="l" rtl="0">
                <a:lnSpc>
                  <a:spcPct val="90000"/>
                </a:lnSpc>
                <a:spcBef>
                  <a:spcPts val="350"/>
                </a:spcBef>
                <a:spcAft>
                  <a:spcPts val="0"/>
                </a:spcAft>
                <a:buClr>
                  <a:srgbClr val="FFFFFF"/>
                </a:buClr>
                <a:buSzPts val="1000"/>
                <a:buFont typeface="Arial"/>
                <a:buNone/>
              </a:pPr>
              <a:r>
                <a:rPr lang="en-GB" sz="1000" b="1" i="0" u="none" strike="noStrike" cap="none">
                  <a:solidFill>
                    <a:srgbClr val="FFFFFF"/>
                  </a:solidFill>
                  <a:latin typeface="Arial"/>
                  <a:ea typeface="Arial"/>
                  <a:cs typeface="Arial"/>
                  <a:sym typeface="Arial"/>
                </a:rPr>
                <a:t>. Distribute the questionnaire to participating Road Funds  focal point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50"/>
                </a:spcBef>
                <a:spcAft>
                  <a:spcPts val="0"/>
                </a:spcAft>
                <a:buClr>
                  <a:srgbClr val="FFFFFF"/>
                </a:buClr>
                <a:buSzPts val="1000"/>
                <a:buFont typeface="Arial"/>
                <a:buNone/>
              </a:pPr>
              <a:r>
                <a:rPr lang="en-GB" sz="1000" b="1" i="0" u="none" strike="noStrike" cap="none">
                  <a:solidFill>
                    <a:srgbClr val="FFFFFF"/>
                  </a:solidFill>
                  <a:latin typeface="Arial"/>
                  <a:ea typeface="Arial"/>
                  <a:cs typeface="Arial"/>
                  <a:sym typeface="Arial"/>
                </a:rPr>
                <a:t>. Schedule interviews and working sessions with  Focal points and concerned Ministries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50"/>
                </a:spcBef>
                <a:spcAft>
                  <a:spcPts val="0"/>
                </a:spcAft>
                <a:buClr>
                  <a:srgbClr val="FFFFFF"/>
                </a:buClr>
                <a:buSzPts val="1000"/>
                <a:buFont typeface="Arial"/>
                <a:buNone/>
              </a:pPr>
              <a:r>
                <a:rPr lang="en-GB" sz="1000" b="1" i="0" u="none" strike="noStrike" cap="none">
                  <a:solidFill>
                    <a:srgbClr val="FFFFFF"/>
                  </a:solidFill>
                  <a:latin typeface="Arial"/>
                  <a:ea typeface="Arial"/>
                  <a:cs typeface="Arial"/>
                  <a:sym typeface="Arial"/>
                </a:rPr>
                <a:t>. Gather relevant information to refine and adjust the methodology.</a:t>
              </a:r>
              <a:endParaRPr sz="1400" b="0" i="0" u="none" strike="noStrike" cap="none">
                <a:solidFill>
                  <a:srgbClr val="000000"/>
                </a:solidFill>
                <a:latin typeface="Arial"/>
                <a:ea typeface="Arial"/>
                <a:cs typeface="Arial"/>
                <a:sym typeface="Arial"/>
              </a:endParaRPr>
            </a:p>
          </p:txBody>
        </p:sp>
        <p:sp>
          <p:nvSpPr>
            <p:cNvPr id="328" name="Google Shape;328;p9"/>
            <p:cNvSpPr/>
            <p:nvPr/>
          </p:nvSpPr>
          <p:spPr>
            <a:xfrm>
              <a:off x="6271433" y="2591614"/>
              <a:ext cx="1345492" cy="104661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 name="Google Shape;329;p9"/>
            <p:cNvSpPr/>
            <p:nvPr/>
          </p:nvSpPr>
          <p:spPr>
            <a:xfrm>
              <a:off x="7381864" y="3710654"/>
              <a:ext cx="2789644" cy="1677956"/>
            </a:xfrm>
            <a:prstGeom prst="roundRect">
              <a:avLst>
                <a:gd name="adj" fmla="val 1667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 name="Google Shape;330;p9"/>
            <p:cNvSpPr txBox="1"/>
            <p:nvPr/>
          </p:nvSpPr>
          <p:spPr>
            <a:xfrm>
              <a:off x="7463790" y="3792580"/>
              <a:ext cx="2625792" cy="1514104"/>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rgbClr val="FFFFFF"/>
                </a:buClr>
                <a:buSzPts val="1000"/>
                <a:buFont typeface="Arial"/>
                <a:buNone/>
              </a:pPr>
              <a:r>
                <a:rPr lang="en-GB" sz="1000" b="1" i="0" u="none" strike="noStrike" cap="none">
                  <a:solidFill>
                    <a:srgbClr val="FFFFFF"/>
                  </a:solidFill>
                  <a:latin typeface="Arial"/>
                  <a:ea typeface="Arial"/>
                  <a:cs typeface="Arial"/>
                  <a:sym typeface="Arial"/>
                </a:rPr>
                <a:t>INTERIM SUMMARY OF SURVEY RESPONSE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50"/>
                </a:spcBef>
                <a:spcAft>
                  <a:spcPts val="0"/>
                </a:spcAft>
                <a:buClr>
                  <a:srgbClr val="FFFFFF"/>
                </a:buClr>
                <a:buSzPts val="1000"/>
                <a:buFont typeface="Arial"/>
                <a:buNone/>
              </a:pPr>
              <a:r>
                <a:rPr lang="en-GB" sz="1000" b="1" i="0" u="none" strike="noStrike" cap="none">
                  <a:solidFill>
                    <a:srgbClr val="FFFFFF"/>
                  </a:solidFill>
                  <a:latin typeface="Arial"/>
                  <a:ea typeface="Arial"/>
                  <a:cs typeface="Arial"/>
                  <a:sym typeface="Arial"/>
                </a:rPr>
                <a:t>. Highlight initial data quality findings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50"/>
                </a:spcBef>
                <a:spcAft>
                  <a:spcPts val="0"/>
                </a:spcAft>
                <a:buClr>
                  <a:srgbClr val="FFFFFF"/>
                </a:buClr>
                <a:buSzPts val="1000"/>
                <a:buFont typeface="Arial"/>
                <a:buNone/>
              </a:pPr>
              <a:r>
                <a:rPr lang="en-GB" sz="1000" b="1" i="0" u="none" strike="noStrike" cap="none">
                  <a:solidFill>
                    <a:srgbClr val="FFFFFF"/>
                  </a:solidFill>
                  <a:latin typeface="Arial"/>
                  <a:ea typeface="Arial"/>
                  <a:cs typeface="Arial"/>
                  <a:sym typeface="Arial"/>
                </a:rPr>
                <a:t>. Identify data gaps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50"/>
                </a:spcBef>
                <a:spcAft>
                  <a:spcPts val="0"/>
                </a:spcAft>
                <a:buClr>
                  <a:srgbClr val="FFFFFF"/>
                </a:buClr>
                <a:buSzPts val="1000"/>
                <a:buFont typeface="Arial"/>
                <a:buNone/>
              </a:pPr>
              <a:r>
                <a:rPr lang="en-GB" sz="1000" b="1" i="0" u="none" strike="noStrike" cap="none">
                  <a:solidFill>
                    <a:srgbClr val="FFFFFF"/>
                  </a:solidFill>
                  <a:latin typeface="Arial"/>
                  <a:ea typeface="Arial"/>
                  <a:cs typeface="Arial"/>
                  <a:sym typeface="Arial"/>
                </a:rPr>
                <a:t>. Define follow-up actions address data gaps </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10"/>
          <p:cNvSpPr/>
          <p:nvPr/>
        </p:nvSpPr>
        <p:spPr>
          <a:xfrm>
            <a:off x="412054" y="393064"/>
            <a:ext cx="11367891" cy="416084"/>
          </a:xfrm>
          <a:prstGeom prst="rect">
            <a:avLst/>
          </a:prstGeom>
          <a:noFill/>
          <a:ln>
            <a:noFill/>
          </a:ln>
        </p:spPr>
        <p:txBody>
          <a:bodyPr spcFirstLastPara="1" wrap="square" lIns="107250" tIns="53625" rIns="107250" bIns="536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E2081E"/>
                </a:solidFill>
                <a:latin typeface="Arial"/>
                <a:ea typeface="Arial"/>
                <a:cs typeface="Arial"/>
                <a:sym typeface="Arial"/>
              </a:rPr>
              <a:t>Phase 3. Data Collection and Validation</a:t>
            </a:r>
            <a:endParaRPr sz="2000" b="1" i="0" u="none" strike="noStrike" cap="none">
              <a:solidFill>
                <a:srgbClr val="E2081E"/>
              </a:solidFill>
              <a:latin typeface="Arial"/>
              <a:ea typeface="Arial"/>
              <a:cs typeface="Arial"/>
              <a:sym typeface="Arial"/>
            </a:endParaRPr>
          </a:p>
        </p:txBody>
      </p:sp>
      <p:sp>
        <p:nvSpPr>
          <p:cNvPr id="337" name="Google Shape;337;p10" descr="Logo SSATP"/>
          <p:cNvSpPr/>
          <p:nvPr/>
        </p:nvSpPr>
        <p:spPr>
          <a:xfrm>
            <a:off x="5943599" y="3202055"/>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38" name="Google Shape;338;p10" descr="Knowledge4Policy"/>
          <p:cNvSpPr/>
          <p:nvPr/>
        </p:nvSpPr>
        <p:spPr>
          <a:xfrm>
            <a:off x="6096000" y="3284713"/>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339" name="Google Shape;339;p10"/>
          <p:cNvGrpSpPr/>
          <p:nvPr/>
        </p:nvGrpSpPr>
        <p:grpSpPr>
          <a:xfrm>
            <a:off x="199005" y="2591705"/>
            <a:ext cx="11721416" cy="2371273"/>
            <a:chOff x="10320" y="1793419"/>
            <a:chExt cx="11721416" cy="2371273"/>
          </a:xfrm>
        </p:grpSpPr>
        <p:sp>
          <p:nvSpPr>
            <p:cNvPr id="340" name="Google Shape;340;p10"/>
            <p:cNvSpPr/>
            <p:nvPr/>
          </p:nvSpPr>
          <p:spPr>
            <a:xfrm>
              <a:off x="10320" y="1793419"/>
              <a:ext cx="3084583" cy="2371273"/>
            </a:xfrm>
            <a:prstGeom prst="roundRect">
              <a:avLst>
                <a:gd name="adj" fmla="val 1000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 name="Google Shape;341;p10"/>
            <p:cNvSpPr txBox="1"/>
            <p:nvPr/>
          </p:nvSpPr>
          <p:spPr>
            <a:xfrm>
              <a:off x="79772" y="1862871"/>
              <a:ext cx="2945679" cy="2232369"/>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INFORMATION AND DATA COLLECTION</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 Conduct interviews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 Collect questionnaires replies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 Assessment of  secondary sources  other institutions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 Triangulation to reconstruct missing elements. </a:t>
              </a:r>
              <a:endParaRPr sz="1100" b="1" i="0" u="none" strike="noStrike" cap="none">
                <a:solidFill>
                  <a:srgbClr val="FFFFFF"/>
                </a:solidFill>
                <a:latin typeface="Arial"/>
                <a:ea typeface="Arial"/>
                <a:cs typeface="Arial"/>
                <a:sym typeface="Arial"/>
              </a:endParaRPr>
            </a:p>
            <a:p>
              <a:pPr marL="0" marR="0" lvl="0" indent="0" algn="l" rtl="0">
                <a:lnSpc>
                  <a:spcPct val="90000"/>
                </a:lnSpc>
                <a:spcBef>
                  <a:spcPts val="385"/>
                </a:spcBef>
                <a:spcAft>
                  <a:spcPts val="0"/>
                </a:spcAft>
                <a:buClr>
                  <a:schemeClr val="dk1"/>
                </a:buClr>
                <a:buSzPts val="1100"/>
                <a:buFont typeface="Noto Sans Symbols"/>
                <a:buNone/>
              </a:pPr>
              <a:endParaRPr sz="1100" b="1" i="0" u="none" strike="noStrike" cap="none">
                <a:solidFill>
                  <a:srgbClr val="FFFFFF"/>
                </a:solidFill>
                <a:latin typeface="Arial"/>
                <a:ea typeface="Arial"/>
                <a:cs typeface="Arial"/>
                <a:sym typeface="Arial"/>
              </a:endParaRPr>
            </a:p>
            <a:p>
              <a:pPr marL="0" marR="0" lvl="0" indent="0" algn="l" rtl="0">
                <a:lnSpc>
                  <a:spcPct val="90000"/>
                </a:lnSpc>
                <a:spcBef>
                  <a:spcPts val="385"/>
                </a:spcBef>
                <a:spcAft>
                  <a:spcPts val="0"/>
                </a:spcAft>
                <a:buClr>
                  <a:schemeClr val="dk1"/>
                </a:buClr>
                <a:buSzPts val="1100"/>
                <a:buFont typeface="Noto Sans Symbols"/>
                <a:buNone/>
              </a:pPr>
              <a:endParaRPr sz="1100" b="1" i="0" u="none" strike="noStrike" cap="none">
                <a:solidFill>
                  <a:srgbClr val="FFFFFF"/>
                </a:solidFill>
                <a:latin typeface="Arial"/>
                <a:ea typeface="Arial"/>
                <a:cs typeface="Arial"/>
                <a:sym typeface="Arial"/>
              </a:endParaRPr>
            </a:p>
          </p:txBody>
        </p:sp>
        <p:sp>
          <p:nvSpPr>
            <p:cNvPr id="342" name="Google Shape;342;p10"/>
            <p:cNvSpPr/>
            <p:nvPr/>
          </p:nvSpPr>
          <p:spPr>
            <a:xfrm>
              <a:off x="3403361" y="2596568"/>
              <a:ext cx="653931" cy="764976"/>
            </a:xfrm>
            <a:prstGeom prst="rightArrow">
              <a:avLst>
                <a:gd name="adj1" fmla="val 60000"/>
                <a:gd name="adj2" fmla="val 50000"/>
              </a:avLst>
            </a:prstGeom>
            <a:solidFill>
              <a:srgbClr val="C00000"/>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 name="Google Shape;343;p10"/>
            <p:cNvSpPr txBox="1"/>
            <p:nvPr/>
          </p:nvSpPr>
          <p:spPr>
            <a:xfrm>
              <a:off x="3403361" y="2749563"/>
              <a:ext cx="457752" cy="458986"/>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3200"/>
                <a:buFont typeface="Arial"/>
                <a:buNone/>
              </a:pPr>
              <a:endParaRPr sz="3200" b="0" i="0" u="none" strike="noStrike" cap="none">
                <a:solidFill>
                  <a:schemeClr val="lt1"/>
                </a:solidFill>
                <a:latin typeface="Arial"/>
                <a:ea typeface="Arial"/>
                <a:cs typeface="Arial"/>
                <a:sym typeface="Arial"/>
              </a:endParaRPr>
            </a:p>
          </p:txBody>
        </p:sp>
        <p:sp>
          <p:nvSpPr>
            <p:cNvPr id="344" name="Google Shape;344;p10"/>
            <p:cNvSpPr/>
            <p:nvPr/>
          </p:nvSpPr>
          <p:spPr>
            <a:xfrm>
              <a:off x="4328736" y="1793419"/>
              <a:ext cx="3084583" cy="2371273"/>
            </a:xfrm>
            <a:prstGeom prst="roundRect">
              <a:avLst>
                <a:gd name="adj" fmla="val 1000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 name="Google Shape;345;p10"/>
            <p:cNvSpPr txBox="1"/>
            <p:nvPr/>
          </p:nvSpPr>
          <p:spPr>
            <a:xfrm>
              <a:off x="4398188" y="1862871"/>
              <a:ext cx="2945679" cy="2232369"/>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GAP IDENTIFICATION AND CONFIDENCE SCORING</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 Identify mission or conflicting information and assign a confidence rating to each data point.</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 For low-confidence data, conduct  interviews or elaborate written queries to Focal Points  to minimize gaps.</a:t>
              </a:r>
              <a:endParaRPr sz="1400" b="0" i="0" u="none" strike="noStrike" cap="none">
                <a:solidFill>
                  <a:srgbClr val="000000"/>
                </a:solidFill>
                <a:latin typeface="Arial"/>
                <a:ea typeface="Arial"/>
                <a:cs typeface="Arial"/>
                <a:sym typeface="Arial"/>
              </a:endParaRPr>
            </a:p>
          </p:txBody>
        </p:sp>
        <p:sp>
          <p:nvSpPr>
            <p:cNvPr id="346" name="Google Shape;346;p10"/>
            <p:cNvSpPr/>
            <p:nvPr/>
          </p:nvSpPr>
          <p:spPr>
            <a:xfrm>
              <a:off x="7721778" y="2596568"/>
              <a:ext cx="653931" cy="764976"/>
            </a:xfrm>
            <a:prstGeom prst="rightArrow">
              <a:avLst>
                <a:gd name="adj1" fmla="val 60000"/>
                <a:gd name="adj2" fmla="val 50000"/>
              </a:avLst>
            </a:prstGeom>
            <a:solidFill>
              <a:srgbClr val="C00000"/>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 name="Google Shape;347;p10"/>
            <p:cNvSpPr txBox="1"/>
            <p:nvPr/>
          </p:nvSpPr>
          <p:spPr>
            <a:xfrm>
              <a:off x="7721778" y="2749563"/>
              <a:ext cx="457752" cy="458986"/>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3200"/>
                <a:buFont typeface="Arial"/>
                <a:buNone/>
              </a:pPr>
              <a:endParaRPr sz="3200" b="0" i="0" u="none" strike="noStrike" cap="none">
                <a:solidFill>
                  <a:schemeClr val="lt1"/>
                </a:solidFill>
                <a:latin typeface="Arial"/>
                <a:ea typeface="Arial"/>
                <a:cs typeface="Arial"/>
                <a:sym typeface="Arial"/>
              </a:endParaRPr>
            </a:p>
          </p:txBody>
        </p:sp>
        <p:sp>
          <p:nvSpPr>
            <p:cNvPr id="348" name="Google Shape;348;p10"/>
            <p:cNvSpPr/>
            <p:nvPr/>
          </p:nvSpPr>
          <p:spPr>
            <a:xfrm>
              <a:off x="8647153" y="1793419"/>
              <a:ext cx="3084583" cy="2371273"/>
            </a:xfrm>
            <a:prstGeom prst="roundRect">
              <a:avLst>
                <a:gd name="adj" fmla="val 1000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 name="Google Shape;349;p10"/>
            <p:cNvSpPr txBox="1"/>
            <p:nvPr/>
          </p:nvSpPr>
          <p:spPr>
            <a:xfrm>
              <a:off x="8716605" y="1862871"/>
              <a:ext cx="2945679" cy="2232369"/>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DATASET AND RELIABILITY MATRIX</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385"/>
                </a:spcBef>
                <a:spcAft>
                  <a:spcPts val="0"/>
                </a:spcAft>
                <a:buClr>
                  <a:schemeClr val="dk1"/>
                </a:buClr>
                <a:buSzPts val="1100"/>
                <a:buFont typeface="Noto Sans Symbols"/>
                <a:buNone/>
              </a:pPr>
              <a:endParaRPr sz="1100" b="1" i="0" u="none" strike="noStrike" cap="none">
                <a:solidFill>
                  <a:srgbClr val="FFFFFF"/>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 Compile collected data into a dataset</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 . Elaborate a reliability matrix informing on the level confidence and any outstanding information requests.  </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11"/>
          <p:cNvSpPr/>
          <p:nvPr/>
        </p:nvSpPr>
        <p:spPr>
          <a:xfrm>
            <a:off x="412054" y="393064"/>
            <a:ext cx="11367891" cy="416084"/>
          </a:xfrm>
          <a:prstGeom prst="rect">
            <a:avLst/>
          </a:prstGeom>
          <a:noFill/>
          <a:ln>
            <a:noFill/>
          </a:ln>
        </p:spPr>
        <p:txBody>
          <a:bodyPr spcFirstLastPara="1" wrap="square" lIns="107250" tIns="53625" rIns="107250" bIns="536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E2081E"/>
                </a:solidFill>
                <a:latin typeface="Arial"/>
                <a:ea typeface="Arial"/>
                <a:cs typeface="Arial"/>
                <a:sym typeface="Arial"/>
              </a:rPr>
              <a:t>Phase 4. Analysis &amp; Synthesis</a:t>
            </a:r>
            <a:endParaRPr sz="2000" b="1" i="0" u="none" strike="noStrike" cap="none">
              <a:solidFill>
                <a:srgbClr val="E2081E"/>
              </a:solidFill>
              <a:latin typeface="Arial"/>
              <a:ea typeface="Arial"/>
              <a:cs typeface="Arial"/>
              <a:sym typeface="Arial"/>
            </a:endParaRPr>
          </a:p>
        </p:txBody>
      </p:sp>
      <p:sp>
        <p:nvSpPr>
          <p:cNvPr id="356" name="Google Shape;356;p11" descr="Logo SSATP"/>
          <p:cNvSpPr/>
          <p:nvPr/>
        </p:nvSpPr>
        <p:spPr>
          <a:xfrm>
            <a:off x="5943599" y="3202055"/>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57" name="Google Shape;357;p11" descr="Knowledge4Policy"/>
          <p:cNvSpPr/>
          <p:nvPr/>
        </p:nvSpPr>
        <p:spPr>
          <a:xfrm>
            <a:off x="6096000" y="3284713"/>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358" name="Google Shape;358;p11"/>
          <p:cNvGrpSpPr/>
          <p:nvPr/>
        </p:nvGrpSpPr>
        <p:grpSpPr>
          <a:xfrm>
            <a:off x="387527" y="1155637"/>
            <a:ext cx="10854579" cy="5309294"/>
            <a:chOff x="108928" y="98362"/>
            <a:chExt cx="10854579" cy="5309294"/>
          </a:xfrm>
        </p:grpSpPr>
        <p:sp>
          <p:nvSpPr>
            <p:cNvPr id="359" name="Google Shape;359;p11"/>
            <p:cNvSpPr/>
            <p:nvPr/>
          </p:nvSpPr>
          <p:spPr>
            <a:xfrm rot="5400000">
              <a:off x="2789951" y="2168850"/>
              <a:ext cx="1050926" cy="1740431"/>
            </a:xfrm>
            <a:prstGeom prst="bentUpArrow">
              <a:avLst>
                <a:gd name="adj1" fmla="val 32840"/>
                <a:gd name="adj2" fmla="val 25000"/>
                <a:gd name="adj3" fmla="val 35780"/>
              </a:avLst>
            </a:prstGeom>
            <a:solidFill>
              <a:srgbClr val="C00000"/>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p11"/>
            <p:cNvSpPr/>
            <p:nvPr/>
          </p:nvSpPr>
          <p:spPr>
            <a:xfrm>
              <a:off x="108928" y="98362"/>
              <a:ext cx="3846564" cy="2344119"/>
            </a:xfrm>
            <a:prstGeom prst="roundRect">
              <a:avLst>
                <a:gd name="adj" fmla="val 1667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 name="Google Shape;361;p11"/>
            <p:cNvSpPr txBox="1"/>
            <p:nvPr/>
          </p:nvSpPr>
          <p:spPr>
            <a:xfrm>
              <a:off x="223379" y="212813"/>
              <a:ext cx="3617662" cy="2115217"/>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COMPARATIVE ANALYSIS</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385"/>
                </a:spcBef>
                <a:spcAft>
                  <a:spcPts val="0"/>
                </a:spcAft>
                <a:buClr>
                  <a:schemeClr val="dk1"/>
                </a:buClr>
                <a:buSzPts val="1100"/>
                <a:buFont typeface="Arial"/>
                <a:buNone/>
              </a:pPr>
              <a:endParaRPr sz="1100" b="1" i="0" u="none" strike="noStrike" cap="none">
                <a:solidFill>
                  <a:srgbClr val="FFFFFF"/>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 Benchmark  Road Funds across key factors: governance structures, funding sources, revenue mechanisms, disbursement models, transparency practices, institutional frameworks, resilience-readiness, equity.</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 Typology of Road Funds (e.g., mature vs. emerging funds, single vs. multi-stream revenue).</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chemeClr val="dk1"/>
                </a:buClr>
                <a:buSzPts val="1100"/>
                <a:buFont typeface="Arial"/>
                <a:buNone/>
              </a:pPr>
              <a:endParaRPr sz="1100" b="1" i="0" u="none" strike="noStrike" cap="none">
                <a:solidFill>
                  <a:srgbClr val="FFFFFF"/>
                </a:solidFill>
                <a:latin typeface="Arial"/>
                <a:ea typeface="Arial"/>
                <a:cs typeface="Arial"/>
                <a:sym typeface="Arial"/>
              </a:endParaRPr>
            </a:p>
          </p:txBody>
        </p:sp>
        <p:sp>
          <p:nvSpPr>
            <p:cNvPr id="362" name="Google Shape;362;p11"/>
            <p:cNvSpPr/>
            <p:nvPr/>
          </p:nvSpPr>
          <p:spPr>
            <a:xfrm>
              <a:off x="4888406" y="473693"/>
              <a:ext cx="1871733" cy="145595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 name="Google Shape;363;p11"/>
            <p:cNvSpPr/>
            <p:nvPr/>
          </p:nvSpPr>
          <p:spPr>
            <a:xfrm rot="5400000">
              <a:off x="6015998" y="3940928"/>
              <a:ext cx="1032275" cy="1758532"/>
            </a:xfrm>
            <a:prstGeom prst="bentUpArrow">
              <a:avLst>
                <a:gd name="adj1" fmla="val 32840"/>
                <a:gd name="adj2" fmla="val 25000"/>
                <a:gd name="adj3" fmla="val 35780"/>
              </a:avLst>
            </a:prstGeom>
            <a:solidFill>
              <a:srgbClr val="C00000"/>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 name="Google Shape;364;p11"/>
            <p:cNvSpPr/>
            <p:nvPr/>
          </p:nvSpPr>
          <p:spPr>
            <a:xfrm>
              <a:off x="4345578" y="2078470"/>
              <a:ext cx="2930751" cy="2181454"/>
            </a:xfrm>
            <a:prstGeom prst="roundRect">
              <a:avLst>
                <a:gd name="adj" fmla="val 1667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 name="Google Shape;365;p11"/>
            <p:cNvSpPr txBox="1"/>
            <p:nvPr/>
          </p:nvSpPr>
          <p:spPr>
            <a:xfrm>
              <a:off x="4452087" y="2184979"/>
              <a:ext cx="2717733" cy="1968436"/>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chemeClr val="dk1"/>
                </a:buClr>
                <a:buSzPts val="1100"/>
                <a:buFont typeface="Noto Sans Symbols"/>
                <a:buNone/>
              </a:pPr>
              <a:endParaRPr sz="1100" b="1" i="0" u="none" strike="noStrike" cap="none">
                <a:solidFill>
                  <a:srgbClr val="FFFFFF"/>
                </a:solidFill>
                <a:latin typeface="Arial"/>
                <a:ea typeface="Arial"/>
                <a:cs typeface="Arial"/>
                <a:sym typeface="Arial"/>
              </a:endParaRPr>
            </a:p>
            <a:p>
              <a:pPr marL="0" marR="0" lvl="0" indent="0" algn="ctr"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NEXT-GENERATION BLUEPRINT</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385"/>
                </a:spcBef>
                <a:spcAft>
                  <a:spcPts val="0"/>
                </a:spcAft>
                <a:buClr>
                  <a:schemeClr val="dk1"/>
                </a:buClr>
                <a:buSzPts val="1100"/>
                <a:buFont typeface="Noto Sans Symbols"/>
                <a:buNone/>
              </a:pPr>
              <a:endParaRPr sz="1100" b="1" i="0" u="none" strike="noStrike" cap="none">
                <a:solidFill>
                  <a:srgbClr val="FFFFFF"/>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 . Draft a set of principles and financing options (dedicated resilience lines, blended mechanisms, performance indicators)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 . Identify the best practices  for dissemination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chemeClr val="dk1"/>
                </a:buClr>
                <a:buSzPts val="1100"/>
                <a:buFont typeface="Noto Sans Symbols"/>
                <a:buNone/>
              </a:pPr>
              <a:endParaRPr sz="1100" b="1" i="0" u="none" strike="noStrike" cap="none">
                <a:solidFill>
                  <a:srgbClr val="FFFFFF"/>
                </a:solidFill>
                <a:latin typeface="Arial"/>
                <a:ea typeface="Arial"/>
                <a:cs typeface="Arial"/>
                <a:sym typeface="Arial"/>
              </a:endParaRPr>
            </a:p>
          </p:txBody>
        </p:sp>
        <p:sp>
          <p:nvSpPr>
            <p:cNvPr id="366" name="Google Shape;366;p11"/>
            <p:cNvSpPr/>
            <p:nvPr/>
          </p:nvSpPr>
          <p:spPr>
            <a:xfrm>
              <a:off x="6869752" y="2448362"/>
              <a:ext cx="1871733" cy="145595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 name="Google Shape;367;p11"/>
            <p:cNvSpPr/>
            <p:nvPr/>
          </p:nvSpPr>
          <p:spPr>
            <a:xfrm>
              <a:off x="7563938" y="3851245"/>
              <a:ext cx="3399569" cy="1556411"/>
            </a:xfrm>
            <a:prstGeom prst="roundRect">
              <a:avLst>
                <a:gd name="adj" fmla="val 1667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 name="Google Shape;368;p11"/>
            <p:cNvSpPr txBox="1"/>
            <p:nvPr/>
          </p:nvSpPr>
          <p:spPr>
            <a:xfrm>
              <a:off x="7639929" y="3927236"/>
              <a:ext cx="3247587" cy="1404429"/>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 DRAFT REPORT</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Key findings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Noto Sans Symbols"/>
                <a:buNone/>
              </a:pPr>
              <a:r>
                <a:rPr lang="en-GB" sz="1100" b="1" i="0" u="none" strike="noStrike" cap="none">
                  <a:solidFill>
                    <a:srgbClr val="FFFFFF"/>
                  </a:solidFill>
                  <a:latin typeface="Arial"/>
                  <a:ea typeface="Arial"/>
                  <a:cs typeface="Arial"/>
                  <a:sym typeface="Arial"/>
                </a:rPr>
                <a:t>Analytical report as a key input in SSATP-ARMFA meetings.</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12"/>
          <p:cNvSpPr/>
          <p:nvPr/>
        </p:nvSpPr>
        <p:spPr>
          <a:xfrm>
            <a:off x="412054" y="393064"/>
            <a:ext cx="11367891" cy="416084"/>
          </a:xfrm>
          <a:prstGeom prst="rect">
            <a:avLst/>
          </a:prstGeom>
          <a:noFill/>
          <a:ln>
            <a:noFill/>
          </a:ln>
        </p:spPr>
        <p:txBody>
          <a:bodyPr spcFirstLastPara="1" wrap="square" lIns="107250" tIns="53625" rIns="107250" bIns="536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E2081E"/>
                </a:solidFill>
                <a:latin typeface="Arial"/>
                <a:ea typeface="Arial"/>
                <a:cs typeface="Arial"/>
                <a:sym typeface="Arial"/>
              </a:rPr>
              <a:t>Phase 5. Reporting and Dissemination</a:t>
            </a:r>
            <a:endParaRPr sz="2000" b="1" i="0" u="none" strike="noStrike" cap="none">
              <a:solidFill>
                <a:srgbClr val="E2081E"/>
              </a:solidFill>
              <a:latin typeface="Arial"/>
              <a:ea typeface="Arial"/>
              <a:cs typeface="Arial"/>
              <a:sym typeface="Arial"/>
            </a:endParaRPr>
          </a:p>
        </p:txBody>
      </p:sp>
      <p:sp>
        <p:nvSpPr>
          <p:cNvPr id="375" name="Google Shape;375;p12" descr="Logo SSATP"/>
          <p:cNvSpPr/>
          <p:nvPr/>
        </p:nvSpPr>
        <p:spPr>
          <a:xfrm>
            <a:off x="5943599" y="3202055"/>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76" name="Google Shape;376;p12" descr="Knowledge4Policy"/>
          <p:cNvSpPr/>
          <p:nvPr/>
        </p:nvSpPr>
        <p:spPr>
          <a:xfrm>
            <a:off x="6096000" y="3284713"/>
            <a:ext cx="379345" cy="3793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377" name="Google Shape;377;p12"/>
          <p:cNvGrpSpPr/>
          <p:nvPr/>
        </p:nvGrpSpPr>
        <p:grpSpPr>
          <a:xfrm>
            <a:off x="300619" y="2603128"/>
            <a:ext cx="11735904" cy="2189624"/>
            <a:chOff x="10332" y="2065245"/>
            <a:chExt cx="11735904" cy="2189624"/>
          </a:xfrm>
        </p:grpSpPr>
        <p:sp>
          <p:nvSpPr>
            <p:cNvPr id="378" name="Google Shape;378;p12"/>
            <p:cNvSpPr/>
            <p:nvPr/>
          </p:nvSpPr>
          <p:spPr>
            <a:xfrm>
              <a:off x="10332" y="2065245"/>
              <a:ext cx="3088395" cy="2189624"/>
            </a:xfrm>
            <a:prstGeom prst="roundRect">
              <a:avLst>
                <a:gd name="adj" fmla="val 1000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 name="Google Shape;379;p12"/>
            <p:cNvSpPr txBox="1"/>
            <p:nvPr/>
          </p:nvSpPr>
          <p:spPr>
            <a:xfrm>
              <a:off x="74464" y="2129377"/>
              <a:ext cx="2960131" cy="2061360"/>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FINAL REPORT</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385"/>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 Survey data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 Typologies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 Road Funds profiles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 Benchmarking</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 Findings  </a:t>
              </a:r>
              <a:endParaRPr sz="1400" b="0" i="0" u="none" strike="noStrike" cap="none">
                <a:solidFill>
                  <a:srgbClr val="000000"/>
                </a:solidFill>
                <a:latin typeface="Arial"/>
                <a:ea typeface="Arial"/>
                <a:cs typeface="Arial"/>
                <a:sym typeface="Arial"/>
              </a:endParaRPr>
            </a:p>
          </p:txBody>
        </p:sp>
        <p:sp>
          <p:nvSpPr>
            <p:cNvPr id="380" name="Google Shape;380;p12"/>
            <p:cNvSpPr/>
            <p:nvPr/>
          </p:nvSpPr>
          <p:spPr>
            <a:xfrm>
              <a:off x="3378537" y="2891119"/>
              <a:ext cx="654739" cy="765922"/>
            </a:xfrm>
            <a:prstGeom prst="rightArrow">
              <a:avLst>
                <a:gd name="adj1" fmla="val 60000"/>
                <a:gd name="adj2" fmla="val 50000"/>
              </a:avLst>
            </a:prstGeom>
            <a:solidFill>
              <a:srgbClr val="C00000"/>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 name="Google Shape;381;p12"/>
            <p:cNvSpPr txBox="1"/>
            <p:nvPr/>
          </p:nvSpPr>
          <p:spPr>
            <a:xfrm>
              <a:off x="3378537" y="3044303"/>
              <a:ext cx="458317" cy="45955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3200"/>
                <a:buFont typeface="Arial"/>
                <a:buNone/>
              </a:pPr>
              <a:endParaRPr sz="3200" b="0" i="0" u="none" strike="noStrike" cap="none">
                <a:solidFill>
                  <a:schemeClr val="lt1"/>
                </a:solidFill>
                <a:latin typeface="Arial"/>
                <a:ea typeface="Arial"/>
                <a:cs typeface="Arial"/>
                <a:sym typeface="Arial"/>
              </a:endParaRPr>
            </a:p>
          </p:txBody>
        </p:sp>
        <p:sp>
          <p:nvSpPr>
            <p:cNvPr id="382" name="Google Shape;382;p12"/>
            <p:cNvSpPr/>
            <p:nvPr/>
          </p:nvSpPr>
          <p:spPr>
            <a:xfrm>
              <a:off x="4334087" y="2065245"/>
              <a:ext cx="3088395" cy="2189624"/>
            </a:xfrm>
            <a:prstGeom prst="roundRect">
              <a:avLst>
                <a:gd name="adj" fmla="val 1000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 name="Google Shape;383;p12"/>
            <p:cNvSpPr txBox="1"/>
            <p:nvPr/>
          </p:nvSpPr>
          <p:spPr>
            <a:xfrm>
              <a:off x="4398219" y="2129377"/>
              <a:ext cx="2960131" cy="2061360"/>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GB" sz="1100" b="1" i="0" u="none" strike="noStrike" cap="none">
                  <a:solidFill>
                    <a:schemeClr val="lt1"/>
                  </a:solidFill>
                  <a:latin typeface="Arial"/>
                  <a:ea typeface="Arial"/>
                  <a:cs typeface="Arial"/>
                  <a:sym typeface="Arial"/>
                </a:rPr>
                <a:t>POLICY RECOMMENDATIONS</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385"/>
                </a:spcBef>
                <a:spcAft>
                  <a:spcPts val="0"/>
                </a:spcAft>
                <a:buClr>
                  <a:schemeClr val="lt1"/>
                </a:buClr>
                <a:buSzPts val="1100"/>
                <a:buFont typeface="Arial"/>
                <a:buNone/>
              </a:pPr>
              <a:r>
                <a:rPr lang="en-GB" sz="1100" b="1" i="0" u="none" strike="noStrike" cap="none">
                  <a:solidFill>
                    <a:schemeClr val="lt1"/>
                  </a:solidFill>
                  <a:latin typeface="Arial"/>
                  <a:ea typeface="Arial"/>
                  <a:cs typeface="Arial"/>
                  <a:sym typeface="Arial"/>
                </a:rPr>
                <a:t> NEXT GENERATION OF ROAD FUNDS </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385"/>
                </a:spcBef>
                <a:spcAft>
                  <a:spcPts val="0"/>
                </a:spcAft>
                <a:buClr>
                  <a:schemeClr val="dk1"/>
                </a:buClr>
                <a:buSzPts val="1100"/>
                <a:buFont typeface="Arial"/>
                <a:buNone/>
              </a:pPr>
              <a:endParaRPr sz="1100" b="1" i="0" u="none" strike="noStrike" cap="none">
                <a:solidFill>
                  <a:schemeClr val="lt1"/>
                </a:solidFill>
                <a:latin typeface="Arial"/>
                <a:ea typeface="Arial"/>
                <a:cs typeface="Arial"/>
                <a:sym typeface="Arial"/>
              </a:endParaRPr>
            </a:p>
            <a:p>
              <a:pPr marL="0" marR="0" lvl="0" indent="0" algn="l" rtl="0">
                <a:lnSpc>
                  <a:spcPct val="90000"/>
                </a:lnSpc>
                <a:spcBef>
                  <a:spcPts val="385"/>
                </a:spcBef>
                <a:spcAft>
                  <a:spcPts val="0"/>
                </a:spcAft>
                <a:buClr>
                  <a:schemeClr val="lt1"/>
                </a:buClr>
                <a:buSzPts val="1100"/>
                <a:buFont typeface="Arial"/>
                <a:buNone/>
              </a:pPr>
              <a:r>
                <a:rPr lang="en-GB" sz="1100" b="1" i="0" u="none" strike="noStrike" cap="none">
                  <a:solidFill>
                    <a:schemeClr val="lt1"/>
                  </a:solidFill>
                  <a:latin typeface="Arial"/>
                  <a:ea typeface="Arial"/>
                  <a:cs typeface="Arial"/>
                  <a:sym typeface="Arial"/>
                </a:rPr>
                <a:t>. Efficient and transparent governance,</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chemeClr val="lt1"/>
                </a:buClr>
                <a:buSzPts val="1100"/>
                <a:buFont typeface="Arial"/>
                <a:buNone/>
              </a:pPr>
              <a:r>
                <a:rPr lang="en-GB" sz="1100" b="1" i="0" u="none" strike="noStrike" cap="none">
                  <a:solidFill>
                    <a:schemeClr val="lt1"/>
                  </a:solidFill>
                  <a:latin typeface="Arial"/>
                  <a:ea typeface="Arial"/>
                  <a:cs typeface="Arial"/>
                  <a:sym typeface="Arial"/>
                </a:rPr>
                <a:t>. Financial sustainability,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chemeClr val="lt1"/>
                </a:buClr>
                <a:buSzPts val="1100"/>
                <a:buFont typeface="Arial"/>
                <a:buNone/>
              </a:pPr>
              <a:r>
                <a:rPr lang="en-GB" sz="1100" b="1" i="0" u="none" strike="noStrike" cap="none">
                  <a:solidFill>
                    <a:schemeClr val="lt1"/>
                  </a:solidFill>
                  <a:latin typeface="Arial"/>
                  <a:ea typeface="Arial"/>
                  <a:cs typeface="Arial"/>
                  <a:sym typeface="Arial"/>
                </a:rPr>
                <a:t>. Cimate resilience,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chemeClr val="lt1"/>
                </a:buClr>
                <a:buSzPts val="1100"/>
                <a:buFont typeface="Arial"/>
                <a:buNone/>
              </a:pPr>
              <a:r>
                <a:rPr lang="en-GB" sz="1100" b="1" i="0" u="none" strike="noStrike" cap="none">
                  <a:solidFill>
                    <a:schemeClr val="lt1"/>
                  </a:solidFill>
                  <a:latin typeface="Arial"/>
                  <a:ea typeface="Arial"/>
                  <a:cs typeface="Arial"/>
                  <a:sym typeface="Arial"/>
                </a:rPr>
                <a:t>. Integration of gender equality and social inclusion </a:t>
              </a:r>
              <a:endParaRPr sz="1100" b="1" i="0" u="none" strike="noStrike" cap="none">
                <a:solidFill>
                  <a:schemeClr val="lt1"/>
                </a:solidFill>
                <a:latin typeface="Arial"/>
                <a:ea typeface="Arial"/>
                <a:cs typeface="Arial"/>
                <a:sym typeface="Arial"/>
              </a:endParaRPr>
            </a:p>
          </p:txBody>
        </p:sp>
        <p:sp>
          <p:nvSpPr>
            <p:cNvPr id="384" name="Google Shape;384;p12"/>
            <p:cNvSpPr/>
            <p:nvPr/>
          </p:nvSpPr>
          <p:spPr>
            <a:xfrm>
              <a:off x="7731322" y="2777096"/>
              <a:ext cx="654739" cy="765922"/>
            </a:xfrm>
            <a:prstGeom prst="rightArrow">
              <a:avLst>
                <a:gd name="adj1" fmla="val 60000"/>
                <a:gd name="adj2" fmla="val 50000"/>
              </a:avLst>
            </a:prstGeom>
            <a:solidFill>
              <a:srgbClr val="C00000"/>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 name="Google Shape;385;p12"/>
            <p:cNvSpPr txBox="1"/>
            <p:nvPr/>
          </p:nvSpPr>
          <p:spPr>
            <a:xfrm>
              <a:off x="7731322" y="2930280"/>
              <a:ext cx="458317" cy="459554"/>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3200"/>
                <a:buFont typeface="Arial"/>
                <a:buNone/>
              </a:pPr>
              <a:endParaRPr sz="3200" b="0" i="0" u="none" strike="noStrike" cap="none">
                <a:solidFill>
                  <a:schemeClr val="lt1"/>
                </a:solidFill>
                <a:latin typeface="Arial"/>
                <a:ea typeface="Arial"/>
                <a:cs typeface="Arial"/>
                <a:sym typeface="Arial"/>
              </a:endParaRPr>
            </a:p>
          </p:txBody>
        </p:sp>
        <p:sp>
          <p:nvSpPr>
            <p:cNvPr id="386" name="Google Shape;386;p12"/>
            <p:cNvSpPr/>
            <p:nvPr/>
          </p:nvSpPr>
          <p:spPr>
            <a:xfrm>
              <a:off x="8657841" y="2065245"/>
              <a:ext cx="3088395" cy="2189624"/>
            </a:xfrm>
            <a:prstGeom prst="roundRect">
              <a:avLst>
                <a:gd name="adj" fmla="val 10000"/>
              </a:avLst>
            </a:prstGeom>
            <a:solidFill>
              <a:srgbClr val="C00000">
                <a:alpha val="49411"/>
              </a:srgbClr>
            </a:solidFill>
            <a:ln w="19050" cap="flat" cmpd="sng">
              <a:solidFill>
                <a:srgbClr val="FFFFF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 name="Google Shape;387;p12"/>
            <p:cNvSpPr txBox="1"/>
            <p:nvPr/>
          </p:nvSpPr>
          <p:spPr>
            <a:xfrm>
              <a:off x="8721973" y="2129377"/>
              <a:ext cx="2960131" cy="2061360"/>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DISSEMINATION</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385"/>
                </a:spcBef>
                <a:spcAft>
                  <a:spcPts val="0"/>
                </a:spcAft>
                <a:buClr>
                  <a:schemeClr val="dk1"/>
                </a:buClr>
                <a:buSzPts val="1100"/>
                <a:buFont typeface="Arial"/>
                <a:buNone/>
              </a:pPr>
              <a:endParaRPr sz="1100" b="1" i="0" u="none" strike="noStrike" cap="none">
                <a:solidFill>
                  <a:srgbClr val="FFFFFF"/>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 Debriefing  sessions with ARMFA and its Road Fund focal points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385"/>
                </a:spcBef>
                <a:spcAft>
                  <a:spcPts val="0"/>
                </a:spcAft>
                <a:buClr>
                  <a:srgbClr val="FFFFFF"/>
                </a:buClr>
                <a:buSzPts val="1100"/>
                <a:buFont typeface="Arial"/>
                <a:buNone/>
              </a:pPr>
              <a:r>
                <a:rPr lang="en-GB" sz="1100" b="1" i="0" u="none" strike="noStrike" cap="none">
                  <a:solidFill>
                    <a:srgbClr val="FFFFFF"/>
                  </a:solidFill>
                  <a:latin typeface="Arial"/>
                  <a:ea typeface="Arial"/>
                  <a:cs typeface="Arial"/>
                  <a:sym typeface="Arial"/>
                </a:rPr>
                <a:t>. Presentation of findings and policy document in the framework of SSATP-EU  conferences on Road maintenance</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13"/>
          <p:cNvSpPr/>
          <p:nvPr/>
        </p:nvSpPr>
        <p:spPr>
          <a:xfrm>
            <a:off x="559610" y="462602"/>
            <a:ext cx="11536718" cy="477639"/>
          </a:xfrm>
          <a:prstGeom prst="rect">
            <a:avLst/>
          </a:prstGeom>
          <a:noFill/>
          <a:ln>
            <a:noFill/>
          </a:ln>
        </p:spPr>
        <p:txBody>
          <a:bodyPr spcFirstLastPara="1" wrap="square" lIns="107250" tIns="53625" rIns="107250" bIns="536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E2081E"/>
                </a:solidFill>
                <a:latin typeface="Arial"/>
                <a:ea typeface="Arial"/>
                <a:cs typeface="Arial"/>
                <a:sym typeface="Arial"/>
              </a:rPr>
              <a:t>Risks and Mitigation Measures </a:t>
            </a:r>
            <a:endParaRPr sz="1800" b="0" i="0" u="none" strike="noStrike" cap="none">
              <a:solidFill>
                <a:schemeClr val="dk1"/>
              </a:solidFill>
              <a:latin typeface="Arial"/>
              <a:ea typeface="Arial"/>
              <a:cs typeface="Arial"/>
              <a:sym typeface="Arial"/>
            </a:endParaRPr>
          </a:p>
        </p:txBody>
      </p:sp>
      <p:pic>
        <p:nvPicPr>
          <p:cNvPr id="393" name="Google Shape;393;p13" descr="A white sheet with black text&#10;&#10;AI-generated content may be incorrect."/>
          <p:cNvPicPr preferRelativeResize="0"/>
          <p:nvPr/>
        </p:nvPicPr>
        <p:blipFill rotWithShape="1">
          <a:blip r:embed="rId3">
            <a:alphaModFix/>
          </a:blip>
          <a:srcRect/>
          <a:stretch/>
        </p:blipFill>
        <p:spPr>
          <a:xfrm>
            <a:off x="380078" y="1160434"/>
            <a:ext cx="11431844" cy="548121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14"/>
          <p:cNvSpPr/>
          <p:nvPr/>
        </p:nvSpPr>
        <p:spPr>
          <a:xfrm>
            <a:off x="559610" y="462602"/>
            <a:ext cx="11536718" cy="477639"/>
          </a:xfrm>
          <a:prstGeom prst="rect">
            <a:avLst/>
          </a:prstGeom>
          <a:noFill/>
          <a:ln>
            <a:noFill/>
          </a:ln>
        </p:spPr>
        <p:txBody>
          <a:bodyPr spcFirstLastPara="1" wrap="square" lIns="107250" tIns="53625" rIns="107250" bIns="536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E2081E"/>
                </a:solidFill>
                <a:latin typeface="Arial"/>
                <a:ea typeface="Arial"/>
                <a:cs typeface="Arial"/>
                <a:sym typeface="Arial"/>
              </a:rPr>
              <a:t>Workplan</a:t>
            </a:r>
            <a:endParaRPr sz="1800" b="0" i="0" u="none" strike="noStrike" cap="none">
              <a:solidFill>
                <a:schemeClr val="dk1"/>
              </a:solidFill>
              <a:latin typeface="Arial"/>
              <a:ea typeface="Arial"/>
              <a:cs typeface="Arial"/>
              <a:sym typeface="Arial"/>
            </a:endParaRPr>
          </a:p>
        </p:txBody>
      </p:sp>
      <p:pic>
        <p:nvPicPr>
          <p:cNvPr id="399" name="Google Shape;399;p14"/>
          <p:cNvPicPr preferRelativeResize="0"/>
          <p:nvPr/>
        </p:nvPicPr>
        <p:blipFill rotWithShape="1">
          <a:blip r:embed="rId3">
            <a:alphaModFix/>
          </a:blip>
          <a:srcRect/>
          <a:stretch/>
        </p:blipFill>
        <p:spPr>
          <a:xfrm>
            <a:off x="1512763" y="1165175"/>
            <a:ext cx="9166476" cy="56928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A070F-4E5A-9F03-CBA4-5D1E1F200BC9}"/>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DEE91099-F5B7-89C4-FA76-EA778D42696C}"/>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0"/>
            <a:ext cx="10399059" cy="1019175"/>
          </a:xfrm>
          <a:prstGeom prst="rect">
            <a:avLst/>
          </a:prstGeom>
        </p:spPr>
      </p:pic>
      <p:sp>
        <p:nvSpPr>
          <p:cNvPr id="5" name="CuadroTexto 4">
            <a:extLst>
              <a:ext uri="{FF2B5EF4-FFF2-40B4-BE49-F238E27FC236}">
                <a16:creationId xmlns:a16="http://schemas.microsoft.com/office/drawing/2014/main" id="{B7BE0FB4-6D03-648E-F64A-D2579D23D429}"/>
              </a:ext>
            </a:extLst>
          </p:cNvPr>
          <p:cNvSpPr txBox="1"/>
          <p:nvPr/>
        </p:nvSpPr>
        <p:spPr>
          <a:xfrm>
            <a:off x="7354775" y="3794482"/>
            <a:ext cx="4197874" cy="1365024"/>
          </a:xfrm>
          <a:prstGeom prst="round2DiagRect">
            <a:avLst/>
          </a:prstGeom>
          <a:solidFill>
            <a:srgbClr val="FFFFFF">
              <a:alpha val="70000"/>
            </a:srgbClr>
          </a:solidFill>
        </p:spPr>
        <p:txBody>
          <a:bodyPr wrap="square" lIns="180000" tIns="108000" rIns="108000" bIns="108000">
            <a:spAutoFit/>
          </a:bodyPr>
          <a:lstStyle/>
          <a:p>
            <a:pPr>
              <a:tabLst>
                <a:tab pos="4975860" algn="l"/>
                <a:tab pos="5316220" algn="l"/>
              </a:tabLst>
            </a:pPr>
            <a:r>
              <a:rPr lang="en-GB" sz="1300" b="1" noProof="0" dirty="0">
                <a:solidFill>
                  <a:schemeClr val="tx1">
                    <a:lumMod val="85000"/>
                    <a:lumOff val="15000"/>
                  </a:schemeClr>
                </a:solidFill>
                <a:effectLst/>
                <a:latin typeface="Kalinga" panose="020B0502040204020203" pitchFamily="34" charset="0"/>
                <a:ea typeface="Calibri" panose="020F0502020204030204" pitchFamily="34" charset="0"/>
                <a:cs typeface="Kalinga" panose="020B0502040204020203" pitchFamily="34" charset="0"/>
              </a:rPr>
              <a:t>Technical Assistance to Support the Africa Transport Policy Program (SSATP) Fourth Development Plan (DP4) Implementation</a:t>
            </a:r>
          </a:p>
          <a:p>
            <a:pPr algn="r">
              <a:tabLst>
                <a:tab pos="4975860" algn="l"/>
                <a:tab pos="5316220" algn="l"/>
              </a:tabLst>
            </a:pPr>
            <a:endParaRPr lang="en-GB" sz="1300" noProof="0" dirty="0">
              <a:solidFill>
                <a:schemeClr val="tx1">
                  <a:lumMod val="85000"/>
                  <a:lumOff val="15000"/>
                </a:schemeClr>
              </a:solidFill>
              <a:effectLst/>
              <a:latin typeface="Kalinga" panose="020B0502040204020203" pitchFamily="34" charset="0"/>
              <a:ea typeface="Calibri" panose="020F0502020204030204" pitchFamily="34" charset="0"/>
              <a:cs typeface="Kalinga" panose="020B0502040204020203" pitchFamily="34" charset="0"/>
            </a:endParaRPr>
          </a:p>
          <a:p>
            <a:pPr algn="r">
              <a:tabLst>
                <a:tab pos="4975860" algn="l"/>
                <a:tab pos="5316220" algn="l"/>
              </a:tabLst>
            </a:pPr>
            <a:r>
              <a:rPr lang="en-GB" sz="1400" dirty="0">
                <a:solidFill>
                  <a:schemeClr val="tx1">
                    <a:lumMod val="85000"/>
                    <a:lumOff val="15000"/>
                  </a:schemeClr>
                </a:solidFill>
                <a:latin typeface="Arial" panose="020B0604020202020204" pitchFamily="34" charset="0"/>
                <a:ea typeface="Calibri" panose="020F0502020204030204" pitchFamily="34" charset="0"/>
                <a:cs typeface="Arial" panose="020B0604020202020204" pitchFamily="34" charset="0"/>
              </a:rPr>
              <a:t>18 September 2025</a:t>
            </a:r>
          </a:p>
        </p:txBody>
      </p:sp>
      <p:sp>
        <p:nvSpPr>
          <p:cNvPr id="10" name="CuadroTexto 9">
            <a:extLst>
              <a:ext uri="{FF2B5EF4-FFF2-40B4-BE49-F238E27FC236}">
                <a16:creationId xmlns:a16="http://schemas.microsoft.com/office/drawing/2014/main" id="{F389545C-DF1F-50DD-7983-0EEB675D44F3}"/>
              </a:ext>
            </a:extLst>
          </p:cNvPr>
          <p:cNvSpPr txBox="1"/>
          <p:nvPr/>
        </p:nvSpPr>
        <p:spPr>
          <a:xfrm>
            <a:off x="146088" y="6433601"/>
            <a:ext cx="6129338" cy="307777"/>
          </a:xfrm>
          <a:prstGeom prst="rect">
            <a:avLst/>
          </a:prstGeom>
          <a:noFill/>
        </p:spPr>
        <p:txBody>
          <a:bodyPr wrap="square" lIns="91440" tIns="45720" rIns="91440" bIns="45720" anchor="t">
            <a:spAutoFit/>
          </a:bodyPr>
          <a:lstStyle/>
          <a:p>
            <a:r>
              <a:rPr lang="en-GB" sz="1400" b="1" noProof="0" dirty="0">
                <a:effectLst/>
                <a:latin typeface="Kalinga"/>
                <a:ea typeface="Calibri" panose="020F0502020204030204" pitchFamily="34" charset="0"/>
                <a:cs typeface="Times New Roman"/>
              </a:rPr>
              <a:t>EC-INTPA/2024/EARP/0021</a:t>
            </a:r>
            <a:endParaRPr lang="en-GB" sz="1400" noProof="0" dirty="0">
              <a:effectLst/>
              <a:latin typeface="Kalinga"/>
              <a:ea typeface="Calibri" panose="020F0502020204030204" pitchFamily="34" charset="0"/>
              <a:cs typeface="Times New Roman"/>
            </a:endParaRPr>
          </a:p>
        </p:txBody>
      </p:sp>
      <p:pic>
        <p:nvPicPr>
          <p:cNvPr id="4" name="Picture 4" descr="Home | SSATP">
            <a:extLst>
              <a:ext uri="{FF2B5EF4-FFF2-40B4-BE49-F238E27FC236}">
                <a16:creationId xmlns:a16="http://schemas.microsoft.com/office/drawing/2014/main" id="{14524FDC-7F4E-EAB9-BC4D-66F2E711A22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9006589" y="283908"/>
            <a:ext cx="1562044" cy="54671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European Union Logo, symbol, meaning, history, PNG, brand">
            <a:extLst>
              <a:ext uri="{FF2B5EF4-FFF2-40B4-BE49-F238E27FC236}">
                <a16:creationId xmlns:a16="http://schemas.microsoft.com/office/drawing/2014/main" id="{973B7812-39F5-E774-8837-E427874AF161}"/>
              </a:ext>
            </a:extLst>
          </p:cNvPr>
          <p:cNvPicPr>
            <a:picLocks noChangeAspect="1" noChangeArrowheads="1"/>
          </p:cNvPicPr>
          <p:nvPr/>
        </p:nvPicPr>
        <p:blipFill rotWithShape="1">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7253882" y="338983"/>
            <a:ext cx="1562045" cy="467082"/>
          </a:xfrm>
          <a:prstGeom prst="rect">
            <a:avLst/>
          </a:prstGeom>
          <a:noFill/>
          <a:extLst>
            <a:ext uri="{909E8E84-426E-40DD-AFC4-6F175D3DCCD1}">
              <a14:hiddenFill xmlns:a14="http://schemas.microsoft.com/office/drawing/2010/main">
                <a:solidFill>
                  <a:srgbClr val="FFFFFF"/>
                </a:solidFill>
              </a14:hiddenFill>
            </a:ext>
          </a:extLst>
        </p:spPr>
      </p:pic>
      <p:sp>
        <p:nvSpPr>
          <p:cNvPr id="7" name="10 Rectángulo">
            <a:extLst>
              <a:ext uri="{FF2B5EF4-FFF2-40B4-BE49-F238E27FC236}">
                <a16:creationId xmlns:a16="http://schemas.microsoft.com/office/drawing/2014/main" id="{156D293A-442F-5B92-7CC5-7AAB41606752}"/>
              </a:ext>
            </a:extLst>
          </p:cNvPr>
          <p:cNvSpPr/>
          <p:nvPr/>
        </p:nvSpPr>
        <p:spPr>
          <a:xfrm>
            <a:off x="2738288" y="2560343"/>
            <a:ext cx="6715424" cy="477639"/>
          </a:xfrm>
          <a:prstGeom prst="rect">
            <a:avLst/>
          </a:prstGeom>
        </p:spPr>
        <p:txBody>
          <a:bodyPr wrap="square" lIns="107263" tIns="53630" rIns="107263" bIns="53630" anchor="t">
            <a:spAutoFit/>
          </a:bodyPr>
          <a:lstStyle/>
          <a:p>
            <a:pPr algn="ctr"/>
            <a:r>
              <a:rPr lang="en-GB" sz="2400" b="1" noProof="0" dirty="0">
                <a:solidFill>
                  <a:srgbClr val="E2081E"/>
                </a:solidFill>
                <a:latin typeface="Kalinga"/>
                <a:ea typeface="Verdana"/>
                <a:cs typeface="Kalinga"/>
              </a:rPr>
              <a:t>Thank you</a:t>
            </a:r>
            <a:endParaRPr lang="en-GB" noProof="0" dirty="0"/>
          </a:p>
        </p:txBody>
      </p:sp>
      <p:pic>
        <p:nvPicPr>
          <p:cNvPr id="8" name="Picture 4" descr="TYPSA, Técnica y Proyectos S.A. - Asociación Española del Hidrógeno">
            <a:extLst>
              <a:ext uri="{FF2B5EF4-FFF2-40B4-BE49-F238E27FC236}">
                <a16:creationId xmlns:a16="http://schemas.microsoft.com/office/drawing/2014/main" id="{AFB87FAE-3409-8831-F497-059D2A85374F}"/>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0759295" y="338983"/>
            <a:ext cx="1188011" cy="665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8909273"/>
      </p:ext>
    </p:extLst>
  </p:cSld>
  <p:clrMapOvr>
    <a:masterClrMapping/>
  </p:clrMapOvr>
</p:sld>
</file>

<file path=ppt/theme/theme1.xml><?xml version="1.0" encoding="utf-8"?>
<a:theme xmlns:a="http://schemas.openxmlformats.org/drawingml/2006/main" name="Tema de Offic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ítulo">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0f4c7fb-5be7-48ae-9ddb-a5c46a443b58">
      <Terms xmlns="http://schemas.microsoft.com/office/infopath/2007/PartnerControls"/>
    </lcf76f155ced4ddcb4097134ff3c332f>
    <_Flow_SignoffStatus xmlns="80f4c7fb-5be7-48ae-9ddb-a5c46a443b58" xsi:nil="true"/>
    <TaxCatchAll xmlns="b39bf1ee-6b4f-479f-9ce9-7241d6522d55" xsi:nil="true"/>
    <_dlc_ExpireDateSaved xmlns="http://schemas.microsoft.com/sharepoint/v3" xsi:nil="true"/>
    <_dlc_ExpireDate xmlns="http://schemas.microsoft.com/sharepoint/v3">2025-10-06T08:23:09+00:00</_dlc_ExpireDat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4AE84F999B26149BAD494A5506E81F3" ma:contentTypeVersion="25" ma:contentTypeDescription="Create a new document." ma:contentTypeScope="" ma:versionID="cd295e73000c6148a28815fbef325cf0">
  <xsd:schema xmlns:xsd="http://www.w3.org/2001/XMLSchema" xmlns:xs="http://www.w3.org/2001/XMLSchema" xmlns:p="http://schemas.microsoft.com/office/2006/metadata/properties" xmlns:ns1="http://schemas.microsoft.com/sharepoint/v3" xmlns:ns2="80f4c7fb-5be7-48ae-9ddb-a5c46a443b58" xmlns:ns3="b39bf1ee-6b4f-479f-9ce9-7241d6522d55" targetNamespace="http://schemas.microsoft.com/office/2006/metadata/properties" ma:root="true" ma:fieldsID="443c52d966bc38211c74f43f1a24c477" ns1:_="" ns2:_="" ns3:_="">
    <xsd:import namespace="http://schemas.microsoft.com/sharepoint/v3"/>
    <xsd:import namespace="80f4c7fb-5be7-48ae-9ddb-a5c46a443b58"/>
    <xsd:import namespace="b39bf1ee-6b4f-479f-9ce9-7241d6522d55"/>
    <xsd:element name="properties">
      <xsd:complexType>
        <xsd:sequence>
          <xsd:element name="documentManagement">
            <xsd:complexType>
              <xsd:all>
                <xsd:element ref="ns2:MediaServiceMetadata" minOccurs="0"/>
                <xsd:element ref="ns2:MediaServiceFastMetadata" minOccurs="0"/>
                <xsd:element ref="ns1:_dlc_ExpireDateSaved" minOccurs="0"/>
                <xsd:element ref="ns1:_dlc_ExpireDate" minOccurs="0"/>
                <xsd:element ref="ns1:_dlc_Exempt" minOccurs="0"/>
                <xsd:element ref="ns3:SharedWithUsers" minOccurs="0"/>
                <xsd:element ref="ns3:SharedWithDetails"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_Flow_SignoffStatus" minOccurs="0"/>
                <xsd:element ref="ns2:MediaServiceLocation" minOccurs="0"/>
                <xsd:element ref="ns2:MediaServiceAutoKeyPoints" minOccurs="0"/>
                <xsd:element ref="ns2:MediaServiceKeyPoints" minOccurs="0"/>
                <xsd:element ref="ns2:MediaLengthInSeconds" minOccurs="0"/>
                <xsd:element ref="ns3:TaxCatchAll" minOccurs="0"/>
                <xsd:element ref="ns2:lcf76f155ced4ddcb4097134ff3c332f"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dlc_ExpireDateSaved" ma:index="10" nillable="true" ma:displayName="Original Expiration Date" ma:hidden="true" ma:internalName="_dlc_ExpireDateSaved" ma:readOnly="true">
      <xsd:simpleType>
        <xsd:restriction base="dms:DateTime"/>
      </xsd:simpleType>
    </xsd:element>
    <xsd:element name="_dlc_ExpireDate" ma:index="11" nillable="true" ma:displayName="Expiration Date" ma:description="" ma:hidden="true" ma:indexed="true" ma:internalName="_dlc_ExpireDate" ma:readOnly="true">
      <xsd:simpleType>
        <xsd:restriction base="dms:DateTime"/>
      </xsd:simpleType>
    </xsd:element>
    <xsd:element name="_dlc_Exempt" ma:index="12" nillable="true" ma:displayName="Exempt from Policy" ma:hidden="true" ma:internalName="_dlc_Exempt"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0f4c7fb-5be7-48ae-9ddb-a5c46a443b5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5" nillable="true" ma:displayName="MediaServiceAutoTags" ma:internalName="MediaServiceAutoTags" ma:readOnly="true">
      <xsd:simpleType>
        <xsd:restriction base="dms:Text"/>
      </xsd:simpleType>
    </xsd:element>
    <xsd:element name="MediaServiceOCR" ma:index="16" nillable="true" ma:displayName="MediaServiceOCR" ma:internalName="MediaServiceOCR"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_Flow_SignoffStatus" ma:index="20" nillable="true" ma:displayName="Sign-off status" ma:internalName="Sign_x002d_off_x0020_status">
      <xsd:simpleType>
        <xsd:restriction base="dms:Text"/>
      </xsd:simpleType>
    </xsd:element>
    <xsd:element name="MediaServiceLocation" ma:index="21" nillable="true" ma:displayName="Location" ma:internalName="MediaServiceLocation" ma:readOnly="true">
      <xsd:simpleType>
        <xsd:restriction base="dms:Text"/>
      </xsd:simpleType>
    </xsd:element>
    <xsd:element name="MediaServiceAutoKeyPoints" ma:index="22" nillable="true" ma:displayName="MediaServiceAutoKeyPoints" ma:hidden="true" ma:internalName="MediaServiceAutoKeyPoints" ma:readOnly="true">
      <xsd:simpleType>
        <xsd:restriction base="dms:Note"/>
      </xsd:simpleType>
    </xsd:element>
    <xsd:element name="MediaServiceKeyPoints" ma:index="23" nillable="true" ma:displayName="KeyPoints" ma:internalName="MediaServiceKeyPoints" ma:readOnly="true">
      <xsd:simpleType>
        <xsd:restriction base="dms:Note">
          <xsd:maxLength value="255"/>
        </xsd:restriction>
      </xsd:simpleType>
    </xsd:element>
    <xsd:element name="MediaLengthInSeconds" ma:index="24" nillable="true" ma:displayName="Length (seconds)" ma:internalName="MediaLengthInSeconds" ma:readOnly="true">
      <xsd:simpleType>
        <xsd:restriction base="dms:Unknown"/>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556e139c-3976-4f37-8cfc-4ca6bb14bca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8" nillable="true" ma:displayName="MediaServiceObjectDetectorVersions"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39bf1ee-6b4f-479f-9ce9-7241d6522d55"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f521ea0d-b711-45dc-8afd-6539f8507523}" ma:internalName="TaxCatchAll" ma:showField="CatchAllData" ma:web="b39bf1ee-6b4f-479f-9ce9-7241d6522d5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C112869-E8AF-4668-8FFB-F2C8441B3AEF}">
  <ds:schemaRefs>
    <ds:schemaRef ds:uri="http://schemas.microsoft.com/office/2006/documentManagement/types"/>
    <ds:schemaRef ds:uri="052835cd-1b05-4d87-be05-3fadb68b6607"/>
    <ds:schemaRef ds:uri="http://schemas.microsoft.com/office/infopath/2007/PartnerControls"/>
    <ds:schemaRef ds:uri="http://www.w3.org/XML/1998/namespace"/>
    <ds:schemaRef ds:uri="http://purl.org/dc/terms/"/>
    <ds:schemaRef ds:uri="http://purl.org/dc/elements/1.1/"/>
    <ds:schemaRef ds:uri="http://schemas.openxmlformats.org/package/2006/metadata/core-properties"/>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95E691E2-046D-4F78-8919-39E7EF5E1332}"/>
</file>

<file path=customXml/itemProps3.xml><?xml version="1.0" encoding="utf-8"?>
<ds:datastoreItem xmlns:ds="http://schemas.openxmlformats.org/officeDocument/2006/customXml" ds:itemID="{5E9D49BE-9B63-42C9-A680-EA5450841F0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5270</TotalTime>
  <Words>1746</Words>
  <Application>Microsoft Macintosh PowerPoint</Application>
  <PresentationFormat>Widescreen</PresentationFormat>
  <Paragraphs>194</Paragraphs>
  <Slides>22</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Kalinga</vt:lpstr>
      <vt:lpstr>Noto Sans Symbols</vt:lpstr>
      <vt:lpstr>Verdana</vt:lpstr>
      <vt:lpstr>Wingdings</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IA2347-RRAM-Nairobi-LMN-D02</dc:title>
  <dc:subject/>
  <dc:creator>TYPSA</dc:creator>
  <cp:keywords/>
  <dc:description/>
  <cp:lastModifiedBy>Jose Cordovilla</cp:lastModifiedBy>
  <cp:revision>5</cp:revision>
  <dcterms:created xsi:type="dcterms:W3CDTF">2017-09-01T06:04:42Z</dcterms:created>
  <dcterms:modified xsi:type="dcterms:W3CDTF">2025-09-20T14:22:19Z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0x01010064AE84F999B26149BAD494A5506E81F3</vt:lpwstr>
  </property>
  <property fmtid="{D5CDD505-2E9C-101B-9397-08002B2CF9AE}" pid="3" name="MediaServiceImageTags">
    <vt:lpwstr/>
  </property>
  <property fmtid="{D5CDD505-2E9C-101B-9397-08002B2CF9AE}" pid="4" name="DocumentSetDescription">
    <vt:lpwstr/>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URL">
    <vt:lpwstr/>
  </property>
  <property fmtid="{D5CDD505-2E9C-101B-9397-08002B2CF9AE}" pid="9" name="xd_Signature">
    <vt:lpwstr/>
  </property>
  <property fmtid="{D5CDD505-2E9C-101B-9397-08002B2CF9AE}" pid="10" name="_dlc_policyId">
    <vt:lpwstr>/sites/FileTransfer/AFRICA</vt:lpwstr>
  </property>
  <property fmtid="{D5CDD505-2E9C-101B-9397-08002B2CF9AE}" pid="11" name="ItemRetentionFormula">
    <vt:lpwstr>&lt;formula id="Microsoft.Office.RecordsManagement.PolicyFeatures.Expiration.Formula.BuiltIn"&gt;&lt;number&gt;15&lt;/number&gt;&lt;property&gt;Created&lt;/property&gt;&lt;propertyId&gt;8c06beca-0777-48f7-91c7-6da68bc07b69&lt;/propertyId&gt;&lt;period&gt;days&lt;/period&gt;&lt;/formula&gt;</vt:lpwstr>
  </property>
</Properties>
</file>