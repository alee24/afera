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4"/>
    <p:sldMasterId id="2147483800" r:id="rId5"/>
  </p:sldMasterIdLst>
  <p:notesMasterIdLst>
    <p:notesMasterId r:id="rId13"/>
  </p:notesMasterIdLst>
  <p:handoutMasterIdLst>
    <p:handoutMasterId r:id="rId14"/>
  </p:handoutMasterIdLst>
  <p:sldIdLst>
    <p:sldId id="265" r:id="rId6"/>
    <p:sldId id="318" r:id="rId7"/>
    <p:sldId id="336" r:id="rId8"/>
    <p:sldId id="448" r:id="rId9"/>
    <p:sldId id="446" r:id="rId10"/>
    <p:sldId id="447" r:id="rId11"/>
    <p:sldId id="450" r:id="rId12"/>
  </p:sldIdLst>
  <p:sldSz cx="24390350" cy="13723938"/>
  <p:notesSz cx="6858000" cy="9144000"/>
  <p:defaultTextStyle>
    <a:defPPr>
      <a:defRPr lang="en-US"/>
    </a:defPPr>
    <a:lvl1pPr marL="0" algn="l" defTabSz="458069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1pPr>
    <a:lvl2pPr marL="458069" algn="l" defTabSz="458069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2pPr>
    <a:lvl3pPr marL="916137" algn="l" defTabSz="458069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3pPr>
    <a:lvl4pPr marL="1374206" algn="l" defTabSz="458069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4pPr>
    <a:lvl5pPr marL="1832275" algn="l" defTabSz="458069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5pPr>
    <a:lvl6pPr marL="2290343" algn="l" defTabSz="458069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6pPr>
    <a:lvl7pPr marL="2748412" algn="l" defTabSz="458069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7pPr>
    <a:lvl8pPr marL="3206481" algn="l" defTabSz="458069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8pPr>
    <a:lvl9pPr marL="3664549" algn="l" defTabSz="458069" rtl="0" eaLnBrk="1" latinLnBrk="0" hangingPunct="1">
      <a:defRPr sz="180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s" id="{BFCBCA8E-00E3-4C42-BA12-BB50E93E9671}">
          <p14:sldIdLst>
            <p14:sldId id="265"/>
          </p14:sldIdLst>
        </p14:section>
        <p14:section name="Internal pages" id="{7441D39D-2AAE-4B9F-AA88-0EFA3D61CE2F}">
          <p14:sldIdLst>
            <p14:sldId id="318"/>
            <p14:sldId id="336"/>
            <p14:sldId id="448"/>
            <p14:sldId id="446"/>
            <p14:sldId id="447"/>
            <p14:sldId id="4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1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858B"/>
    <a:srgbClr val="18B8A6"/>
    <a:srgbClr val="FFCC09"/>
    <a:srgbClr val="00125C"/>
    <a:srgbClr val="636362"/>
    <a:srgbClr val="1A53EA"/>
    <a:srgbClr val="FFCC02"/>
    <a:srgbClr val="903F98"/>
    <a:srgbClr val="FF5C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FA9B96-9E62-EC4C-BD97-905E7309EEE9}" v="1" dt="2025-09-20T14:21:28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190" autoAdjust="0"/>
  </p:normalViewPr>
  <p:slideViewPr>
    <p:cSldViewPr snapToGrid="0">
      <p:cViewPr varScale="1">
        <p:scale>
          <a:sx n="55" d="100"/>
          <a:sy n="55" d="100"/>
        </p:scale>
        <p:origin x="776" y="208"/>
      </p:cViewPr>
      <p:guideLst>
        <p:guide orient="horz" pos="2145"/>
        <p:guide pos="112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PSAS Georgios (INTPA)" userId="S::georgios.grapsas@ec.europa.eu::b2368a20-c895-4607-a9c9-39b8647c2216" providerId="AD" clId="Web-{8847E8D6-4701-18B7-12AE-9DB8D5710B9F}"/>
    <pc:docChg chg="addSld delSld modSld modSection">
      <pc:chgData name="GRAPSAS Georgios (INTPA)" userId="S::georgios.grapsas@ec.europa.eu::b2368a20-c895-4607-a9c9-39b8647c2216" providerId="AD" clId="Web-{8847E8D6-4701-18B7-12AE-9DB8D5710B9F}" dt="2025-01-15T16:27:18.176" v="15" actId="20577"/>
      <pc:docMkLst>
        <pc:docMk/>
      </pc:docMkLst>
      <pc:sldChg chg="modSp">
        <pc:chgData name="GRAPSAS Georgios (INTPA)" userId="S::georgios.grapsas@ec.europa.eu::b2368a20-c895-4607-a9c9-39b8647c2216" providerId="AD" clId="Web-{8847E8D6-4701-18B7-12AE-9DB8D5710B9F}" dt="2025-01-15T14:16:38.968" v="1" actId="20577"/>
        <pc:sldMkLst>
          <pc:docMk/>
          <pc:sldMk cId="3242030761" sldId="414"/>
        </pc:sldMkLst>
      </pc:sldChg>
      <pc:sldChg chg="add del replId">
        <pc:chgData name="GRAPSAS Georgios (INTPA)" userId="S::georgios.grapsas@ec.europa.eu::b2368a20-c895-4607-a9c9-39b8647c2216" providerId="AD" clId="Web-{8847E8D6-4701-18B7-12AE-9DB8D5710B9F}" dt="2025-01-15T16:24:40.008" v="4"/>
        <pc:sldMkLst>
          <pc:docMk/>
          <pc:sldMk cId="1692136085" sldId="420"/>
        </pc:sldMkLst>
      </pc:sldChg>
      <pc:sldChg chg="modSp add">
        <pc:chgData name="GRAPSAS Georgios (INTPA)" userId="S::georgios.grapsas@ec.europa.eu::b2368a20-c895-4607-a9c9-39b8647c2216" providerId="AD" clId="Web-{8847E8D6-4701-18B7-12AE-9DB8D5710B9F}" dt="2025-01-15T16:27:18.176" v="15" actId="20577"/>
        <pc:sldMkLst>
          <pc:docMk/>
          <pc:sldMk cId="3517544223" sldId="421"/>
        </pc:sldMkLst>
      </pc:sldChg>
    </pc:docChg>
  </pc:docChgLst>
  <pc:docChgLst>
    <pc:chgData name="GAVILAN MARIN Jesus (INTPA)" userId="S::jesus-manuel.gavilan-marin@ec.europa.eu::80ea900e-7290-456d-bd13-034e70b7a547" providerId="AD" clId="Web-{ADF0CAF0-F281-CA83-03A5-8C7B7561505D}"/>
    <pc:docChg chg="modSld">
      <pc:chgData name="GAVILAN MARIN Jesus (INTPA)" userId="S::jesus-manuel.gavilan-marin@ec.europa.eu::80ea900e-7290-456d-bd13-034e70b7a547" providerId="AD" clId="Web-{ADF0CAF0-F281-CA83-03A5-8C7B7561505D}" dt="2025-01-17T14:03:37.279" v="238" actId="20577"/>
      <pc:docMkLst>
        <pc:docMk/>
      </pc:docMkLst>
      <pc:sldChg chg="modSp">
        <pc:chgData name="GAVILAN MARIN Jesus (INTPA)" userId="S::jesus-manuel.gavilan-marin@ec.europa.eu::80ea900e-7290-456d-bd13-034e70b7a547" providerId="AD" clId="Web-{ADF0CAF0-F281-CA83-03A5-8C7B7561505D}" dt="2025-01-17T13:53:17.943" v="209" actId="20577"/>
        <pc:sldMkLst>
          <pc:docMk/>
          <pc:sldMk cId="3264053290" sldId="300"/>
        </pc:sldMkLst>
      </pc:sldChg>
      <pc:sldChg chg="modSp">
        <pc:chgData name="GAVILAN MARIN Jesus (INTPA)" userId="S::jesus-manuel.gavilan-marin@ec.europa.eu::80ea900e-7290-456d-bd13-034e70b7a547" providerId="AD" clId="Web-{ADF0CAF0-F281-CA83-03A5-8C7B7561505D}" dt="2025-01-17T09:16:24.919" v="19" actId="20577"/>
        <pc:sldMkLst>
          <pc:docMk/>
          <pc:sldMk cId="3270712586" sldId="371"/>
        </pc:sldMkLst>
      </pc:sldChg>
      <pc:sldChg chg="modSp">
        <pc:chgData name="GAVILAN MARIN Jesus (INTPA)" userId="S::jesus-manuel.gavilan-marin@ec.europa.eu::80ea900e-7290-456d-bd13-034e70b7a547" providerId="AD" clId="Web-{ADF0CAF0-F281-CA83-03A5-8C7B7561505D}" dt="2025-01-17T14:03:37.279" v="238" actId="20577"/>
        <pc:sldMkLst>
          <pc:docMk/>
          <pc:sldMk cId="2667021062" sldId="381"/>
        </pc:sldMkLst>
      </pc:sldChg>
      <pc:sldChg chg="modSp">
        <pc:chgData name="GAVILAN MARIN Jesus (INTPA)" userId="S::jesus-manuel.gavilan-marin@ec.europa.eu::80ea900e-7290-456d-bd13-034e70b7a547" providerId="AD" clId="Web-{ADF0CAF0-F281-CA83-03A5-8C7B7561505D}" dt="2025-01-17T13:44:26.220" v="117" actId="20577"/>
        <pc:sldMkLst>
          <pc:docMk/>
          <pc:sldMk cId="3797275843" sldId="382"/>
        </pc:sldMkLst>
      </pc:sldChg>
      <pc:sldChg chg="modSp">
        <pc:chgData name="GAVILAN MARIN Jesus (INTPA)" userId="S::jesus-manuel.gavilan-marin@ec.europa.eu::80ea900e-7290-456d-bd13-034e70b7a547" providerId="AD" clId="Web-{ADF0CAF0-F281-CA83-03A5-8C7B7561505D}" dt="2025-01-17T13:42:40.012" v="115" actId="20577"/>
        <pc:sldMkLst>
          <pc:docMk/>
          <pc:sldMk cId="1816610540" sldId="386"/>
        </pc:sldMkLst>
      </pc:sldChg>
      <pc:sldChg chg="addSp delSp modSp">
        <pc:chgData name="GAVILAN MARIN Jesus (INTPA)" userId="S::jesus-manuel.gavilan-marin@ec.europa.eu::80ea900e-7290-456d-bd13-034e70b7a547" providerId="AD" clId="Web-{ADF0CAF0-F281-CA83-03A5-8C7B7561505D}" dt="2025-01-17T13:42:20.793" v="109" actId="20577"/>
        <pc:sldMkLst>
          <pc:docMk/>
          <pc:sldMk cId="1902857363" sldId="388"/>
        </pc:sldMkLst>
      </pc:sldChg>
      <pc:sldChg chg="modSp">
        <pc:chgData name="GAVILAN MARIN Jesus (INTPA)" userId="S::jesus-manuel.gavilan-marin@ec.europa.eu::80ea900e-7290-456d-bd13-034e70b7a547" providerId="AD" clId="Web-{ADF0CAF0-F281-CA83-03A5-8C7B7561505D}" dt="2025-01-17T13:37:20.297" v="28" actId="20577"/>
        <pc:sldMkLst>
          <pc:docMk/>
          <pc:sldMk cId="583825077" sldId="389"/>
        </pc:sldMkLst>
      </pc:sldChg>
      <pc:sldChg chg="modSp">
        <pc:chgData name="GAVILAN MARIN Jesus (INTPA)" userId="S::jesus-manuel.gavilan-marin@ec.europa.eu::80ea900e-7290-456d-bd13-034e70b7a547" providerId="AD" clId="Web-{ADF0CAF0-F281-CA83-03A5-8C7B7561505D}" dt="2025-01-17T13:39:51.647" v="73" actId="20577"/>
        <pc:sldMkLst>
          <pc:docMk/>
          <pc:sldMk cId="3827895470" sldId="390"/>
        </pc:sldMkLst>
      </pc:sldChg>
    </pc:docChg>
  </pc:docChgLst>
  <pc:docChgLst>
    <pc:chgData name="MAZAGATOS ATECA Marina (INTPA)" userId="0785ee29-05ac-48ad-bc20-a8f7f0a4c5f3" providerId="ADAL" clId="{5245AC8A-4042-4C32-A149-32FCDAAC9A83}"/>
    <pc:docChg chg="undo custSel modSld">
      <pc:chgData name="MAZAGATOS ATECA Marina (INTPA)" userId="0785ee29-05ac-48ad-bc20-a8f7f0a4c5f3" providerId="ADAL" clId="{5245AC8A-4042-4C32-A149-32FCDAAC9A83}" dt="2024-12-18T14:57:06.697" v="69" actId="404"/>
      <pc:docMkLst>
        <pc:docMk/>
      </pc:docMkLst>
      <pc:sldChg chg="modSp mod">
        <pc:chgData name="MAZAGATOS ATECA Marina (INTPA)" userId="0785ee29-05ac-48ad-bc20-a8f7f0a4c5f3" providerId="ADAL" clId="{5245AC8A-4042-4C32-A149-32FCDAAC9A83}" dt="2024-12-18T14:55:07.862" v="49" actId="108"/>
        <pc:sldMkLst>
          <pc:docMk/>
          <pc:sldMk cId="3930676087" sldId="384"/>
        </pc:sldMkLst>
      </pc:sldChg>
      <pc:sldChg chg="modSp mod">
        <pc:chgData name="MAZAGATOS ATECA Marina (INTPA)" userId="0785ee29-05ac-48ad-bc20-a8f7f0a4c5f3" providerId="ADAL" clId="{5245AC8A-4042-4C32-A149-32FCDAAC9A83}" dt="2024-12-18T14:57:06.697" v="69" actId="404"/>
        <pc:sldMkLst>
          <pc:docMk/>
          <pc:sldMk cId="3076131078" sldId="385"/>
        </pc:sldMkLst>
      </pc:sldChg>
      <pc:sldChg chg="modSp mod">
        <pc:chgData name="MAZAGATOS ATECA Marina (INTPA)" userId="0785ee29-05ac-48ad-bc20-a8f7f0a4c5f3" providerId="ADAL" clId="{5245AC8A-4042-4C32-A149-32FCDAAC9A83}" dt="2024-12-18T14:56:27.136" v="55" actId="255"/>
        <pc:sldMkLst>
          <pc:docMk/>
          <pc:sldMk cId="3827895470" sldId="390"/>
        </pc:sldMkLst>
      </pc:sldChg>
    </pc:docChg>
  </pc:docChgLst>
  <pc:docChgLst>
    <pc:chgData name="MAZAGATOS ATECA Marina (INTPA)" userId="0785ee29-05ac-48ad-bc20-a8f7f0a4c5f3" providerId="ADAL" clId="{8B546B6E-7E21-4D9F-A742-57E190D4531F}"/>
    <pc:docChg chg="custSel modSld">
      <pc:chgData name="MAZAGATOS ATECA Marina (INTPA)" userId="0785ee29-05ac-48ad-bc20-a8f7f0a4c5f3" providerId="ADAL" clId="{8B546B6E-7E21-4D9F-A742-57E190D4531F}" dt="2025-01-15T13:54:18.593" v="212" actId="114"/>
      <pc:docMkLst>
        <pc:docMk/>
      </pc:docMkLst>
      <pc:sldChg chg="modSp mod">
        <pc:chgData name="MAZAGATOS ATECA Marina (INTPA)" userId="0785ee29-05ac-48ad-bc20-a8f7f0a4c5f3" providerId="ADAL" clId="{8B546B6E-7E21-4D9F-A742-57E190D4531F}" dt="2025-01-15T13:27:37.927" v="0" actId="108"/>
        <pc:sldMkLst>
          <pc:docMk/>
          <pc:sldMk cId="2477543605" sldId="380"/>
        </pc:sldMkLst>
      </pc:sldChg>
      <pc:sldChg chg="addSp delSp modSp mod">
        <pc:chgData name="MAZAGATOS ATECA Marina (INTPA)" userId="0785ee29-05ac-48ad-bc20-a8f7f0a4c5f3" providerId="ADAL" clId="{8B546B6E-7E21-4D9F-A742-57E190D4531F}" dt="2025-01-15T13:54:18.593" v="212" actId="114"/>
        <pc:sldMkLst>
          <pc:docMk/>
          <pc:sldMk cId="1012744030" sldId="393"/>
        </pc:sldMkLst>
      </pc:sldChg>
    </pc:docChg>
  </pc:docChgLst>
  <pc:docChgLst>
    <pc:chgData name="MAZAGATOS ATECA Marina (INTPA)" userId="0785ee29-05ac-48ad-bc20-a8f7f0a4c5f3" providerId="ADAL" clId="{586A22AB-D147-4AC7-8604-21EAAE94F891}"/>
    <pc:docChg chg="undo custSel delSld modSld modSection">
      <pc:chgData name="MAZAGATOS ATECA Marina (INTPA)" userId="0785ee29-05ac-48ad-bc20-a8f7f0a4c5f3" providerId="ADAL" clId="{586A22AB-D147-4AC7-8604-21EAAE94F891}" dt="2025-01-19T09:37:14.762" v="94" actId="14100"/>
      <pc:docMkLst>
        <pc:docMk/>
      </pc:docMkLst>
      <pc:sldChg chg="modSp del mod">
        <pc:chgData name="MAZAGATOS ATECA Marina (INTPA)" userId="0785ee29-05ac-48ad-bc20-a8f7f0a4c5f3" providerId="ADAL" clId="{586A22AB-D147-4AC7-8604-21EAAE94F891}" dt="2025-01-19T09:37:04.987" v="92" actId="2696"/>
        <pc:sldMkLst>
          <pc:docMk/>
          <pc:sldMk cId="1902857363" sldId="388"/>
        </pc:sldMkLst>
      </pc:sldChg>
      <pc:sldChg chg="modSp mod">
        <pc:chgData name="MAZAGATOS ATECA Marina (INTPA)" userId="0785ee29-05ac-48ad-bc20-a8f7f0a4c5f3" providerId="ADAL" clId="{586A22AB-D147-4AC7-8604-21EAAE94F891}" dt="2025-01-19T09:37:14.762" v="94" actId="14100"/>
        <pc:sldMkLst>
          <pc:docMk/>
          <pc:sldMk cId="3827895470" sldId="390"/>
        </pc:sldMkLst>
      </pc:sldChg>
      <pc:sldChg chg="addSp modSp mod modNotesTx">
        <pc:chgData name="MAZAGATOS ATECA Marina (INTPA)" userId="0785ee29-05ac-48ad-bc20-a8f7f0a4c5f3" providerId="ADAL" clId="{586A22AB-D147-4AC7-8604-21EAAE94F891}" dt="2025-01-19T09:36:56.927" v="91" actId="404"/>
        <pc:sldMkLst>
          <pc:docMk/>
          <pc:sldMk cId="3903542561" sldId="429"/>
        </pc:sldMkLst>
      </pc:sldChg>
    </pc:docChg>
  </pc:docChgLst>
  <pc:docChgLst>
    <pc:chgData name="MAZAGATOS ATECA Marina (INTPA)" userId="0785ee29-05ac-48ad-bc20-a8f7f0a4c5f3" providerId="ADAL" clId="{655CCDC5-347B-4B68-8F68-3CA5D9FF684B}"/>
    <pc:docChg chg="undo redo custSel modSld">
      <pc:chgData name="MAZAGATOS ATECA Marina (INTPA)" userId="0785ee29-05ac-48ad-bc20-a8f7f0a4c5f3" providerId="ADAL" clId="{655CCDC5-347B-4B68-8F68-3CA5D9FF684B}" dt="2025-01-17T22:22:08.120" v="2846" actId="403"/>
      <pc:docMkLst>
        <pc:docMk/>
      </pc:docMkLst>
      <pc:sldChg chg="delSp modSp mod">
        <pc:chgData name="MAZAGATOS ATECA Marina (INTPA)" userId="0785ee29-05ac-48ad-bc20-a8f7f0a4c5f3" providerId="ADAL" clId="{655CCDC5-347B-4B68-8F68-3CA5D9FF684B}" dt="2025-01-17T21:52:38.531" v="2049" actId="14100"/>
        <pc:sldMkLst>
          <pc:docMk/>
          <pc:sldMk cId="3264053290" sldId="300"/>
        </pc:sldMkLst>
      </pc:sldChg>
      <pc:sldChg chg="addSp delSp modSp mod">
        <pc:chgData name="MAZAGATOS ATECA Marina (INTPA)" userId="0785ee29-05ac-48ad-bc20-a8f7f0a4c5f3" providerId="ADAL" clId="{655CCDC5-347B-4B68-8F68-3CA5D9FF684B}" dt="2025-01-17T21:52:34.734" v="2048" actId="14100"/>
        <pc:sldMkLst>
          <pc:docMk/>
          <pc:sldMk cId="3270712586" sldId="371"/>
        </pc:sldMkLst>
      </pc:sldChg>
      <pc:sldChg chg="modSp mod">
        <pc:chgData name="MAZAGATOS ATECA Marina (INTPA)" userId="0785ee29-05ac-48ad-bc20-a8f7f0a4c5f3" providerId="ADAL" clId="{655CCDC5-347B-4B68-8F68-3CA5D9FF684B}" dt="2025-01-17T21:30:46.111" v="1446" actId="14100"/>
        <pc:sldMkLst>
          <pc:docMk/>
          <pc:sldMk cId="2477543605" sldId="380"/>
        </pc:sldMkLst>
      </pc:sldChg>
      <pc:sldChg chg="addSp delSp modSp mod">
        <pc:chgData name="MAZAGATOS ATECA Marina (INTPA)" userId="0785ee29-05ac-48ad-bc20-a8f7f0a4c5f3" providerId="ADAL" clId="{655CCDC5-347B-4B68-8F68-3CA5D9FF684B}" dt="2025-01-17T21:40:49.705" v="1798" actId="255"/>
        <pc:sldMkLst>
          <pc:docMk/>
          <pc:sldMk cId="2667021062" sldId="381"/>
        </pc:sldMkLst>
      </pc:sldChg>
      <pc:sldChg chg="addSp delSp modSp mod">
        <pc:chgData name="MAZAGATOS ATECA Marina (INTPA)" userId="0785ee29-05ac-48ad-bc20-a8f7f0a4c5f3" providerId="ADAL" clId="{655CCDC5-347B-4B68-8F68-3CA5D9FF684B}" dt="2025-01-17T21:50:42.110" v="2020" actId="1076"/>
        <pc:sldMkLst>
          <pc:docMk/>
          <pc:sldMk cId="3797275843" sldId="382"/>
        </pc:sldMkLst>
      </pc:sldChg>
      <pc:sldChg chg="addSp delSp modSp mod">
        <pc:chgData name="MAZAGATOS ATECA Marina (INTPA)" userId="0785ee29-05ac-48ad-bc20-a8f7f0a4c5f3" providerId="ADAL" clId="{655CCDC5-347B-4B68-8F68-3CA5D9FF684B}" dt="2025-01-17T21:49:07.616" v="2006" actId="14100"/>
        <pc:sldMkLst>
          <pc:docMk/>
          <pc:sldMk cId="2720251177" sldId="383"/>
        </pc:sldMkLst>
      </pc:sldChg>
      <pc:sldChg chg="addSp delSp modSp mod">
        <pc:chgData name="MAZAGATOS ATECA Marina (INTPA)" userId="0785ee29-05ac-48ad-bc20-a8f7f0a4c5f3" providerId="ADAL" clId="{655CCDC5-347B-4B68-8F68-3CA5D9FF684B}" dt="2025-01-17T19:51:15.843" v="62" actId="14100"/>
        <pc:sldMkLst>
          <pc:docMk/>
          <pc:sldMk cId="3930676087" sldId="384"/>
        </pc:sldMkLst>
      </pc:sldChg>
      <pc:sldChg chg="addSp delSp modSp mod">
        <pc:chgData name="MAZAGATOS ATECA Marina (INTPA)" userId="0785ee29-05ac-48ad-bc20-a8f7f0a4c5f3" providerId="ADAL" clId="{655CCDC5-347B-4B68-8F68-3CA5D9FF684B}" dt="2025-01-17T21:52:50.890" v="2052" actId="1038"/>
        <pc:sldMkLst>
          <pc:docMk/>
          <pc:sldMk cId="3076131078" sldId="385"/>
        </pc:sldMkLst>
      </pc:sldChg>
      <pc:sldChg chg="addSp delSp modSp mod">
        <pc:chgData name="MAZAGATOS ATECA Marina (INTPA)" userId="0785ee29-05ac-48ad-bc20-a8f7f0a4c5f3" providerId="ADAL" clId="{655CCDC5-347B-4B68-8F68-3CA5D9FF684B}" dt="2025-01-17T21:52:56.625" v="2053" actId="1076"/>
        <pc:sldMkLst>
          <pc:docMk/>
          <pc:sldMk cId="1816610540" sldId="386"/>
        </pc:sldMkLst>
      </pc:sldChg>
      <pc:sldChg chg="addSp delSp modSp mod setBg">
        <pc:chgData name="MAZAGATOS ATECA Marina (INTPA)" userId="0785ee29-05ac-48ad-bc20-a8f7f0a4c5f3" providerId="ADAL" clId="{655CCDC5-347B-4B68-8F68-3CA5D9FF684B}" dt="2025-01-17T21:05:20.976" v="1036"/>
        <pc:sldMkLst>
          <pc:docMk/>
          <pc:sldMk cId="1902857363" sldId="388"/>
        </pc:sldMkLst>
      </pc:sldChg>
      <pc:sldChg chg="addSp delSp modSp mod">
        <pc:chgData name="MAZAGATOS ATECA Marina (INTPA)" userId="0785ee29-05ac-48ad-bc20-a8f7f0a4c5f3" providerId="ADAL" clId="{655CCDC5-347B-4B68-8F68-3CA5D9FF684B}" dt="2025-01-17T21:08:57.979" v="1113" actId="1076"/>
        <pc:sldMkLst>
          <pc:docMk/>
          <pc:sldMk cId="583825077" sldId="389"/>
        </pc:sldMkLst>
      </pc:sldChg>
      <pc:sldChg chg="addSp delSp modSp mod">
        <pc:chgData name="MAZAGATOS ATECA Marina (INTPA)" userId="0785ee29-05ac-48ad-bc20-a8f7f0a4c5f3" providerId="ADAL" clId="{655CCDC5-347B-4B68-8F68-3CA5D9FF684B}" dt="2025-01-17T21:53:32.451" v="2056" actId="6549"/>
        <pc:sldMkLst>
          <pc:docMk/>
          <pc:sldMk cId="3827895470" sldId="390"/>
        </pc:sldMkLst>
      </pc:sldChg>
      <pc:sldChg chg="modSp mod">
        <pc:chgData name="MAZAGATOS ATECA Marina (INTPA)" userId="0785ee29-05ac-48ad-bc20-a8f7f0a4c5f3" providerId="ADAL" clId="{655CCDC5-347B-4B68-8F68-3CA5D9FF684B}" dt="2025-01-17T21:30:15.092" v="1437" actId="1076"/>
        <pc:sldMkLst>
          <pc:docMk/>
          <pc:sldMk cId="3747580101" sldId="391"/>
        </pc:sldMkLst>
      </pc:sldChg>
      <pc:sldChg chg="addSp delSp modSp mod">
        <pc:chgData name="MAZAGATOS ATECA Marina (INTPA)" userId="0785ee29-05ac-48ad-bc20-a8f7f0a4c5f3" providerId="ADAL" clId="{655CCDC5-347B-4B68-8F68-3CA5D9FF684B}" dt="2025-01-17T21:24:03.842" v="1325" actId="14100"/>
        <pc:sldMkLst>
          <pc:docMk/>
          <pc:sldMk cId="749515831" sldId="392"/>
        </pc:sldMkLst>
      </pc:sldChg>
      <pc:sldChg chg="addSp delSp modSp mod">
        <pc:chgData name="MAZAGATOS ATECA Marina (INTPA)" userId="0785ee29-05ac-48ad-bc20-a8f7f0a4c5f3" providerId="ADAL" clId="{655CCDC5-347B-4B68-8F68-3CA5D9FF684B}" dt="2025-01-17T22:01:57.079" v="2298" actId="255"/>
        <pc:sldMkLst>
          <pc:docMk/>
          <pc:sldMk cId="1012744030" sldId="393"/>
        </pc:sldMkLst>
      </pc:sldChg>
      <pc:sldChg chg="addSp delSp modSp mod">
        <pc:chgData name="MAZAGATOS ATECA Marina (INTPA)" userId="0785ee29-05ac-48ad-bc20-a8f7f0a4c5f3" providerId="ADAL" clId="{655CCDC5-347B-4B68-8F68-3CA5D9FF684B}" dt="2025-01-17T22:02:13.286" v="2301" actId="478"/>
        <pc:sldMkLst>
          <pc:docMk/>
          <pc:sldMk cId="213418277" sldId="394"/>
        </pc:sldMkLst>
      </pc:sldChg>
      <pc:sldChg chg="addSp delSp modSp mod">
        <pc:chgData name="MAZAGATOS ATECA Marina (INTPA)" userId="0785ee29-05ac-48ad-bc20-a8f7f0a4c5f3" providerId="ADAL" clId="{655CCDC5-347B-4B68-8F68-3CA5D9FF684B}" dt="2025-01-17T22:05:28.411" v="2389" actId="1036"/>
        <pc:sldMkLst>
          <pc:docMk/>
          <pc:sldMk cId="747740739" sldId="395"/>
        </pc:sldMkLst>
      </pc:sldChg>
      <pc:sldChg chg="addSp delSp modSp mod">
        <pc:chgData name="MAZAGATOS ATECA Marina (INTPA)" userId="0785ee29-05ac-48ad-bc20-a8f7f0a4c5f3" providerId="ADAL" clId="{655CCDC5-347B-4B68-8F68-3CA5D9FF684B}" dt="2025-01-17T22:05:46.200" v="2393" actId="478"/>
        <pc:sldMkLst>
          <pc:docMk/>
          <pc:sldMk cId="2889976800" sldId="396"/>
        </pc:sldMkLst>
      </pc:sldChg>
      <pc:sldChg chg="modSp mod">
        <pc:chgData name="MAZAGATOS ATECA Marina (INTPA)" userId="0785ee29-05ac-48ad-bc20-a8f7f0a4c5f3" providerId="ADAL" clId="{655CCDC5-347B-4B68-8F68-3CA5D9FF684B}" dt="2025-01-17T21:31:19.110" v="1470" actId="1076"/>
        <pc:sldMkLst>
          <pc:docMk/>
          <pc:sldMk cId="266114053" sldId="398"/>
        </pc:sldMkLst>
      </pc:sldChg>
      <pc:sldChg chg="addSp delSp modSp mod">
        <pc:chgData name="MAZAGATOS ATECA Marina (INTPA)" userId="0785ee29-05ac-48ad-bc20-a8f7f0a4c5f3" providerId="ADAL" clId="{655CCDC5-347B-4B68-8F68-3CA5D9FF684B}" dt="2025-01-17T22:11:25.831" v="2524" actId="1076"/>
        <pc:sldMkLst>
          <pc:docMk/>
          <pc:sldMk cId="4031091407" sldId="399"/>
        </pc:sldMkLst>
      </pc:sldChg>
      <pc:sldChg chg="addSp delSp modSp mod">
        <pc:chgData name="MAZAGATOS ATECA Marina (INTPA)" userId="0785ee29-05ac-48ad-bc20-a8f7f0a4c5f3" providerId="ADAL" clId="{655CCDC5-347B-4B68-8F68-3CA5D9FF684B}" dt="2025-01-17T22:13:58.171" v="2615" actId="20577"/>
        <pc:sldMkLst>
          <pc:docMk/>
          <pc:sldMk cId="113264031" sldId="400"/>
        </pc:sldMkLst>
      </pc:sldChg>
      <pc:sldChg chg="addSp delSp modSp mod">
        <pc:chgData name="MAZAGATOS ATECA Marina (INTPA)" userId="0785ee29-05ac-48ad-bc20-a8f7f0a4c5f3" providerId="ADAL" clId="{655CCDC5-347B-4B68-8F68-3CA5D9FF684B}" dt="2025-01-17T22:14:19.834" v="2621" actId="14100"/>
        <pc:sldMkLst>
          <pc:docMk/>
          <pc:sldMk cId="70344665" sldId="401"/>
        </pc:sldMkLst>
      </pc:sldChg>
      <pc:sldChg chg="addSp delSp modSp mod">
        <pc:chgData name="MAZAGATOS ATECA Marina (INTPA)" userId="0785ee29-05ac-48ad-bc20-a8f7f0a4c5f3" providerId="ADAL" clId="{655CCDC5-347B-4B68-8F68-3CA5D9FF684B}" dt="2025-01-17T22:17:14.352" v="2726" actId="14100"/>
        <pc:sldMkLst>
          <pc:docMk/>
          <pc:sldMk cId="3745905074" sldId="402"/>
        </pc:sldMkLst>
      </pc:sldChg>
      <pc:sldChg chg="addSp delSp modSp mod">
        <pc:chgData name="MAZAGATOS ATECA Marina (INTPA)" userId="0785ee29-05ac-48ad-bc20-a8f7f0a4c5f3" providerId="ADAL" clId="{655CCDC5-347B-4B68-8F68-3CA5D9FF684B}" dt="2025-01-17T22:16:25.870" v="2695" actId="1076"/>
        <pc:sldMkLst>
          <pc:docMk/>
          <pc:sldMk cId="1234911430" sldId="403"/>
        </pc:sldMkLst>
      </pc:sldChg>
      <pc:sldChg chg="addSp delSp modSp mod">
        <pc:chgData name="MAZAGATOS ATECA Marina (INTPA)" userId="0785ee29-05ac-48ad-bc20-a8f7f0a4c5f3" providerId="ADAL" clId="{655CCDC5-347B-4B68-8F68-3CA5D9FF684B}" dt="2025-01-17T22:20:09.901" v="2812" actId="1035"/>
        <pc:sldMkLst>
          <pc:docMk/>
          <pc:sldMk cId="276098482" sldId="404"/>
        </pc:sldMkLst>
      </pc:sldChg>
      <pc:sldChg chg="addSp delSp modSp mod">
        <pc:chgData name="MAZAGATOS ATECA Marina (INTPA)" userId="0785ee29-05ac-48ad-bc20-a8f7f0a4c5f3" providerId="ADAL" clId="{655CCDC5-347B-4B68-8F68-3CA5D9FF684B}" dt="2025-01-17T22:19:24.973" v="2760" actId="14100"/>
        <pc:sldMkLst>
          <pc:docMk/>
          <pc:sldMk cId="3752082775" sldId="413"/>
        </pc:sldMkLst>
      </pc:sldChg>
      <pc:sldChg chg="addSp delSp modSp mod">
        <pc:chgData name="MAZAGATOS ATECA Marina (INTPA)" userId="0785ee29-05ac-48ad-bc20-a8f7f0a4c5f3" providerId="ADAL" clId="{655CCDC5-347B-4B68-8F68-3CA5D9FF684B}" dt="2025-01-17T22:22:08.120" v="2846" actId="403"/>
        <pc:sldMkLst>
          <pc:docMk/>
          <pc:sldMk cId="3242030761" sldId="414"/>
        </pc:sldMkLst>
      </pc:sldChg>
      <pc:sldChg chg="addSp delSp modSp mod">
        <pc:chgData name="MAZAGATOS ATECA Marina (INTPA)" userId="0785ee29-05ac-48ad-bc20-a8f7f0a4c5f3" providerId="ADAL" clId="{655CCDC5-347B-4B68-8F68-3CA5D9FF684B}" dt="2025-01-17T21:54:32.804" v="2097" actId="255"/>
        <pc:sldMkLst>
          <pc:docMk/>
          <pc:sldMk cId="1834427571" sldId="418"/>
        </pc:sldMkLst>
      </pc:sldChg>
      <pc:sldChg chg="addSp delSp modSp mod">
        <pc:chgData name="MAZAGATOS ATECA Marina (INTPA)" userId="0785ee29-05ac-48ad-bc20-a8f7f0a4c5f3" providerId="ADAL" clId="{655CCDC5-347B-4B68-8F68-3CA5D9FF684B}" dt="2025-01-17T22:11:12.543" v="2521" actId="403"/>
        <pc:sldMkLst>
          <pc:docMk/>
          <pc:sldMk cId="1942365546" sldId="419"/>
        </pc:sldMkLst>
      </pc:sldChg>
      <pc:sldChg chg="addSp delSp modSp mod">
        <pc:chgData name="MAZAGATOS ATECA Marina (INTPA)" userId="0785ee29-05ac-48ad-bc20-a8f7f0a4c5f3" providerId="ADAL" clId="{655CCDC5-347B-4B68-8F68-3CA5D9FF684B}" dt="2025-01-17T22:10:05.825" v="2473" actId="12"/>
        <pc:sldMkLst>
          <pc:docMk/>
          <pc:sldMk cId="3517544223" sldId="421"/>
        </pc:sldMkLst>
      </pc:sldChg>
      <pc:sldChg chg="addSp delSp modSp mod modNotesTx">
        <pc:chgData name="MAZAGATOS ATECA Marina (INTPA)" userId="0785ee29-05ac-48ad-bc20-a8f7f0a4c5f3" providerId="ADAL" clId="{655CCDC5-347B-4B68-8F68-3CA5D9FF684B}" dt="2025-01-17T21:05:16.521" v="1034"/>
        <pc:sldMkLst>
          <pc:docMk/>
          <pc:sldMk cId="3903542561" sldId="429"/>
        </pc:sldMkLst>
      </pc:sldChg>
    </pc:docChg>
  </pc:docChgLst>
  <pc:docChgLst>
    <pc:chgData name="MATTA CASTILLO Eduin (INTPA)" userId="e7d1263b-560a-4056-9573-74819ee32f7b" providerId="ADAL" clId="{6F4CF3BC-6294-44FE-BFCC-E4A5219CAE1B}"/>
    <pc:docChg chg="modSld">
      <pc:chgData name="MATTA CASTILLO Eduin (INTPA)" userId="e7d1263b-560a-4056-9573-74819ee32f7b" providerId="ADAL" clId="{6F4CF3BC-6294-44FE-BFCC-E4A5219CAE1B}" dt="2025-01-20T11:12:15.252" v="5" actId="20577"/>
      <pc:docMkLst>
        <pc:docMk/>
      </pc:docMkLst>
      <pc:sldChg chg="modSp mod">
        <pc:chgData name="MATTA CASTILLO Eduin (INTPA)" userId="e7d1263b-560a-4056-9573-74819ee32f7b" providerId="ADAL" clId="{6F4CF3BC-6294-44FE-BFCC-E4A5219CAE1B}" dt="2025-01-20T11:12:15.252" v="5" actId="20577"/>
        <pc:sldMkLst>
          <pc:docMk/>
          <pc:sldMk cId="1942365546" sldId="419"/>
        </pc:sldMkLst>
      </pc:sldChg>
    </pc:docChg>
  </pc:docChgLst>
  <pc:docChgLst>
    <pc:chgData name="DI STEFANO Fabio (INTPA)" userId="S::fabio.di-stefano@ec.europa.eu::2d20b507-ebc7-4876-93a6-11f942a3beb9" providerId="AD" clId="Web-{E4CE46EB-DA60-ECE7-AC6B-BC561EAF5F3B}"/>
    <pc:docChg chg="modSld">
      <pc:chgData name="DI STEFANO Fabio (INTPA)" userId="S::fabio.di-stefano@ec.europa.eu::2d20b507-ebc7-4876-93a6-11f942a3beb9" providerId="AD" clId="Web-{E4CE46EB-DA60-ECE7-AC6B-BC561EAF5F3B}" dt="2025-01-09T10:06:01.661" v="21" actId="20577"/>
      <pc:docMkLst>
        <pc:docMk/>
      </pc:docMkLst>
      <pc:sldChg chg="modSp">
        <pc:chgData name="DI STEFANO Fabio (INTPA)" userId="S::fabio.di-stefano@ec.europa.eu::2d20b507-ebc7-4876-93a6-11f942a3beb9" providerId="AD" clId="Web-{E4CE46EB-DA60-ECE7-AC6B-BC561EAF5F3B}" dt="2025-01-09T10:01:10.589" v="14" actId="20577"/>
        <pc:sldMkLst>
          <pc:docMk/>
          <pc:sldMk cId="2544776460" sldId="363"/>
        </pc:sldMkLst>
      </pc:sldChg>
      <pc:sldChg chg="modSp">
        <pc:chgData name="DI STEFANO Fabio (INTPA)" userId="S::fabio.di-stefano@ec.europa.eu::2d20b507-ebc7-4876-93a6-11f942a3beb9" providerId="AD" clId="Web-{E4CE46EB-DA60-ECE7-AC6B-BC561EAF5F3B}" dt="2025-01-09T10:02:10.512" v="17" actId="20577"/>
        <pc:sldMkLst>
          <pc:docMk/>
          <pc:sldMk cId="3270712586" sldId="371"/>
        </pc:sldMkLst>
      </pc:sldChg>
      <pc:sldChg chg="modSp">
        <pc:chgData name="DI STEFANO Fabio (INTPA)" userId="S::fabio.di-stefano@ec.europa.eu::2d20b507-ebc7-4876-93a6-11f942a3beb9" providerId="AD" clId="Web-{E4CE46EB-DA60-ECE7-AC6B-BC561EAF5F3B}" dt="2025-01-09T09:57:56.020" v="3" actId="20577"/>
        <pc:sldMkLst>
          <pc:docMk/>
          <pc:sldMk cId="4021295010" sldId="378"/>
        </pc:sldMkLst>
      </pc:sldChg>
      <pc:sldChg chg="modSp">
        <pc:chgData name="DI STEFANO Fabio (INTPA)" userId="S::fabio.di-stefano@ec.europa.eu::2d20b507-ebc7-4876-93a6-11f942a3beb9" providerId="AD" clId="Web-{E4CE46EB-DA60-ECE7-AC6B-BC561EAF5F3B}" dt="2025-01-09T10:06:01.661" v="21" actId="20577"/>
        <pc:sldMkLst>
          <pc:docMk/>
          <pc:sldMk cId="3930676087" sldId="384"/>
        </pc:sldMkLst>
      </pc:sldChg>
    </pc:docChg>
  </pc:docChgLst>
  <pc:docChgLst>
    <pc:chgData name="MAZAGATOS ATECA Marina (INTPA)" userId="0785ee29-05ac-48ad-bc20-a8f7f0a4c5f3" providerId="ADAL" clId="{16B02DA7-297E-46A6-AEB9-DBFC8BC7825B}"/>
    <pc:docChg chg="custSel addSld modSld sldOrd modMainMaster modSection">
      <pc:chgData name="MAZAGATOS ATECA Marina (INTPA)" userId="0785ee29-05ac-48ad-bc20-a8f7f0a4c5f3" providerId="ADAL" clId="{16B02DA7-297E-46A6-AEB9-DBFC8BC7825B}" dt="2025-02-05T11:43:57.930" v="188" actId="1076"/>
      <pc:docMkLst>
        <pc:docMk/>
      </pc:docMkLst>
      <pc:sldChg chg="modSp">
        <pc:chgData name="MAZAGATOS ATECA Marina (INTPA)" userId="0785ee29-05ac-48ad-bc20-a8f7f0a4c5f3" providerId="ADAL" clId="{16B02DA7-297E-46A6-AEB9-DBFC8BC7825B}" dt="2025-02-05T11:40:47.901" v="160" actId="14826"/>
        <pc:sldMkLst>
          <pc:docMk/>
          <pc:sldMk cId="3270712586" sldId="371"/>
        </pc:sldMkLst>
      </pc:sldChg>
      <pc:sldChg chg="modSp">
        <pc:chgData name="MAZAGATOS ATECA Marina (INTPA)" userId="0785ee29-05ac-48ad-bc20-a8f7f0a4c5f3" providerId="ADAL" clId="{16B02DA7-297E-46A6-AEB9-DBFC8BC7825B}" dt="2025-02-05T11:41:05.046" v="162" actId="1076"/>
        <pc:sldMkLst>
          <pc:docMk/>
          <pc:sldMk cId="3797275843" sldId="382"/>
        </pc:sldMkLst>
      </pc:sldChg>
      <pc:sldChg chg="modSp">
        <pc:chgData name="MAZAGATOS ATECA Marina (INTPA)" userId="0785ee29-05ac-48ad-bc20-a8f7f0a4c5f3" providerId="ADAL" clId="{16B02DA7-297E-46A6-AEB9-DBFC8BC7825B}" dt="2025-02-05T11:41:18.323" v="164" actId="1076"/>
        <pc:sldMkLst>
          <pc:docMk/>
          <pc:sldMk cId="3930676087" sldId="384"/>
        </pc:sldMkLst>
      </pc:sldChg>
      <pc:sldChg chg="modSp">
        <pc:chgData name="MAZAGATOS ATECA Marina (INTPA)" userId="0785ee29-05ac-48ad-bc20-a8f7f0a4c5f3" providerId="ADAL" clId="{16B02DA7-297E-46A6-AEB9-DBFC8BC7825B}" dt="2025-02-05T11:41:28.410" v="167" actId="14826"/>
        <pc:sldMkLst>
          <pc:docMk/>
          <pc:sldMk cId="1816610540" sldId="386"/>
        </pc:sldMkLst>
      </pc:sldChg>
      <pc:sldChg chg="modSp">
        <pc:chgData name="MAZAGATOS ATECA Marina (INTPA)" userId="0785ee29-05ac-48ad-bc20-a8f7f0a4c5f3" providerId="ADAL" clId="{16B02DA7-297E-46A6-AEB9-DBFC8BC7825B}" dt="2025-02-05T11:41:50.776" v="172" actId="1076"/>
        <pc:sldMkLst>
          <pc:docMk/>
          <pc:sldMk cId="583825077" sldId="389"/>
        </pc:sldMkLst>
      </pc:sldChg>
      <pc:sldChg chg="modSp">
        <pc:chgData name="MAZAGATOS ATECA Marina (INTPA)" userId="0785ee29-05ac-48ad-bc20-a8f7f0a4c5f3" providerId="ADAL" clId="{16B02DA7-297E-46A6-AEB9-DBFC8BC7825B}" dt="2025-02-05T11:29:25.306" v="2"/>
        <pc:sldMkLst>
          <pc:docMk/>
          <pc:sldMk cId="3747580101" sldId="391"/>
        </pc:sldMkLst>
      </pc:sldChg>
      <pc:sldChg chg="modSp">
        <pc:chgData name="MAZAGATOS ATECA Marina (INTPA)" userId="0785ee29-05ac-48ad-bc20-a8f7f0a4c5f3" providerId="ADAL" clId="{16B02DA7-297E-46A6-AEB9-DBFC8BC7825B}" dt="2025-02-05T11:42:21.419" v="178" actId="1076"/>
        <pc:sldMkLst>
          <pc:docMk/>
          <pc:sldMk cId="749515831" sldId="392"/>
        </pc:sldMkLst>
      </pc:sldChg>
      <pc:sldChg chg="modSp">
        <pc:chgData name="MAZAGATOS ATECA Marina (INTPA)" userId="0785ee29-05ac-48ad-bc20-a8f7f0a4c5f3" providerId="ADAL" clId="{16B02DA7-297E-46A6-AEB9-DBFC8BC7825B}" dt="2025-02-05T11:42:45.507" v="182" actId="1076"/>
        <pc:sldMkLst>
          <pc:docMk/>
          <pc:sldMk cId="213418277" sldId="394"/>
        </pc:sldMkLst>
      </pc:sldChg>
      <pc:sldChg chg="delSp modSp mod">
        <pc:chgData name="MAZAGATOS ATECA Marina (INTPA)" userId="0785ee29-05ac-48ad-bc20-a8f7f0a4c5f3" providerId="ADAL" clId="{16B02DA7-297E-46A6-AEB9-DBFC8BC7825B}" dt="2025-02-05T11:43:57.930" v="188" actId="1076"/>
        <pc:sldMkLst>
          <pc:docMk/>
          <pc:sldMk cId="2889976800" sldId="396"/>
        </pc:sldMkLst>
      </pc:sldChg>
      <pc:sldChg chg="modSp">
        <pc:chgData name="MAZAGATOS ATECA Marina (INTPA)" userId="0785ee29-05ac-48ad-bc20-a8f7f0a4c5f3" providerId="ADAL" clId="{16B02DA7-297E-46A6-AEB9-DBFC8BC7825B}" dt="2025-02-05T11:39:57.376" v="150" actId="14826"/>
        <pc:sldMkLst>
          <pc:docMk/>
          <pc:sldMk cId="4031091407" sldId="399"/>
        </pc:sldMkLst>
      </pc:sldChg>
      <pc:sldChg chg="modSp">
        <pc:chgData name="MAZAGATOS ATECA Marina (INTPA)" userId="0785ee29-05ac-48ad-bc20-a8f7f0a4c5f3" providerId="ADAL" clId="{16B02DA7-297E-46A6-AEB9-DBFC8BC7825B}" dt="2025-02-05T11:40:14.384" v="154" actId="14100"/>
        <pc:sldMkLst>
          <pc:docMk/>
          <pc:sldMk cId="70344665" sldId="401"/>
        </pc:sldMkLst>
      </pc:sldChg>
      <pc:sldChg chg="modSp">
        <pc:chgData name="MAZAGATOS ATECA Marina (INTPA)" userId="0785ee29-05ac-48ad-bc20-a8f7f0a4c5f3" providerId="ADAL" clId="{16B02DA7-297E-46A6-AEB9-DBFC8BC7825B}" dt="2025-02-05T11:40:24.959" v="155" actId="14826"/>
        <pc:sldMkLst>
          <pc:docMk/>
          <pc:sldMk cId="1234911430" sldId="403"/>
        </pc:sldMkLst>
      </pc:sldChg>
      <pc:sldChg chg="modSp">
        <pc:chgData name="MAZAGATOS ATECA Marina (INTPA)" userId="0785ee29-05ac-48ad-bc20-a8f7f0a4c5f3" providerId="ADAL" clId="{16B02DA7-297E-46A6-AEB9-DBFC8BC7825B}" dt="2025-02-05T11:40:38.190" v="159" actId="14100"/>
        <pc:sldMkLst>
          <pc:docMk/>
          <pc:sldMk cId="3752082775" sldId="413"/>
        </pc:sldMkLst>
      </pc:sldChg>
      <pc:sldChg chg="addSp delSp modSp new mod">
        <pc:chgData name="MAZAGATOS ATECA Marina (INTPA)" userId="0785ee29-05ac-48ad-bc20-a8f7f0a4c5f3" providerId="ADAL" clId="{16B02DA7-297E-46A6-AEB9-DBFC8BC7825B}" dt="2025-02-05T11:30:58.541" v="26" actId="1076"/>
        <pc:sldMkLst>
          <pc:docMk/>
          <pc:sldMk cId="1807485860" sldId="430"/>
        </pc:sldMkLst>
      </pc:sldChg>
      <pc:sldChg chg="addSp delSp modSp add mod ord">
        <pc:chgData name="MAZAGATOS ATECA Marina (INTPA)" userId="0785ee29-05ac-48ad-bc20-a8f7f0a4c5f3" providerId="ADAL" clId="{16B02DA7-297E-46A6-AEB9-DBFC8BC7825B}" dt="2025-02-05T11:32:14.816" v="46" actId="1076"/>
        <pc:sldMkLst>
          <pc:docMk/>
          <pc:sldMk cId="1579532325" sldId="431"/>
        </pc:sldMkLst>
      </pc:sldChg>
      <pc:sldChg chg="addSp delSp modSp add mod ord">
        <pc:chgData name="MAZAGATOS ATECA Marina (INTPA)" userId="0785ee29-05ac-48ad-bc20-a8f7f0a4c5f3" providerId="ADAL" clId="{16B02DA7-297E-46A6-AEB9-DBFC8BC7825B}" dt="2025-02-05T11:32:47.514" v="56" actId="1076"/>
        <pc:sldMkLst>
          <pc:docMk/>
          <pc:sldMk cId="2550938905" sldId="432"/>
        </pc:sldMkLst>
      </pc:sldChg>
      <pc:sldChg chg="addSp delSp modSp add mod ord">
        <pc:chgData name="MAZAGATOS ATECA Marina (INTPA)" userId="0785ee29-05ac-48ad-bc20-a8f7f0a4c5f3" providerId="ADAL" clId="{16B02DA7-297E-46A6-AEB9-DBFC8BC7825B}" dt="2025-02-05T11:33:29.039" v="68" actId="14100"/>
        <pc:sldMkLst>
          <pc:docMk/>
          <pc:sldMk cId="3897011041" sldId="433"/>
        </pc:sldMkLst>
      </pc:sldChg>
      <pc:sldChg chg="addSp delSp modSp add mod ord">
        <pc:chgData name="MAZAGATOS ATECA Marina (INTPA)" userId="0785ee29-05ac-48ad-bc20-a8f7f0a4c5f3" providerId="ADAL" clId="{16B02DA7-297E-46A6-AEB9-DBFC8BC7825B}" dt="2025-02-05T11:34:03.298" v="78" actId="1076"/>
        <pc:sldMkLst>
          <pc:docMk/>
          <pc:sldMk cId="364350308" sldId="434"/>
        </pc:sldMkLst>
      </pc:sldChg>
      <pc:sldChg chg="addSp delSp modSp add mod ord">
        <pc:chgData name="MAZAGATOS ATECA Marina (INTPA)" userId="0785ee29-05ac-48ad-bc20-a8f7f0a4c5f3" providerId="ADAL" clId="{16B02DA7-297E-46A6-AEB9-DBFC8BC7825B}" dt="2025-02-05T11:34:42.872" v="88" actId="1076"/>
        <pc:sldMkLst>
          <pc:docMk/>
          <pc:sldMk cId="4240262156" sldId="435"/>
        </pc:sldMkLst>
      </pc:sldChg>
      <pc:sldChg chg="addSp delSp modSp add mod ord">
        <pc:chgData name="MAZAGATOS ATECA Marina (INTPA)" userId="0785ee29-05ac-48ad-bc20-a8f7f0a4c5f3" providerId="ADAL" clId="{16B02DA7-297E-46A6-AEB9-DBFC8BC7825B}" dt="2025-02-05T11:35:12.246" v="97" actId="14100"/>
        <pc:sldMkLst>
          <pc:docMk/>
          <pc:sldMk cId="2516858725" sldId="436"/>
        </pc:sldMkLst>
      </pc:sldChg>
      <pc:sldChg chg="addSp delSp modSp add mod ord">
        <pc:chgData name="MAZAGATOS ATECA Marina (INTPA)" userId="0785ee29-05ac-48ad-bc20-a8f7f0a4c5f3" providerId="ADAL" clId="{16B02DA7-297E-46A6-AEB9-DBFC8BC7825B}" dt="2025-02-05T11:35:53.744" v="107" actId="732"/>
        <pc:sldMkLst>
          <pc:docMk/>
          <pc:sldMk cId="3961373207" sldId="437"/>
        </pc:sldMkLst>
      </pc:sldChg>
      <pc:sldChg chg="addSp delSp modSp add mod ord">
        <pc:chgData name="MAZAGATOS ATECA Marina (INTPA)" userId="0785ee29-05ac-48ad-bc20-a8f7f0a4c5f3" providerId="ADAL" clId="{16B02DA7-297E-46A6-AEB9-DBFC8BC7825B}" dt="2025-02-05T11:36:28.687" v="117" actId="1076"/>
        <pc:sldMkLst>
          <pc:docMk/>
          <pc:sldMk cId="464262337" sldId="438"/>
        </pc:sldMkLst>
      </pc:sldChg>
      <pc:sldChg chg="addSp delSp modSp add mod ord">
        <pc:chgData name="MAZAGATOS ATECA Marina (INTPA)" userId="0785ee29-05ac-48ad-bc20-a8f7f0a4c5f3" providerId="ADAL" clId="{16B02DA7-297E-46A6-AEB9-DBFC8BC7825B}" dt="2025-02-05T11:37:15.336" v="127" actId="1076"/>
        <pc:sldMkLst>
          <pc:docMk/>
          <pc:sldMk cId="1699462444" sldId="439"/>
        </pc:sldMkLst>
      </pc:sldChg>
      <pc:sldChg chg="addSp delSp modSp add mod ord">
        <pc:chgData name="MAZAGATOS ATECA Marina (INTPA)" userId="0785ee29-05ac-48ad-bc20-a8f7f0a4c5f3" providerId="ADAL" clId="{16B02DA7-297E-46A6-AEB9-DBFC8BC7825B}" dt="2025-02-05T11:37:51.470" v="138" actId="1076"/>
        <pc:sldMkLst>
          <pc:docMk/>
          <pc:sldMk cId="994735600" sldId="440"/>
        </pc:sldMkLst>
      </pc:sldChg>
      <pc:sldChg chg="addSp delSp modSp add mod ord">
        <pc:chgData name="MAZAGATOS ATECA Marina (INTPA)" userId="0785ee29-05ac-48ad-bc20-a8f7f0a4c5f3" providerId="ADAL" clId="{16B02DA7-297E-46A6-AEB9-DBFC8BC7825B}" dt="2025-02-05T11:38:15.809" v="149" actId="1076"/>
        <pc:sldMkLst>
          <pc:docMk/>
          <pc:sldMk cId="1709613773" sldId="441"/>
        </pc:sldMkLst>
      </pc:sldChg>
      <pc:sldMasterChg chg="modSldLayout">
        <pc:chgData name="MAZAGATOS ATECA Marina (INTPA)" userId="0785ee29-05ac-48ad-bc20-a8f7f0a4c5f3" providerId="ADAL" clId="{16B02DA7-297E-46A6-AEB9-DBFC8BC7825B}" dt="2025-02-05T11:29:29.249" v="3"/>
        <pc:sldMasterMkLst>
          <pc:docMk/>
          <pc:sldMasterMk cId="1950626538" sldId="2147483736"/>
        </pc:sldMasterMkLst>
        <pc:sldLayoutChg chg="addSp delSp">
          <pc:chgData name="MAZAGATOS ATECA Marina (INTPA)" userId="0785ee29-05ac-48ad-bc20-a8f7f0a4c5f3" providerId="ADAL" clId="{16B02DA7-297E-46A6-AEB9-DBFC8BC7825B}" dt="2025-02-05T11:29:25.306" v="2"/>
          <pc:sldLayoutMkLst>
            <pc:docMk/>
            <pc:sldMasterMk cId="1950626538" sldId="2147483736"/>
            <pc:sldLayoutMk cId="1438805888" sldId="2147483799"/>
          </pc:sldLayoutMkLst>
        </pc:sldLayoutChg>
        <pc:sldLayoutChg chg="delSp">
          <pc:chgData name="MAZAGATOS ATECA Marina (INTPA)" userId="0785ee29-05ac-48ad-bc20-a8f7f0a4c5f3" providerId="ADAL" clId="{16B02DA7-297E-46A6-AEB9-DBFC8BC7825B}" dt="2025-02-05T11:29:29.249" v="3"/>
          <pc:sldLayoutMkLst>
            <pc:docMk/>
            <pc:sldMasterMk cId="1950626538" sldId="2147483736"/>
            <pc:sldLayoutMk cId="1857787236" sldId="2147483799"/>
          </pc:sldLayoutMkLst>
        </pc:sldLayoutChg>
      </pc:sldMasterChg>
    </pc:docChg>
  </pc:docChgLst>
  <pc:docChgLst>
    <pc:chgData name="MATTA CASTILLO Eduin (INTPA)" userId="S::eduin.matta-castillo@ec.europa.eu::e7d1263b-560a-4056-9573-74819ee32f7b" providerId="AD" clId="Web-{384646D0-B376-0331-C463-777C04095894}"/>
    <pc:docChg chg="modSld sldOrd">
      <pc:chgData name="MATTA CASTILLO Eduin (INTPA)" userId="S::eduin.matta-castillo@ec.europa.eu::e7d1263b-560a-4056-9573-74819ee32f7b" providerId="AD" clId="Web-{384646D0-B376-0331-C463-777C04095894}" dt="2025-01-20T13:48:34.654" v="86" actId="20577"/>
      <pc:docMkLst>
        <pc:docMk/>
      </pc:docMkLst>
      <pc:sldChg chg="ord">
        <pc:chgData name="MATTA CASTILLO Eduin (INTPA)" userId="S::eduin.matta-castillo@ec.europa.eu::e7d1263b-560a-4056-9573-74819ee32f7b" providerId="AD" clId="Web-{384646D0-B376-0331-C463-777C04095894}" dt="2025-01-20T13:47:30.043" v="11"/>
        <pc:sldMkLst>
          <pc:docMk/>
          <pc:sldMk cId="3264053290" sldId="300"/>
        </pc:sldMkLst>
      </pc:sldChg>
      <pc:sldChg chg="modSp">
        <pc:chgData name="MATTA CASTILLO Eduin (INTPA)" userId="S::eduin.matta-castillo@ec.europa.eu::e7d1263b-560a-4056-9573-74819ee32f7b" providerId="AD" clId="Web-{384646D0-B376-0331-C463-777C04095894}" dt="2025-01-20T13:48:34.654" v="86" actId="20577"/>
        <pc:sldMkLst>
          <pc:docMk/>
          <pc:sldMk cId="2084515582" sldId="375"/>
        </pc:sldMkLst>
      </pc:sldChg>
      <pc:sldChg chg="ord">
        <pc:chgData name="MATTA CASTILLO Eduin (INTPA)" userId="S::eduin.matta-castillo@ec.europa.eu::e7d1263b-560a-4056-9573-74819ee32f7b" providerId="AD" clId="Web-{384646D0-B376-0331-C463-777C04095894}" dt="2025-01-20T13:47:59.153" v="31"/>
        <pc:sldMkLst>
          <pc:docMk/>
          <pc:sldMk cId="266114053" sldId="398"/>
        </pc:sldMkLst>
      </pc:sldChg>
      <pc:sldChg chg="ord">
        <pc:chgData name="MATTA CASTILLO Eduin (INTPA)" userId="S::eduin.matta-castillo@ec.europa.eu::e7d1263b-560a-4056-9573-74819ee32f7b" providerId="AD" clId="Web-{384646D0-B376-0331-C463-777C04095894}" dt="2025-01-20T13:47:59.153" v="29"/>
        <pc:sldMkLst>
          <pc:docMk/>
          <pc:sldMk cId="4031091407" sldId="399"/>
        </pc:sldMkLst>
      </pc:sldChg>
      <pc:sldChg chg="ord">
        <pc:chgData name="MATTA CASTILLO Eduin (INTPA)" userId="S::eduin.matta-castillo@ec.europa.eu::e7d1263b-560a-4056-9573-74819ee32f7b" providerId="AD" clId="Web-{384646D0-B376-0331-C463-777C04095894}" dt="2025-01-20T13:47:59.153" v="28"/>
        <pc:sldMkLst>
          <pc:docMk/>
          <pc:sldMk cId="113264031" sldId="400"/>
        </pc:sldMkLst>
      </pc:sldChg>
      <pc:sldChg chg="ord">
        <pc:chgData name="MATTA CASTILLO Eduin (INTPA)" userId="S::eduin.matta-castillo@ec.europa.eu::e7d1263b-560a-4056-9573-74819ee32f7b" providerId="AD" clId="Web-{384646D0-B376-0331-C463-777C04095894}" dt="2025-01-20T13:47:59.153" v="27"/>
        <pc:sldMkLst>
          <pc:docMk/>
          <pc:sldMk cId="70344665" sldId="401"/>
        </pc:sldMkLst>
      </pc:sldChg>
      <pc:sldChg chg="ord">
        <pc:chgData name="MATTA CASTILLO Eduin (INTPA)" userId="S::eduin.matta-castillo@ec.europa.eu::e7d1263b-560a-4056-9573-74819ee32f7b" providerId="AD" clId="Web-{384646D0-B376-0331-C463-777C04095894}" dt="2025-01-20T13:47:59.153" v="26"/>
        <pc:sldMkLst>
          <pc:docMk/>
          <pc:sldMk cId="3745905074" sldId="402"/>
        </pc:sldMkLst>
      </pc:sldChg>
      <pc:sldChg chg="ord">
        <pc:chgData name="MATTA CASTILLO Eduin (INTPA)" userId="S::eduin.matta-castillo@ec.europa.eu::e7d1263b-560a-4056-9573-74819ee32f7b" providerId="AD" clId="Web-{384646D0-B376-0331-C463-777C04095894}" dt="2025-01-20T13:47:59.153" v="25"/>
        <pc:sldMkLst>
          <pc:docMk/>
          <pc:sldMk cId="1234911430" sldId="403"/>
        </pc:sldMkLst>
      </pc:sldChg>
      <pc:sldChg chg="ord">
        <pc:chgData name="MATTA CASTILLO Eduin (INTPA)" userId="S::eduin.matta-castillo@ec.europa.eu::e7d1263b-560a-4056-9573-74819ee32f7b" providerId="AD" clId="Web-{384646D0-B376-0331-C463-777C04095894}" dt="2025-01-20T13:47:59.153" v="24"/>
        <pc:sldMkLst>
          <pc:docMk/>
          <pc:sldMk cId="276098482" sldId="404"/>
        </pc:sldMkLst>
      </pc:sldChg>
      <pc:sldChg chg="ord">
        <pc:chgData name="MATTA CASTILLO Eduin (INTPA)" userId="S::eduin.matta-castillo@ec.europa.eu::e7d1263b-560a-4056-9573-74819ee32f7b" providerId="AD" clId="Web-{384646D0-B376-0331-C463-777C04095894}" dt="2025-01-20T13:47:59.153" v="23"/>
        <pc:sldMkLst>
          <pc:docMk/>
          <pc:sldMk cId="3752082775" sldId="413"/>
        </pc:sldMkLst>
      </pc:sldChg>
      <pc:sldChg chg="ord">
        <pc:chgData name="MATTA CASTILLO Eduin (INTPA)" userId="S::eduin.matta-castillo@ec.europa.eu::e7d1263b-560a-4056-9573-74819ee32f7b" providerId="AD" clId="Web-{384646D0-B376-0331-C463-777C04095894}" dt="2025-01-20T13:47:59.153" v="22"/>
        <pc:sldMkLst>
          <pc:docMk/>
          <pc:sldMk cId="3242030761" sldId="414"/>
        </pc:sldMkLst>
      </pc:sldChg>
      <pc:sldChg chg="ord">
        <pc:chgData name="MATTA CASTILLO Eduin (INTPA)" userId="S::eduin.matta-castillo@ec.europa.eu::e7d1263b-560a-4056-9573-74819ee32f7b" providerId="AD" clId="Web-{384646D0-B376-0331-C463-777C04095894}" dt="2025-01-20T13:47:59.153" v="30"/>
        <pc:sldMkLst>
          <pc:docMk/>
          <pc:sldMk cId="1942365546" sldId="419"/>
        </pc:sldMkLst>
      </pc:sldChg>
    </pc:docChg>
  </pc:docChgLst>
  <pc:docChgLst>
    <pc:chgData name="DI STEFANO Fabio (INTPA)" userId="2d20b507-ebc7-4876-93a6-11f942a3beb9" providerId="ADAL" clId="{29FB3304-45A9-4BFC-9874-D9E1BEAB801A}"/>
    <pc:docChg chg="undo custSel addSld delSld modSld modSection">
      <pc:chgData name="DI STEFANO Fabio (INTPA)" userId="2d20b507-ebc7-4876-93a6-11f942a3beb9" providerId="ADAL" clId="{29FB3304-45A9-4BFC-9874-D9E1BEAB801A}" dt="2025-01-17T17:29:20.225" v="307" actId="6549"/>
      <pc:docMkLst>
        <pc:docMk/>
      </pc:docMkLst>
      <pc:sldChg chg="modSp mod">
        <pc:chgData name="DI STEFANO Fabio (INTPA)" userId="2d20b507-ebc7-4876-93a6-11f942a3beb9" providerId="ADAL" clId="{29FB3304-45A9-4BFC-9874-D9E1BEAB801A}" dt="2025-01-17T17:21:57.228" v="177"/>
        <pc:sldMkLst>
          <pc:docMk/>
          <pc:sldMk cId="1816610540" sldId="386"/>
        </pc:sldMkLst>
      </pc:sldChg>
      <pc:sldChg chg="del">
        <pc:chgData name="DI STEFANO Fabio (INTPA)" userId="2d20b507-ebc7-4876-93a6-11f942a3beb9" providerId="ADAL" clId="{29FB3304-45A9-4BFC-9874-D9E1BEAB801A}" dt="2025-01-17T17:26:35.361" v="249" actId="47"/>
        <pc:sldMkLst>
          <pc:docMk/>
          <pc:sldMk cId="2124996409" sldId="387"/>
        </pc:sldMkLst>
      </pc:sldChg>
      <pc:sldChg chg="modSp mod">
        <pc:chgData name="DI STEFANO Fabio (INTPA)" userId="2d20b507-ebc7-4876-93a6-11f942a3beb9" providerId="ADAL" clId="{29FB3304-45A9-4BFC-9874-D9E1BEAB801A}" dt="2025-01-17T17:11:51.625" v="67" actId="20577"/>
        <pc:sldMkLst>
          <pc:docMk/>
          <pc:sldMk cId="1012744030" sldId="393"/>
        </pc:sldMkLst>
      </pc:sldChg>
      <pc:sldChg chg="modSp mod">
        <pc:chgData name="DI STEFANO Fabio (INTPA)" userId="2d20b507-ebc7-4876-93a6-11f942a3beb9" providerId="ADAL" clId="{29FB3304-45A9-4BFC-9874-D9E1BEAB801A}" dt="2025-01-17T17:12:52.582" v="89" actId="255"/>
        <pc:sldMkLst>
          <pc:docMk/>
          <pc:sldMk cId="747740739" sldId="395"/>
        </pc:sldMkLst>
      </pc:sldChg>
      <pc:sldChg chg="modSp mod">
        <pc:chgData name="DI STEFANO Fabio (INTPA)" userId="2d20b507-ebc7-4876-93a6-11f942a3beb9" providerId="ADAL" clId="{29FB3304-45A9-4BFC-9874-D9E1BEAB801A}" dt="2025-01-17T17:18:03.068" v="173" actId="20577"/>
        <pc:sldMkLst>
          <pc:docMk/>
          <pc:sldMk cId="2889976800" sldId="396"/>
        </pc:sldMkLst>
      </pc:sldChg>
      <pc:sldChg chg="modSp mod">
        <pc:chgData name="DI STEFANO Fabio (INTPA)" userId="2d20b507-ebc7-4876-93a6-11f942a3beb9" providerId="ADAL" clId="{29FB3304-45A9-4BFC-9874-D9E1BEAB801A}" dt="2025-01-17T17:09:41.341" v="33" actId="20577"/>
        <pc:sldMkLst>
          <pc:docMk/>
          <pc:sldMk cId="1834427571" sldId="418"/>
        </pc:sldMkLst>
      </pc:sldChg>
      <pc:sldChg chg="modSp mod">
        <pc:chgData name="DI STEFANO Fabio (INTPA)" userId="2d20b507-ebc7-4876-93a6-11f942a3beb9" providerId="ADAL" clId="{29FB3304-45A9-4BFC-9874-D9E1BEAB801A}" dt="2025-01-17T17:17:41.023" v="168" actId="113"/>
        <pc:sldMkLst>
          <pc:docMk/>
          <pc:sldMk cId="3517544223" sldId="421"/>
        </pc:sldMkLst>
      </pc:sldChg>
      <pc:sldChg chg="modSp add mod">
        <pc:chgData name="DI STEFANO Fabio (INTPA)" userId="2d20b507-ebc7-4876-93a6-11f942a3beb9" providerId="ADAL" clId="{29FB3304-45A9-4BFC-9874-D9E1BEAB801A}" dt="2025-01-17T17:29:20.225" v="307" actId="6549"/>
        <pc:sldMkLst>
          <pc:docMk/>
          <pc:sldMk cId="3903542561" sldId="429"/>
        </pc:sldMkLst>
      </pc:sldChg>
    </pc:docChg>
  </pc:docChgLst>
  <pc:docChgLst>
    <pc:chgData name="GAVILAN MARIN Jesus (INTPA)" userId="S::jesus-manuel.gavilan-marin@ec.europa.eu::80ea900e-7290-456d-bd13-034e70b7a547" providerId="AD" clId="Web-{92FD4EBB-0591-BB5A-C63B-F75796B08CBF}"/>
    <pc:docChg chg="modSld">
      <pc:chgData name="GAVILAN MARIN Jesus (INTPA)" userId="S::jesus-manuel.gavilan-marin@ec.europa.eu::80ea900e-7290-456d-bd13-034e70b7a547" providerId="AD" clId="Web-{92FD4EBB-0591-BB5A-C63B-F75796B08CBF}" dt="2024-12-18T15:48:07.962" v="156" actId="20577"/>
      <pc:docMkLst>
        <pc:docMk/>
      </pc:docMkLst>
      <pc:sldChg chg="modSp">
        <pc:chgData name="GAVILAN MARIN Jesus (INTPA)" userId="S::jesus-manuel.gavilan-marin@ec.europa.eu::80ea900e-7290-456d-bd13-034e70b7a547" providerId="AD" clId="Web-{92FD4EBB-0591-BB5A-C63B-F75796B08CBF}" dt="2024-12-18T15:07:51.045" v="64" actId="20577"/>
        <pc:sldMkLst>
          <pc:docMk/>
          <pc:sldMk cId="3270712586" sldId="371"/>
        </pc:sldMkLst>
      </pc:sldChg>
      <pc:sldChg chg="modSp">
        <pc:chgData name="GAVILAN MARIN Jesus (INTPA)" userId="S::jesus-manuel.gavilan-marin@ec.europa.eu::80ea900e-7290-456d-bd13-034e70b7a547" providerId="AD" clId="Web-{92FD4EBB-0591-BB5A-C63B-F75796B08CBF}" dt="2024-12-18T14:50:04.506" v="22" actId="20577"/>
        <pc:sldMkLst>
          <pc:docMk/>
          <pc:sldMk cId="359213257" sldId="377"/>
        </pc:sldMkLst>
      </pc:sldChg>
      <pc:sldChg chg="modSp">
        <pc:chgData name="GAVILAN MARIN Jesus (INTPA)" userId="S::jesus-manuel.gavilan-marin@ec.europa.eu::80ea900e-7290-456d-bd13-034e70b7a547" providerId="AD" clId="Web-{92FD4EBB-0591-BB5A-C63B-F75796B08CBF}" dt="2024-12-18T15:48:07.962" v="156" actId="20577"/>
        <pc:sldMkLst>
          <pc:docMk/>
          <pc:sldMk cId="2667021062" sldId="381"/>
        </pc:sldMkLst>
      </pc:sldChg>
      <pc:sldChg chg="modSp">
        <pc:chgData name="GAVILAN MARIN Jesus (INTPA)" userId="S::jesus-manuel.gavilan-marin@ec.europa.eu::80ea900e-7290-456d-bd13-034e70b7a547" providerId="AD" clId="Web-{92FD4EBB-0591-BB5A-C63B-F75796B08CBF}" dt="2024-12-18T15:10:22.941" v="70" actId="20577"/>
        <pc:sldMkLst>
          <pc:docMk/>
          <pc:sldMk cId="3797275843" sldId="382"/>
        </pc:sldMkLst>
      </pc:sldChg>
      <pc:sldChg chg="modSp">
        <pc:chgData name="GAVILAN MARIN Jesus (INTPA)" userId="S::jesus-manuel.gavilan-marin@ec.europa.eu::80ea900e-7290-456d-bd13-034e70b7a547" providerId="AD" clId="Web-{92FD4EBB-0591-BB5A-C63B-F75796B08CBF}" dt="2024-12-18T15:47:09.992" v="123" actId="20577"/>
        <pc:sldMkLst>
          <pc:docMk/>
          <pc:sldMk cId="2720251177" sldId="383"/>
        </pc:sldMkLst>
      </pc:sldChg>
      <pc:sldChg chg="modSp">
        <pc:chgData name="GAVILAN MARIN Jesus (INTPA)" userId="S::jesus-manuel.gavilan-marin@ec.europa.eu::80ea900e-7290-456d-bd13-034e70b7a547" providerId="AD" clId="Web-{92FD4EBB-0591-BB5A-C63B-F75796B08CBF}" dt="2024-12-18T14:48:12.377" v="5" actId="20577"/>
        <pc:sldMkLst>
          <pc:docMk/>
          <pc:sldMk cId="1193711288" sldId="408"/>
        </pc:sldMkLst>
      </pc:sldChg>
    </pc:docChg>
  </pc:docChgLst>
  <pc:docChgLst>
    <pc:chgData name="DI STEFANO Fabio (INTPA)" userId="2d20b507-ebc7-4876-93a6-11f942a3beb9" providerId="ADAL" clId="{30AC457A-A130-4E80-81D9-F653A0BD5885}"/>
    <pc:docChg chg="modSld">
      <pc:chgData name="DI STEFANO Fabio (INTPA)" userId="2d20b507-ebc7-4876-93a6-11f942a3beb9" providerId="ADAL" clId="{30AC457A-A130-4E80-81D9-F653A0BD5885}" dt="2025-01-16T15:18:26.213" v="44" actId="20577"/>
      <pc:docMkLst>
        <pc:docMk/>
      </pc:docMkLst>
      <pc:sldChg chg="modSp mod">
        <pc:chgData name="DI STEFANO Fabio (INTPA)" userId="2d20b507-ebc7-4876-93a6-11f942a3beb9" providerId="ADAL" clId="{30AC457A-A130-4E80-81D9-F653A0BD5885}" dt="2025-01-16T15:17:38.028" v="29" actId="20577"/>
        <pc:sldMkLst>
          <pc:docMk/>
          <pc:sldMk cId="1012744030" sldId="393"/>
        </pc:sldMkLst>
      </pc:sldChg>
      <pc:sldChg chg="modSp mod">
        <pc:chgData name="DI STEFANO Fabio (INTPA)" userId="2d20b507-ebc7-4876-93a6-11f942a3beb9" providerId="ADAL" clId="{30AC457A-A130-4E80-81D9-F653A0BD5885}" dt="2025-01-16T15:18:26.213" v="44" actId="20577"/>
        <pc:sldMkLst>
          <pc:docMk/>
          <pc:sldMk cId="747740739" sldId="395"/>
        </pc:sldMkLst>
      </pc:sldChg>
    </pc:docChg>
  </pc:docChgLst>
  <pc:docChgLst>
    <pc:chgData name="MAZAGATOS ATECA Marina (INTPA)" userId="0785ee29-05ac-48ad-bc20-a8f7f0a4c5f3" providerId="ADAL" clId="{AE69A3C9-10F4-4C23-B47C-63F9F8EAFA01}"/>
    <pc:docChg chg="undo custSel modSld">
      <pc:chgData name="MAZAGATOS ATECA Marina (INTPA)" userId="0785ee29-05ac-48ad-bc20-a8f7f0a4c5f3" providerId="ADAL" clId="{AE69A3C9-10F4-4C23-B47C-63F9F8EAFA01}" dt="2025-01-19T10:28:19.125" v="17" actId="14100"/>
      <pc:docMkLst>
        <pc:docMk/>
      </pc:docMkLst>
      <pc:sldChg chg="modSp mod">
        <pc:chgData name="MAZAGATOS ATECA Marina (INTPA)" userId="0785ee29-05ac-48ad-bc20-a8f7f0a4c5f3" providerId="ADAL" clId="{AE69A3C9-10F4-4C23-B47C-63F9F8EAFA01}" dt="2025-01-19T10:28:19.125" v="17" actId="14100"/>
        <pc:sldMkLst>
          <pc:docMk/>
          <pc:sldMk cId="1012744030" sldId="393"/>
        </pc:sldMkLst>
      </pc:sldChg>
    </pc:docChg>
  </pc:docChgLst>
  <pc:docChgLst>
    <pc:chgData name="GAVILAN MARIN Jesus (INTPA)" userId="S::jesus-manuel.gavilan-marin@ec.europa.eu::80ea900e-7290-456d-bd13-034e70b7a547" providerId="AD" clId="Web-{7FB4DF30-5CBC-5E0A-FF7C-373821F20CD2}"/>
    <pc:docChg chg="modSld">
      <pc:chgData name="GAVILAN MARIN Jesus (INTPA)" userId="S::jesus-manuel.gavilan-marin@ec.europa.eu::80ea900e-7290-456d-bd13-034e70b7a547" providerId="AD" clId="Web-{7FB4DF30-5CBC-5E0A-FF7C-373821F20CD2}" dt="2025-01-17T08:23:22.005" v="586" actId="20577"/>
      <pc:docMkLst>
        <pc:docMk/>
      </pc:docMkLst>
      <pc:sldChg chg="modSp">
        <pc:chgData name="GAVILAN MARIN Jesus (INTPA)" userId="S::jesus-manuel.gavilan-marin@ec.europa.eu::80ea900e-7290-456d-bd13-034e70b7a547" providerId="AD" clId="Web-{7FB4DF30-5CBC-5E0A-FF7C-373821F20CD2}" dt="2025-01-13T08:51:51.742" v="2" actId="20577"/>
        <pc:sldMkLst>
          <pc:docMk/>
          <pc:sldMk cId="3264053290" sldId="300"/>
        </pc:sldMkLst>
      </pc:sldChg>
      <pc:sldChg chg="modSp">
        <pc:chgData name="GAVILAN MARIN Jesus (INTPA)" userId="S::jesus-manuel.gavilan-marin@ec.europa.eu::80ea900e-7290-456d-bd13-034e70b7a547" providerId="AD" clId="Web-{7FB4DF30-5CBC-5E0A-FF7C-373821F20CD2}" dt="2025-01-16T10:29:56.536" v="25" actId="20577"/>
        <pc:sldMkLst>
          <pc:docMk/>
          <pc:sldMk cId="4031091407" sldId="399"/>
        </pc:sldMkLst>
      </pc:sldChg>
      <pc:sldChg chg="modSp">
        <pc:chgData name="GAVILAN MARIN Jesus (INTPA)" userId="S::jesus-manuel.gavilan-marin@ec.europa.eu::80ea900e-7290-456d-bd13-034e70b7a547" providerId="AD" clId="Web-{7FB4DF30-5CBC-5E0A-FF7C-373821F20CD2}" dt="2025-01-16T10:44:03.939" v="65" actId="20577"/>
        <pc:sldMkLst>
          <pc:docMk/>
          <pc:sldMk cId="113264031" sldId="400"/>
        </pc:sldMkLst>
      </pc:sldChg>
      <pc:sldChg chg="modSp">
        <pc:chgData name="GAVILAN MARIN Jesus (INTPA)" userId="S::jesus-manuel.gavilan-marin@ec.europa.eu::80ea900e-7290-456d-bd13-034e70b7a547" providerId="AD" clId="Web-{7FB4DF30-5CBC-5E0A-FF7C-373821F20CD2}" dt="2025-01-16T13:42:58.183" v="90" actId="20577"/>
        <pc:sldMkLst>
          <pc:docMk/>
          <pc:sldMk cId="70344665" sldId="401"/>
        </pc:sldMkLst>
      </pc:sldChg>
      <pc:sldChg chg="modSp">
        <pc:chgData name="GAVILAN MARIN Jesus (INTPA)" userId="S::jesus-manuel.gavilan-marin@ec.europa.eu::80ea900e-7290-456d-bd13-034e70b7a547" providerId="AD" clId="Web-{7FB4DF30-5CBC-5E0A-FF7C-373821F20CD2}" dt="2025-01-16T14:32:08.882" v="428" actId="20577"/>
        <pc:sldMkLst>
          <pc:docMk/>
          <pc:sldMk cId="276098482" sldId="404"/>
        </pc:sldMkLst>
      </pc:sldChg>
      <pc:sldChg chg="modSp">
        <pc:chgData name="GAVILAN MARIN Jesus (INTPA)" userId="S::jesus-manuel.gavilan-marin@ec.europa.eu::80ea900e-7290-456d-bd13-034e70b7a547" providerId="AD" clId="Web-{7FB4DF30-5CBC-5E0A-FF7C-373821F20CD2}" dt="2025-01-13T08:59:51.494" v="7" actId="20577"/>
        <pc:sldMkLst>
          <pc:docMk/>
          <pc:sldMk cId="3752082775" sldId="413"/>
        </pc:sldMkLst>
      </pc:sldChg>
      <pc:sldChg chg="modSp">
        <pc:chgData name="GAVILAN MARIN Jesus (INTPA)" userId="S::jesus-manuel.gavilan-marin@ec.europa.eu::80ea900e-7290-456d-bd13-034e70b7a547" providerId="AD" clId="Web-{7FB4DF30-5CBC-5E0A-FF7C-373821F20CD2}" dt="2025-01-16T14:09:58.038" v="294" actId="20577"/>
        <pc:sldMkLst>
          <pc:docMk/>
          <pc:sldMk cId="3242030761" sldId="414"/>
        </pc:sldMkLst>
      </pc:sldChg>
      <pc:sldChg chg="modSp">
        <pc:chgData name="GAVILAN MARIN Jesus (INTPA)" userId="S::jesus-manuel.gavilan-marin@ec.europa.eu::80ea900e-7290-456d-bd13-034e70b7a547" providerId="AD" clId="Web-{7FB4DF30-5CBC-5E0A-FF7C-373821F20CD2}" dt="2025-01-17T08:23:22.005" v="586" actId="20577"/>
        <pc:sldMkLst>
          <pc:docMk/>
          <pc:sldMk cId="1942365546" sldId="419"/>
        </pc:sldMkLst>
      </pc:sldChg>
    </pc:docChg>
  </pc:docChgLst>
  <pc:docChgLst>
    <pc:chgData name="DI STEFANO Fabio (INTPA)" userId="S::fabio.di-stefano@ec.europa.eu::2d20b507-ebc7-4876-93a6-11f942a3beb9" providerId="AD" clId="Web-{FC2347BC-B841-CC20-2989-5883F0FF4DF2}"/>
    <pc:docChg chg="modSld">
      <pc:chgData name="DI STEFANO Fabio (INTPA)" userId="S::fabio.di-stefano@ec.europa.eu::2d20b507-ebc7-4876-93a6-11f942a3beb9" providerId="AD" clId="Web-{FC2347BC-B841-CC20-2989-5883F0FF4DF2}" dt="2025-01-10T15:43:47.908" v="5" actId="20577"/>
      <pc:docMkLst>
        <pc:docMk/>
      </pc:docMkLst>
      <pc:sldChg chg="modSp">
        <pc:chgData name="DI STEFANO Fabio (INTPA)" userId="S::fabio.di-stefano@ec.europa.eu::2d20b507-ebc7-4876-93a6-11f942a3beb9" providerId="AD" clId="Web-{FC2347BC-B841-CC20-2989-5883F0FF4DF2}" dt="2025-01-10T15:43:47.908" v="5" actId="20577"/>
        <pc:sldMkLst>
          <pc:docMk/>
          <pc:sldMk cId="2889976800" sldId="396"/>
        </pc:sldMkLst>
      </pc:sldChg>
      <pc:sldChg chg="modSp">
        <pc:chgData name="DI STEFANO Fabio (INTPA)" userId="S::fabio.di-stefano@ec.europa.eu::2d20b507-ebc7-4876-93a6-11f942a3beb9" providerId="AD" clId="Web-{FC2347BC-B841-CC20-2989-5883F0FF4DF2}" dt="2025-01-10T15:42:51.765" v="2" actId="20577"/>
        <pc:sldMkLst>
          <pc:docMk/>
          <pc:sldMk cId="2772322494" sldId="397"/>
        </pc:sldMkLst>
      </pc:sldChg>
    </pc:docChg>
  </pc:docChgLst>
  <pc:docChgLst>
    <pc:chgData name="GRAPSAS Georgios (INTPA)" userId="S::georgios.grapsas@ec.europa.eu::b2368a20-c895-4607-a9c9-39b8647c2216" providerId="AD" clId="Web-{B551A960-6859-2C22-980E-C1E06738A093}"/>
    <pc:docChg chg="modSld">
      <pc:chgData name="GRAPSAS Georgios (INTPA)" userId="S::georgios.grapsas@ec.europa.eu::b2368a20-c895-4607-a9c9-39b8647c2216" providerId="AD" clId="Web-{B551A960-6859-2C22-980E-C1E06738A093}" dt="2025-01-14T10:19:22.965" v="1" actId="1076"/>
      <pc:docMkLst>
        <pc:docMk/>
      </pc:docMkLst>
      <pc:sldChg chg="modSp">
        <pc:chgData name="GRAPSAS Georgios (INTPA)" userId="S::georgios.grapsas@ec.europa.eu::b2368a20-c895-4607-a9c9-39b8647c2216" providerId="AD" clId="Web-{B551A960-6859-2C22-980E-C1E06738A093}" dt="2025-01-14T10:19:22.965" v="1" actId="1076"/>
        <pc:sldMkLst>
          <pc:docMk/>
          <pc:sldMk cId="3752082775" sldId="413"/>
        </pc:sldMkLst>
      </pc:sldChg>
    </pc:docChg>
  </pc:docChgLst>
  <pc:docChgLst>
    <pc:chgData name="DI STEFANO Fabio (INTPA)" userId="2d20b507-ebc7-4876-93a6-11f942a3beb9" providerId="ADAL" clId="{CC201365-65FA-41FF-BE96-0F0CB9FEFC13}"/>
    <pc:docChg chg="undo custSel modSld">
      <pc:chgData name="DI STEFANO Fabio (INTPA)" userId="2d20b507-ebc7-4876-93a6-11f942a3beb9" providerId="ADAL" clId="{CC201365-65FA-41FF-BE96-0F0CB9FEFC13}" dt="2025-01-16T14:09:09.082" v="289" actId="20577"/>
      <pc:docMkLst>
        <pc:docMk/>
      </pc:docMkLst>
      <pc:sldChg chg="modSp mod">
        <pc:chgData name="DI STEFANO Fabio (INTPA)" userId="2d20b507-ebc7-4876-93a6-11f942a3beb9" providerId="ADAL" clId="{CC201365-65FA-41FF-BE96-0F0CB9FEFC13}" dt="2025-01-16T14:00:00.568" v="157" actId="5793"/>
        <pc:sldMkLst>
          <pc:docMk/>
          <pc:sldMk cId="3930676087" sldId="384"/>
        </pc:sldMkLst>
      </pc:sldChg>
      <pc:sldChg chg="modSp mod">
        <pc:chgData name="DI STEFANO Fabio (INTPA)" userId="2d20b507-ebc7-4876-93a6-11f942a3beb9" providerId="ADAL" clId="{CC201365-65FA-41FF-BE96-0F0CB9FEFC13}" dt="2025-01-16T14:09:09.082" v="289" actId="20577"/>
        <pc:sldMkLst>
          <pc:docMk/>
          <pc:sldMk cId="3076131078" sldId="385"/>
        </pc:sldMkLst>
      </pc:sldChg>
    </pc:docChg>
  </pc:docChgLst>
  <pc:docChgLst>
    <pc:chgData name="CARLONI Elena (INTPA)" userId="ee6dc90e-49d4-43c8-a008-1433d7ed356e" providerId="ADAL" clId="{FB33E8DF-7B00-4DF3-8D35-A2A0D2923D86}"/>
    <pc:docChg chg="modSld">
      <pc:chgData name="CARLONI Elena (INTPA)" userId="ee6dc90e-49d4-43c8-a008-1433d7ed356e" providerId="ADAL" clId="{FB33E8DF-7B00-4DF3-8D35-A2A0D2923D86}" dt="2025-01-07T13:29:55.180" v="71" actId="13926"/>
      <pc:docMkLst>
        <pc:docMk/>
      </pc:docMkLst>
      <pc:sldChg chg="modSp mod">
        <pc:chgData name="CARLONI Elena (INTPA)" userId="ee6dc90e-49d4-43c8-a008-1433d7ed356e" providerId="ADAL" clId="{FB33E8DF-7B00-4DF3-8D35-A2A0D2923D86}" dt="2025-01-07T13:29:55.180" v="71" actId="13926"/>
        <pc:sldMkLst>
          <pc:docMk/>
          <pc:sldMk cId="3752082775" sldId="413"/>
        </pc:sldMkLst>
      </pc:sldChg>
      <pc:sldChg chg="modSp mod">
        <pc:chgData name="CARLONI Elena (INTPA)" userId="ee6dc90e-49d4-43c8-a008-1433d7ed356e" providerId="ADAL" clId="{FB33E8DF-7B00-4DF3-8D35-A2A0D2923D86}" dt="2025-01-07T13:29:49.414" v="70" actId="20577"/>
        <pc:sldMkLst>
          <pc:docMk/>
          <pc:sldMk cId="3242030761" sldId="414"/>
        </pc:sldMkLst>
      </pc:sldChg>
    </pc:docChg>
  </pc:docChgLst>
  <pc:docChgLst>
    <pc:chgData name="MATTA CASTILLO Eduin (INTPA)" userId="S::eduin.matta-castillo@ec.europa.eu::e7d1263b-560a-4056-9573-74819ee32f7b" providerId="AD" clId="Web-{5DF0AB33-EF21-8408-8191-C59A4B15FE1A}"/>
    <pc:docChg chg="sldOrd">
      <pc:chgData name="MATTA CASTILLO Eduin (INTPA)" userId="S::eduin.matta-castillo@ec.europa.eu::e7d1263b-560a-4056-9573-74819ee32f7b" providerId="AD" clId="Web-{5DF0AB33-EF21-8408-8191-C59A4B15FE1A}" dt="2025-01-22T08:30:26.002" v="0"/>
      <pc:docMkLst>
        <pc:docMk/>
      </pc:docMkLst>
      <pc:sldChg chg="ord">
        <pc:chgData name="MATTA CASTILLO Eduin (INTPA)" userId="S::eduin.matta-castillo@ec.europa.eu::e7d1263b-560a-4056-9573-74819ee32f7b" providerId="AD" clId="Web-{5DF0AB33-EF21-8408-8191-C59A4B15FE1A}" dt="2025-01-22T08:30:26.002" v="0"/>
        <pc:sldMkLst>
          <pc:docMk/>
          <pc:sldMk cId="385937162" sldId="411"/>
        </pc:sldMkLst>
      </pc:sldChg>
    </pc:docChg>
  </pc:docChgLst>
  <pc:docChgLst>
    <pc:chgData name="GRAPSAS Georgios (INTPA)" userId="b2368a20-c895-4607-a9c9-39b8647c2216" providerId="ADAL" clId="{109014A7-3DC2-43D7-9FEE-444E32AFD8AB}"/>
    <pc:docChg chg="undo custSel modSld">
      <pc:chgData name="GRAPSAS Georgios (INTPA)" userId="b2368a20-c895-4607-a9c9-39b8647c2216" providerId="ADAL" clId="{109014A7-3DC2-43D7-9FEE-444E32AFD8AB}" dt="2025-01-17T08:50:38.186" v="234" actId="20577"/>
      <pc:docMkLst>
        <pc:docMk/>
      </pc:docMkLst>
      <pc:sldChg chg="modSp mod">
        <pc:chgData name="GRAPSAS Georgios (INTPA)" userId="b2368a20-c895-4607-a9c9-39b8647c2216" providerId="ADAL" clId="{109014A7-3DC2-43D7-9FEE-444E32AFD8AB}" dt="2025-01-17T08:34:42.455" v="56" actId="6549"/>
        <pc:sldMkLst>
          <pc:docMk/>
          <pc:sldMk cId="4031091407" sldId="399"/>
        </pc:sldMkLst>
      </pc:sldChg>
      <pc:sldChg chg="modSp mod">
        <pc:chgData name="GRAPSAS Georgios (INTPA)" userId="b2368a20-c895-4607-a9c9-39b8647c2216" providerId="ADAL" clId="{109014A7-3DC2-43D7-9FEE-444E32AFD8AB}" dt="2025-01-17T08:28:15.016" v="3" actId="313"/>
        <pc:sldMkLst>
          <pc:docMk/>
          <pc:sldMk cId="113264031" sldId="400"/>
        </pc:sldMkLst>
      </pc:sldChg>
      <pc:sldChg chg="modSp mod">
        <pc:chgData name="GRAPSAS Georgios (INTPA)" userId="b2368a20-c895-4607-a9c9-39b8647c2216" providerId="ADAL" clId="{109014A7-3DC2-43D7-9FEE-444E32AFD8AB}" dt="2025-01-17T08:32:28.764" v="16"/>
        <pc:sldMkLst>
          <pc:docMk/>
          <pc:sldMk cId="70344665" sldId="401"/>
        </pc:sldMkLst>
      </pc:sldChg>
      <pc:sldChg chg="modSp mod">
        <pc:chgData name="GRAPSAS Georgios (INTPA)" userId="b2368a20-c895-4607-a9c9-39b8647c2216" providerId="ADAL" clId="{109014A7-3DC2-43D7-9FEE-444E32AFD8AB}" dt="2025-01-17T08:41:50.826" v="150" actId="108"/>
        <pc:sldMkLst>
          <pc:docMk/>
          <pc:sldMk cId="276098482" sldId="404"/>
        </pc:sldMkLst>
      </pc:sldChg>
      <pc:sldChg chg="modSp mod">
        <pc:chgData name="GRAPSAS Georgios (INTPA)" userId="b2368a20-c895-4607-a9c9-39b8647c2216" providerId="ADAL" clId="{109014A7-3DC2-43D7-9FEE-444E32AFD8AB}" dt="2025-01-17T08:43:19.947" v="227" actId="20577"/>
        <pc:sldMkLst>
          <pc:docMk/>
          <pc:sldMk cId="3752082775" sldId="413"/>
        </pc:sldMkLst>
      </pc:sldChg>
      <pc:sldChg chg="modSp mod">
        <pc:chgData name="GRAPSAS Georgios (INTPA)" userId="b2368a20-c895-4607-a9c9-39b8647c2216" providerId="ADAL" clId="{109014A7-3DC2-43D7-9FEE-444E32AFD8AB}" dt="2025-01-17T08:50:38.186" v="234" actId="20577"/>
        <pc:sldMkLst>
          <pc:docMk/>
          <pc:sldMk cId="1834427571" sldId="418"/>
        </pc:sldMkLst>
      </pc:sldChg>
    </pc:docChg>
  </pc:docChgLst>
  <pc:docChgLst>
    <pc:chgData name="DI STEFANO Fabio (INTPA)" userId="S::fabio.di-stefano@ec.europa.eu::2d20b507-ebc7-4876-93a6-11f942a3beb9" providerId="AD" clId="Web-{BC571B4D-4596-CBDC-2CF1-08AB0324B149}"/>
    <pc:docChg chg="modSld">
      <pc:chgData name="DI STEFANO Fabio (INTPA)" userId="S::fabio.di-stefano@ec.europa.eu::2d20b507-ebc7-4876-93a6-11f942a3beb9" providerId="AD" clId="Web-{BC571B4D-4596-CBDC-2CF1-08AB0324B149}" dt="2024-12-19T11:04:52.549" v="72" actId="20577"/>
      <pc:docMkLst>
        <pc:docMk/>
      </pc:docMkLst>
      <pc:sldChg chg="modSp">
        <pc:chgData name="DI STEFANO Fabio (INTPA)" userId="S::fabio.di-stefano@ec.europa.eu::2d20b507-ebc7-4876-93a6-11f942a3beb9" providerId="AD" clId="Web-{BC571B4D-4596-CBDC-2CF1-08AB0324B149}" dt="2024-12-19T10:50:17.544" v="1" actId="1076"/>
        <pc:sldMkLst>
          <pc:docMk/>
          <pc:sldMk cId="678557476" sldId="336"/>
        </pc:sldMkLst>
      </pc:sldChg>
      <pc:sldChg chg="modSp">
        <pc:chgData name="DI STEFANO Fabio (INTPA)" userId="S::fabio.di-stefano@ec.europa.eu::2d20b507-ebc7-4876-93a6-11f942a3beb9" providerId="AD" clId="Web-{BC571B4D-4596-CBDC-2CF1-08AB0324B149}" dt="2024-12-19T10:57:09.858" v="69" actId="1076"/>
        <pc:sldMkLst>
          <pc:docMk/>
          <pc:sldMk cId="1193711288" sldId="408"/>
        </pc:sldMkLst>
      </pc:sldChg>
      <pc:sldChg chg="modSp">
        <pc:chgData name="DI STEFANO Fabio (INTPA)" userId="S::fabio.di-stefano@ec.europa.eu::2d20b507-ebc7-4876-93a6-11f942a3beb9" providerId="AD" clId="Web-{BC571B4D-4596-CBDC-2CF1-08AB0324B149}" dt="2024-12-19T11:04:52.549" v="72" actId="20577"/>
        <pc:sldMkLst>
          <pc:docMk/>
          <pc:sldMk cId="1833686495" sldId="409"/>
        </pc:sldMkLst>
      </pc:sldChg>
      <pc:sldChg chg="modSp">
        <pc:chgData name="DI STEFANO Fabio (INTPA)" userId="S::fabio.di-stefano@ec.europa.eu::2d20b507-ebc7-4876-93a6-11f942a3beb9" providerId="AD" clId="Web-{BC571B4D-4596-CBDC-2CF1-08AB0324B149}" dt="2024-12-19T10:55:51.198" v="64" actId="14100"/>
        <pc:sldMkLst>
          <pc:docMk/>
          <pc:sldMk cId="1050327896" sldId="410"/>
        </pc:sldMkLst>
      </pc:sldChg>
    </pc:docChg>
  </pc:docChgLst>
  <pc:docChgLst>
    <pc:chgData name="CORDOVILLA JOSÉ" userId="3e432d2a-0840-4c3e-813e-0721a328213c" providerId="ADAL" clId="{74CA89A3-2F77-53C5-A871-4955137D542F}"/>
    <pc:docChg chg="modSld">
      <pc:chgData name="CORDOVILLA JOSÉ" userId="3e432d2a-0840-4c3e-813e-0721a328213c" providerId="ADAL" clId="{74CA89A3-2F77-53C5-A871-4955137D542F}" dt="2025-09-20T14:21:28.630" v="0" actId="18331"/>
      <pc:docMkLst>
        <pc:docMk/>
      </pc:docMkLst>
      <pc:sldChg chg="modSp">
        <pc:chgData name="CORDOVILLA JOSÉ" userId="3e432d2a-0840-4c3e-813e-0721a328213c" providerId="ADAL" clId="{74CA89A3-2F77-53C5-A871-4955137D542F}" dt="2025-09-20T14:21:28.630" v="0" actId="18331"/>
        <pc:sldMkLst>
          <pc:docMk/>
          <pc:sldMk cId="678557476" sldId="336"/>
        </pc:sldMkLst>
        <pc:picChg chg="mod">
          <ac:chgData name="CORDOVILLA JOSÉ" userId="3e432d2a-0840-4c3e-813e-0721a328213c" providerId="ADAL" clId="{74CA89A3-2F77-53C5-A871-4955137D542F}" dt="2025-09-20T14:21:28.630" v="0" actId="18331"/>
          <ac:picMkLst>
            <pc:docMk/>
            <pc:sldMk cId="678557476" sldId="336"/>
            <ac:picMk id="4" creationId="{204320F3-5A42-2AAC-FC57-4DC14E5E4BDC}"/>
          </ac:picMkLst>
        </pc:picChg>
      </pc:sldChg>
    </pc:docChg>
  </pc:docChgLst>
  <pc:docChgLst>
    <pc:chgData name="GRAPSAS Georgios (INTPA)" userId="S::georgios.grapsas@ec.europa.eu::b2368a20-c895-4607-a9c9-39b8647c2216" providerId="AD" clId="Web-{101B2AEB-C8D4-DA8B-F112-453E3520F754}"/>
    <pc:docChg chg="modSld sldOrd">
      <pc:chgData name="GRAPSAS Georgios (INTPA)" userId="S::georgios.grapsas@ec.europa.eu::b2368a20-c895-4607-a9c9-39b8647c2216" providerId="AD" clId="Web-{101B2AEB-C8D4-DA8B-F112-453E3520F754}" dt="2025-01-17T07:59:15.096" v="332" actId="20577"/>
      <pc:docMkLst>
        <pc:docMk/>
      </pc:docMkLst>
      <pc:sldChg chg="ord">
        <pc:chgData name="GRAPSAS Georgios (INTPA)" userId="S::georgios.grapsas@ec.europa.eu::b2368a20-c895-4607-a9c9-39b8647c2216" providerId="AD" clId="Web-{101B2AEB-C8D4-DA8B-F112-453E3520F754}" dt="2025-01-17T07:48:08.957" v="11"/>
        <pc:sldMkLst>
          <pc:docMk/>
          <pc:sldMk cId="946974044" sldId="357"/>
        </pc:sldMkLst>
      </pc:sldChg>
      <pc:sldChg chg="modSp">
        <pc:chgData name="GRAPSAS Georgios (INTPA)" userId="S::georgios.grapsas@ec.europa.eu::b2368a20-c895-4607-a9c9-39b8647c2216" providerId="AD" clId="Web-{101B2AEB-C8D4-DA8B-F112-453E3520F754}" dt="2025-01-17T07:48:08.738" v="10" actId="20577"/>
        <pc:sldMkLst>
          <pc:docMk/>
          <pc:sldMk cId="4021295010" sldId="378"/>
        </pc:sldMkLst>
      </pc:sldChg>
      <pc:sldChg chg="modSp">
        <pc:chgData name="GRAPSAS Georgios (INTPA)" userId="S::georgios.grapsas@ec.europa.eu::b2368a20-c895-4607-a9c9-39b8647c2216" providerId="AD" clId="Web-{101B2AEB-C8D4-DA8B-F112-453E3520F754}" dt="2025-01-17T07:59:15.096" v="332" actId="20577"/>
        <pc:sldMkLst>
          <pc:docMk/>
          <pc:sldMk cId="276098482" sldId="404"/>
        </pc:sldMkLst>
      </pc:sldChg>
      <pc:sldChg chg="modSp">
        <pc:chgData name="GRAPSAS Georgios (INTPA)" userId="S::georgios.grapsas@ec.europa.eu::b2368a20-c895-4607-a9c9-39b8647c2216" providerId="AD" clId="Web-{101B2AEB-C8D4-DA8B-F112-453E3520F754}" dt="2025-01-17T07:57:38.261" v="331" actId="20577"/>
        <pc:sldMkLst>
          <pc:docMk/>
          <pc:sldMk cId="1050327896" sldId="410"/>
        </pc:sldMkLst>
      </pc:sldChg>
    </pc:docChg>
  </pc:docChgLst>
  <pc:docChgLst>
    <pc:chgData name="DI STEFANO Fabio (INTPA)" userId="S::fabio.di-stefano@ec.europa.eu::2d20b507-ebc7-4876-93a6-11f942a3beb9" providerId="AD" clId="Web-{972CF4BF-6C44-4509-B0A2-DCFE30C39C73}"/>
    <pc:docChg chg="addSld delSld modSld sldOrd modSection">
      <pc:chgData name="DI STEFANO Fabio (INTPA)" userId="S::fabio.di-stefano@ec.europa.eu::2d20b507-ebc7-4876-93a6-11f942a3beb9" providerId="AD" clId="Web-{972CF4BF-6C44-4509-B0A2-DCFE30C39C73}" dt="2025-01-15T13:56:20.914" v="294" actId="20577"/>
      <pc:docMkLst>
        <pc:docMk/>
      </pc:docMkLst>
      <pc:sldChg chg="ord">
        <pc:chgData name="DI STEFANO Fabio (INTPA)" userId="S::fabio.di-stefano@ec.europa.eu::2d20b507-ebc7-4876-93a6-11f942a3beb9" providerId="AD" clId="Web-{972CF4BF-6C44-4509-B0A2-DCFE30C39C73}" dt="2025-01-15T13:48:03.742" v="265"/>
        <pc:sldMkLst>
          <pc:docMk/>
          <pc:sldMk cId="946974044" sldId="357"/>
        </pc:sldMkLst>
      </pc:sldChg>
      <pc:sldChg chg="modSp">
        <pc:chgData name="DI STEFANO Fabio (INTPA)" userId="S::fabio.di-stefano@ec.europa.eu::2d20b507-ebc7-4876-93a6-11f942a3beb9" providerId="AD" clId="Web-{972CF4BF-6C44-4509-B0A2-DCFE30C39C73}" dt="2025-01-15T13:52:12.625" v="291" actId="20577"/>
        <pc:sldMkLst>
          <pc:docMk/>
          <pc:sldMk cId="1815549739" sldId="360"/>
        </pc:sldMkLst>
      </pc:sldChg>
      <pc:sldChg chg="modSp">
        <pc:chgData name="DI STEFANO Fabio (INTPA)" userId="S::fabio.di-stefano@ec.europa.eu::2d20b507-ebc7-4876-93a6-11f942a3beb9" providerId="AD" clId="Web-{972CF4BF-6C44-4509-B0A2-DCFE30C39C73}" dt="2025-01-15T13:56:20.914" v="294" actId="20577"/>
        <pc:sldMkLst>
          <pc:docMk/>
          <pc:sldMk cId="3755065901" sldId="367"/>
        </pc:sldMkLst>
      </pc:sldChg>
      <pc:sldChg chg="modSp">
        <pc:chgData name="DI STEFANO Fabio (INTPA)" userId="S::fabio.di-stefano@ec.europa.eu::2d20b507-ebc7-4876-93a6-11f942a3beb9" providerId="AD" clId="Web-{972CF4BF-6C44-4509-B0A2-DCFE30C39C73}" dt="2025-01-15T13:51:31.374" v="288" actId="20577"/>
        <pc:sldMkLst>
          <pc:docMk/>
          <pc:sldMk cId="359213257" sldId="377"/>
        </pc:sldMkLst>
      </pc:sldChg>
      <pc:sldChg chg="modSp ord">
        <pc:chgData name="DI STEFANO Fabio (INTPA)" userId="S::fabio.di-stefano@ec.europa.eu::2d20b507-ebc7-4876-93a6-11f942a3beb9" providerId="AD" clId="Web-{972CF4BF-6C44-4509-B0A2-DCFE30C39C73}" dt="2025-01-15T13:47:47.023" v="264" actId="20577"/>
        <pc:sldMkLst>
          <pc:docMk/>
          <pc:sldMk cId="4021295010" sldId="378"/>
        </pc:sldMkLst>
      </pc:sldChg>
      <pc:sldChg chg="modSp">
        <pc:chgData name="DI STEFANO Fabio (INTPA)" userId="S::fabio.di-stefano@ec.europa.eu::2d20b507-ebc7-4876-93a6-11f942a3beb9" providerId="AD" clId="Web-{972CF4BF-6C44-4509-B0A2-DCFE30C39C73}" dt="2025-01-15T13:00:01.702" v="9" actId="20577"/>
        <pc:sldMkLst>
          <pc:docMk/>
          <pc:sldMk cId="266114053" sldId="398"/>
        </pc:sldMkLst>
      </pc:sldChg>
      <pc:sldChg chg="modSp">
        <pc:chgData name="DI STEFANO Fabio (INTPA)" userId="S::fabio.di-stefano@ec.europa.eu::2d20b507-ebc7-4876-93a6-11f942a3beb9" providerId="AD" clId="Web-{972CF4BF-6C44-4509-B0A2-DCFE30C39C73}" dt="2025-01-15T13:13:44.617" v="167" actId="20577"/>
        <pc:sldMkLst>
          <pc:docMk/>
          <pc:sldMk cId="4031091407" sldId="399"/>
        </pc:sldMkLst>
      </pc:sldChg>
      <pc:sldChg chg="modSp">
        <pc:chgData name="DI STEFANO Fabio (INTPA)" userId="S::fabio.di-stefano@ec.europa.eu::2d20b507-ebc7-4876-93a6-11f942a3beb9" providerId="AD" clId="Web-{972CF4BF-6C44-4509-B0A2-DCFE30C39C73}" dt="2025-01-15T13:05:31.649" v="164" actId="20577"/>
        <pc:sldMkLst>
          <pc:docMk/>
          <pc:sldMk cId="70344665" sldId="401"/>
        </pc:sldMkLst>
      </pc:sldChg>
      <pc:sldChg chg="modSp">
        <pc:chgData name="DI STEFANO Fabio (INTPA)" userId="S::fabio.di-stefano@ec.europa.eu::2d20b507-ebc7-4876-93a6-11f942a3beb9" providerId="AD" clId="Web-{972CF4BF-6C44-4509-B0A2-DCFE30C39C73}" dt="2025-01-15T13:05:02.961" v="115" actId="20577"/>
        <pc:sldMkLst>
          <pc:docMk/>
          <pc:sldMk cId="3745905074" sldId="402"/>
        </pc:sldMkLst>
      </pc:sldChg>
      <pc:sldChg chg="modSp">
        <pc:chgData name="DI STEFANO Fabio (INTPA)" userId="S::fabio.di-stefano@ec.europa.eu::2d20b507-ebc7-4876-93a6-11f942a3beb9" providerId="AD" clId="Web-{972CF4BF-6C44-4509-B0A2-DCFE30C39C73}" dt="2025-01-15T13:29:24.177" v="200" actId="20577"/>
        <pc:sldMkLst>
          <pc:docMk/>
          <pc:sldMk cId="1234911430" sldId="403"/>
        </pc:sldMkLst>
      </pc:sldChg>
      <pc:sldChg chg="modSp">
        <pc:chgData name="DI STEFANO Fabio (INTPA)" userId="S::fabio.di-stefano@ec.europa.eu::2d20b507-ebc7-4876-93a6-11f942a3beb9" providerId="AD" clId="Web-{972CF4BF-6C44-4509-B0A2-DCFE30C39C73}" dt="2025-01-15T13:34:13.420" v="245" actId="20577"/>
        <pc:sldMkLst>
          <pc:docMk/>
          <pc:sldMk cId="276098482" sldId="404"/>
        </pc:sldMkLst>
      </pc:sldChg>
      <pc:sldChg chg="modSp">
        <pc:chgData name="DI STEFANO Fabio (INTPA)" userId="S::fabio.di-stefano@ec.europa.eu::2d20b507-ebc7-4876-93a6-11f942a3beb9" providerId="AD" clId="Web-{972CF4BF-6C44-4509-B0A2-DCFE30C39C73}" dt="2025-01-15T13:49:59.527" v="281" actId="20577"/>
        <pc:sldMkLst>
          <pc:docMk/>
          <pc:sldMk cId="1193711288" sldId="408"/>
        </pc:sldMkLst>
      </pc:sldChg>
      <pc:sldChg chg="add del mod modShow">
        <pc:chgData name="DI STEFANO Fabio (INTPA)" userId="S::fabio.di-stefano@ec.europa.eu::2d20b507-ebc7-4876-93a6-11f942a3beb9" providerId="AD" clId="Web-{972CF4BF-6C44-4509-B0A2-DCFE30C39C73}" dt="2025-01-15T13:50:32.388" v="284"/>
        <pc:sldMkLst>
          <pc:docMk/>
          <pc:sldMk cId="705428839" sldId="412"/>
        </pc:sldMkLst>
      </pc:sldChg>
      <pc:sldChg chg="modSp">
        <pc:chgData name="DI STEFANO Fabio (INTPA)" userId="S::fabio.di-stefano@ec.europa.eu::2d20b507-ebc7-4876-93a6-11f942a3beb9" providerId="AD" clId="Web-{972CF4BF-6C44-4509-B0A2-DCFE30C39C73}" dt="2025-01-15T13:35:05.844" v="250" actId="20577"/>
        <pc:sldMkLst>
          <pc:docMk/>
          <pc:sldMk cId="3752082775" sldId="413"/>
        </pc:sldMkLst>
      </pc:sldChg>
      <pc:sldChg chg="modSp">
        <pc:chgData name="DI STEFANO Fabio (INTPA)" userId="S::fabio.di-stefano@ec.europa.eu::2d20b507-ebc7-4876-93a6-11f942a3beb9" providerId="AD" clId="Web-{972CF4BF-6C44-4509-B0A2-DCFE30C39C73}" dt="2025-01-15T13:37:15.410" v="253" actId="20577"/>
        <pc:sldMkLst>
          <pc:docMk/>
          <pc:sldMk cId="3242030761" sldId="414"/>
        </pc:sldMkLst>
      </pc:sldChg>
      <pc:sldChg chg="modSp ord">
        <pc:chgData name="DI STEFANO Fabio (INTPA)" userId="S::fabio.di-stefano@ec.europa.eu::2d20b507-ebc7-4876-93a6-11f942a3beb9" providerId="AD" clId="Web-{972CF4BF-6C44-4509-B0A2-DCFE30C39C73}" dt="2025-01-15T13:11:59.802" v="166" actId="20577"/>
        <pc:sldMkLst>
          <pc:docMk/>
          <pc:sldMk cId="1942365546" sldId="419"/>
        </pc:sldMkLst>
      </pc:sldChg>
    </pc:docChg>
  </pc:docChgLst>
  <pc:docChgLst>
    <pc:chgData name="GRAPSAS Georgios (INTPA)" userId="b2368a20-c895-4607-a9c9-39b8647c2216" providerId="ADAL" clId="{BDC076FE-61AB-4D47-97EF-9641AC142A61}"/>
    <pc:docChg chg="undo custSel delSld modSld modSection">
      <pc:chgData name="GRAPSAS Georgios (INTPA)" userId="b2368a20-c895-4607-a9c9-39b8647c2216" providerId="ADAL" clId="{BDC076FE-61AB-4D47-97EF-9641AC142A61}" dt="2025-01-15T16:54:28.681" v="439" actId="20577"/>
      <pc:docMkLst>
        <pc:docMk/>
      </pc:docMkLst>
      <pc:sldChg chg="del">
        <pc:chgData name="GRAPSAS Georgios (INTPA)" userId="b2368a20-c895-4607-a9c9-39b8647c2216" providerId="ADAL" clId="{BDC076FE-61AB-4D47-97EF-9641AC142A61}" dt="2025-01-15T16:36:26.055" v="112" actId="47"/>
        <pc:sldMkLst>
          <pc:docMk/>
          <pc:sldMk cId="2772322494" sldId="397"/>
        </pc:sldMkLst>
      </pc:sldChg>
      <pc:sldChg chg="modSp mod">
        <pc:chgData name="GRAPSAS Georgios (INTPA)" userId="b2368a20-c895-4607-a9c9-39b8647c2216" providerId="ADAL" clId="{BDC076FE-61AB-4D47-97EF-9641AC142A61}" dt="2025-01-15T16:54:28.681" v="439" actId="20577"/>
        <pc:sldMkLst>
          <pc:docMk/>
          <pc:sldMk cId="3517544223" sldId="421"/>
        </pc:sldMkLst>
      </pc:sldChg>
    </pc:docChg>
  </pc:docChgLst>
  <pc:docChgLst>
    <pc:chgData name="MAZAGATOS ATECA Marina (INTPA)" userId="S::marina.mazagatos-ateca@ec.europa.eu::0785ee29-05ac-48ad-bc20-a8f7f0a4c5f3" providerId="AD" clId="Web-{09F12740-4660-E6C6-3844-2BC3E809E586}"/>
    <pc:docChg chg="modSld">
      <pc:chgData name="MAZAGATOS ATECA Marina (INTPA)" userId="S::marina.mazagatos-ateca@ec.europa.eu::0785ee29-05ac-48ad-bc20-a8f7f0a4c5f3" providerId="AD" clId="Web-{09F12740-4660-E6C6-3844-2BC3E809E586}" dt="2025-01-13T10:27:07.202" v="33" actId="20577"/>
      <pc:docMkLst>
        <pc:docMk/>
      </pc:docMkLst>
      <pc:sldChg chg="modSp">
        <pc:chgData name="MAZAGATOS ATECA Marina (INTPA)" userId="S::marina.mazagatos-ateca@ec.europa.eu::0785ee29-05ac-48ad-bc20-a8f7f0a4c5f3" providerId="AD" clId="Web-{09F12740-4660-E6C6-3844-2BC3E809E586}" dt="2025-01-13T10:27:07.202" v="33" actId="20577"/>
        <pc:sldMkLst>
          <pc:docMk/>
          <pc:sldMk cId="3930676087" sldId="384"/>
        </pc:sldMkLst>
      </pc:sldChg>
    </pc:docChg>
  </pc:docChgLst>
  <pc:docChgLst>
    <pc:chgData name="GAVILAN MARIN Jesus (INTPA)" userId="S::jesus-manuel.gavilan-marin@ec.europa.eu::80ea900e-7290-456d-bd13-034e70b7a547" providerId="AD" clId="Web-{7FB54643-0034-8A48-5F35-FBB1B2170EEA}"/>
    <pc:docChg chg="modSld">
      <pc:chgData name="GAVILAN MARIN Jesus (INTPA)" userId="S::jesus-manuel.gavilan-marin@ec.europa.eu::80ea900e-7290-456d-bd13-034e70b7a547" providerId="AD" clId="Web-{7FB54643-0034-8A48-5F35-FBB1B2170EEA}" dt="2025-01-17T08:46:33.663" v="10" actId="20577"/>
      <pc:docMkLst>
        <pc:docMk/>
      </pc:docMkLst>
      <pc:sldChg chg="modSp">
        <pc:chgData name="GAVILAN MARIN Jesus (INTPA)" userId="S::jesus-manuel.gavilan-marin@ec.europa.eu::80ea900e-7290-456d-bd13-034e70b7a547" providerId="AD" clId="Web-{7FB54643-0034-8A48-5F35-FBB1B2170EEA}" dt="2025-01-17T08:46:33.663" v="10" actId="20577"/>
        <pc:sldMkLst>
          <pc:docMk/>
          <pc:sldMk cId="276098482" sldId="404"/>
        </pc:sldMkLst>
      </pc:sldChg>
    </pc:docChg>
  </pc:docChgLst>
  <pc:docChgLst>
    <pc:chgData name="GRAPSAS Georgios (INTPA)" userId="S::georgios.grapsas@ec.europa.eu::b2368a20-c895-4607-a9c9-39b8647c2216" providerId="AD" clId="Web-{E4086EAC-7A63-63E6-C0A0-F71A6C9C4A09}"/>
    <pc:docChg chg="modSld">
      <pc:chgData name="GRAPSAS Georgios (INTPA)" userId="S::georgios.grapsas@ec.europa.eu::b2368a20-c895-4607-a9c9-39b8647c2216" providerId="AD" clId="Web-{E4086EAC-7A63-63E6-C0A0-F71A6C9C4A09}" dt="2025-01-10T14:17:46.392" v="33" actId="20577"/>
      <pc:docMkLst>
        <pc:docMk/>
      </pc:docMkLst>
      <pc:sldChg chg="modSp">
        <pc:chgData name="GRAPSAS Georgios (INTPA)" userId="S::georgios.grapsas@ec.europa.eu::b2368a20-c895-4607-a9c9-39b8647c2216" providerId="AD" clId="Web-{E4086EAC-7A63-63E6-C0A0-F71A6C9C4A09}" dt="2025-01-10T14:16:46.672" v="9" actId="20577"/>
        <pc:sldMkLst>
          <pc:docMk/>
          <pc:sldMk cId="678557476" sldId="336"/>
        </pc:sldMkLst>
      </pc:sldChg>
      <pc:sldChg chg="modSp">
        <pc:chgData name="GRAPSAS Georgios (INTPA)" userId="S::georgios.grapsas@ec.europa.eu::b2368a20-c895-4607-a9c9-39b8647c2216" providerId="AD" clId="Web-{E4086EAC-7A63-63E6-C0A0-F71A6C9C4A09}" dt="2025-01-10T14:17:46.392" v="33" actId="20577"/>
        <pc:sldMkLst>
          <pc:docMk/>
          <pc:sldMk cId="1050327896" sldId="410"/>
        </pc:sldMkLst>
      </pc:sldChg>
    </pc:docChg>
  </pc:docChgLst>
  <pc:docChgLst>
    <pc:chgData name="MAZAGATOS ATECA Marina (INTPA)" userId="0785ee29-05ac-48ad-bc20-a8f7f0a4c5f3" providerId="ADAL" clId="{8DBA6E71-8E24-4FCA-AABC-CE059B40C682}"/>
    <pc:docChg chg="modSld sldOrd">
      <pc:chgData name="MAZAGATOS ATECA Marina (INTPA)" userId="0785ee29-05ac-48ad-bc20-a8f7f0a4c5f3" providerId="ADAL" clId="{8DBA6E71-8E24-4FCA-AABC-CE059B40C682}" dt="2025-01-16T06:18:34.316" v="1"/>
      <pc:docMkLst>
        <pc:docMk/>
      </pc:docMkLst>
      <pc:sldChg chg="ord">
        <pc:chgData name="MAZAGATOS ATECA Marina (INTPA)" userId="0785ee29-05ac-48ad-bc20-a8f7f0a4c5f3" providerId="ADAL" clId="{8DBA6E71-8E24-4FCA-AABC-CE059B40C682}" dt="2025-01-16T06:18:34.316" v="1"/>
        <pc:sldMkLst>
          <pc:docMk/>
          <pc:sldMk cId="2124996409" sldId="387"/>
        </pc:sldMkLst>
      </pc:sldChg>
    </pc:docChg>
  </pc:docChgLst>
  <pc:docChgLst>
    <pc:chgData name="MAZAGATOS ATECA Marina (INTPA)" userId="0785ee29-05ac-48ad-bc20-a8f7f0a4c5f3" providerId="ADAL" clId="{68827262-2E53-41C9-ACA9-42E10FDDB8B3}"/>
    <pc:docChg chg="undo redo custSel addSld delSld modSld modSection">
      <pc:chgData name="MAZAGATOS ATECA Marina (INTPA)" userId="0785ee29-05ac-48ad-bc20-a8f7f0a4c5f3" providerId="ADAL" clId="{68827262-2E53-41C9-ACA9-42E10FDDB8B3}" dt="2025-01-19T09:31:26.201" v="189" actId="255"/>
      <pc:docMkLst>
        <pc:docMk/>
      </pc:docMkLst>
      <pc:sldChg chg="modSp mod">
        <pc:chgData name="MAZAGATOS ATECA Marina (INTPA)" userId="0785ee29-05ac-48ad-bc20-a8f7f0a4c5f3" providerId="ADAL" clId="{68827262-2E53-41C9-ACA9-42E10FDDB8B3}" dt="2025-01-19T09:09:57.079" v="43" actId="1036"/>
        <pc:sldMkLst>
          <pc:docMk/>
          <pc:sldMk cId="3264053290" sldId="300"/>
        </pc:sldMkLst>
      </pc:sldChg>
      <pc:sldChg chg="modSp mod modNotesTx">
        <pc:chgData name="MAZAGATOS ATECA Marina (INTPA)" userId="0785ee29-05ac-48ad-bc20-a8f7f0a4c5f3" providerId="ADAL" clId="{68827262-2E53-41C9-ACA9-42E10FDDB8B3}" dt="2025-01-19T09:18:19.578" v="154" actId="20577"/>
        <pc:sldMkLst>
          <pc:docMk/>
          <pc:sldMk cId="3312336116" sldId="318"/>
        </pc:sldMkLst>
      </pc:sldChg>
      <pc:sldChg chg="modSp mod">
        <pc:chgData name="MAZAGATOS ATECA Marina (INTPA)" userId="0785ee29-05ac-48ad-bc20-a8f7f0a4c5f3" providerId="ADAL" clId="{68827262-2E53-41C9-ACA9-42E10FDDB8B3}" dt="2025-01-19T09:10:05.429" v="44" actId="20577"/>
        <pc:sldMkLst>
          <pc:docMk/>
          <pc:sldMk cId="3270712586" sldId="371"/>
        </pc:sldMkLst>
      </pc:sldChg>
      <pc:sldChg chg="modSp mod">
        <pc:chgData name="MAZAGATOS ATECA Marina (INTPA)" userId="0785ee29-05ac-48ad-bc20-a8f7f0a4c5f3" providerId="ADAL" clId="{68827262-2E53-41C9-ACA9-42E10FDDB8B3}" dt="2025-01-19T09:09:35.852" v="28" actId="403"/>
        <pc:sldMkLst>
          <pc:docMk/>
          <pc:sldMk cId="2667021062" sldId="381"/>
        </pc:sldMkLst>
      </pc:sldChg>
      <pc:sldChg chg="modSp mod">
        <pc:chgData name="MAZAGATOS ATECA Marina (INTPA)" userId="0785ee29-05ac-48ad-bc20-a8f7f0a4c5f3" providerId="ADAL" clId="{68827262-2E53-41C9-ACA9-42E10FDDB8B3}" dt="2025-01-19T09:09:05.606" v="21" actId="1076"/>
        <pc:sldMkLst>
          <pc:docMk/>
          <pc:sldMk cId="3797275843" sldId="382"/>
        </pc:sldMkLst>
      </pc:sldChg>
      <pc:sldChg chg="modSp mod">
        <pc:chgData name="MAZAGATOS ATECA Marina (INTPA)" userId="0785ee29-05ac-48ad-bc20-a8f7f0a4c5f3" providerId="ADAL" clId="{68827262-2E53-41C9-ACA9-42E10FDDB8B3}" dt="2025-01-19T09:10:46.020" v="66" actId="1036"/>
        <pc:sldMkLst>
          <pc:docMk/>
          <pc:sldMk cId="2720251177" sldId="383"/>
        </pc:sldMkLst>
      </pc:sldChg>
      <pc:sldChg chg="modSp mod">
        <pc:chgData name="MAZAGATOS ATECA Marina (INTPA)" userId="0785ee29-05ac-48ad-bc20-a8f7f0a4c5f3" providerId="ADAL" clId="{68827262-2E53-41C9-ACA9-42E10FDDB8B3}" dt="2025-01-19T09:11:36.056" v="90" actId="1036"/>
        <pc:sldMkLst>
          <pc:docMk/>
          <pc:sldMk cId="3076131078" sldId="385"/>
        </pc:sldMkLst>
      </pc:sldChg>
      <pc:sldChg chg="modSp mod">
        <pc:chgData name="MAZAGATOS ATECA Marina (INTPA)" userId="0785ee29-05ac-48ad-bc20-a8f7f0a4c5f3" providerId="ADAL" clId="{68827262-2E53-41C9-ACA9-42E10FDDB8B3}" dt="2025-01-19T09:31:26.201" v="189" actId="255"/>
        <pc:sldMkLst>
          <pc:docMk/>
          <pc:sldMk cId="1816610540" sldId="386"/>
        </pc:sldMkLst>
      </pc:sldChg>
      <pc:sldChg chg="modSp mod">
        <pc:chgData name="MAZAGATOS ATECA Marina (INTPA)" userId="0785ee29-05ac-48ad-bc20-a8f7f0a4c5f3" providerId="ADAL" clId="{68827262-2E53-41C9-ACA9-42E10FDDB8B3}" dt="2025-01-19T09:11:41.754" v="93" actId="20577"/>
        <pc:sldMkLst>
          <pc:docMk/>
          <pc:sldMk cId="583825077" sldId="389"/>
        </pc:sldMkLst>
      </pc:sldChg>
      <pc:sldChg chg="delSp modSp mod">
        <pc:chgData name="MAZAGATOS ATECA Marina (INTPA)" userId="0785ee29-05ac-48ad-bc20-a8f7f0a4c5f3" providerId="ADAL" clId="{68827262-2E53-41C9-ACA9-42E10FDDB8B3}" dt="2025-01-19T09:08:17.757" v="8" actId="14100"/>
        <pc:sldMkLst>
          <pc:docMk/>
          <pc:sldMk cId="749515831" sldId="392"/>
        </pc:sldMkLst>
      </pc:sldChg>
      <pc:sldChg chg="modSp mod">
        <pc:chgData name="MAZAGATOS ATECA Marina (INTPA)" userId="0785ee29-05ac-48ad-bc20-a8f7f0a4c5f3" providerId="ADAL" clId="{68827262-2E53-41C9-ACA9-42E10FDDB8B3}" dt="2025-01-19T09:08:53.265" v="19" actId="14100"/>
        <pc:sldMkLst>
          <pc:docMk/>
          <pc:sldMk cId="1012744030" sldId="393"/>
        </pc:sldMkLst>
      </pc:sldChg>
      <pc:sldChg chg="modSp mod">
        <pc:chgData name="MAZAGATOS ATECA Marina (INTPA)" userId="0785ee29-05ac-48ad-bc20-a8f7f0a4c5f3" providerId="ADAL" clId="{68827262-2E53-41C9-ACA9-42E10FDDB8B3}" dt="2025-01-19T09:19:45.519" v="164" actId="5793"/>
        <pc:sldMkLst>
          <pc:docMk/>
          <pc:sldMk cId="213418277" sldId="394"/>
        </pc:sldMkLst>
      </pc:sldChg>
      <pc:sldChg chg="modSp mod">
        <pc:chgData name="MAZAGATOS ATECA Marina (INTPA)" userId="0785ee29-05ac-48ad-bc20-a8f7f0a4c5f3" providerId="ADAL" clId="{68827262-2E53-41C9-ACA9-42E10FDDB8B3}" dt="2025-01-19T09:19:34.515" v="161" actId="5793"/>
        <pc:sldMkLst>
          <pc:docMk/>
          <pc:sldMk cId="2889976800" sldId="396"/>
        </pc:sldMkLst>
      </pc:sldChg>
      <pc:sldChg chg="modSp mod">
        <pc:chgData name="MAZAGATOS ATECA Marina (INTPA)" userId="0785ee29-05ac-48ad-bc20-a8f7f0a4c5f3" providerId="ADAL" clId="{68827262-2E53-41C9-ACA9-42E10FDDB8B3}" dt="2025-01-19T09:19:24.381" v="158" actId="5793"/>
        <pc:sldMkLst>
          <pc:docMk/>
          <pc:sldMk cId="4031091407" sldId="399"/>
        </pc:sldMkLst>
      </pc:sldChg>
      <pc:sldChg chg="modSp mod">
        <pc:chgData name="MAZAGATOS ATECA Marina (INTPA)" userId="0785ee29-05ac-48ad-bc20-a8f7f0a4c5f3" providerId="ADAL" clId="{68827262-2E53-41C9-ACA9-42E10FDDB8B3}" dt="2025-01-19T09:12:17.174" v="97" actId="5793"/>
        <pc:sldMkLst>
          <pc:docMk/>
          <pc:sldMk cId="70344665" sldId="401"/>
        </pc:sldMkLst>
      </pc:sldChg>
      <pc:sldChg chg="modSp mod">
        <pc:chgData name="MAZAGATOS ATECA Marina (INTPA)" userId="0785ee29-05ac-48ad-bc20-a8f7f0a4c5f3" providerId="ADAL" clId="{68827262-2E53-41C9-ACA9-42E10FDDB8B3}" dt="2025-01-19T09:12:29.277" v="101" actId="5793"/>
        <pc:sldMkLst>
          <pc:docMk/>
          <pc:sldMk cId="1234911430" sldId="403"/>
        </pc:sldMkLst>
      </pc:sldChg>
      <pc:sldChg chg="modSp mod">
        <pc:chgData name="MAZAGATOS ATECA Marina (INTPA)" userId="0785ee29-05ac-48ad-bc20-a8f7f0a4c5f3" providerId="ADAL" clId="{68827262-2E53-41C9-ACA9-42E10FDDB8B3}" dt="2025-01-19T09:14:25.249" v="132" actId="20577"/>
        <pc:sldMkLst>
          <pc:docMk/>
          <pc:sldMk cId="385937162" sldId="411"/>
        </pc:sldMkLst>
      </pc:sldChg>
      <pc:sldChg chg="modSp mod">
        <pc:chgData name="MAZAGATOS ATECA Marina (INTPA)" userId="0785ee29-05ac-48ad-bc20-a8f7f0a4c5f3" providerId="ADAL" clId="{68827262-2E53-41C9-ACA9-42E10FDDB8B3}" dt="2025-01-19T09:13:46.552" v="127" actId="108"/>
        <pc:sldMkLst>
          <pc:docMk/>
          <pc:sldMk cId="705428839" sldId="412"/>
        </pc:sldMkLst>
      </pc:sldChg>
      <pc:sldChg chg="modSp mod">
        <pc:chgData name="MAZAGATOS ATECA Marina (INTPA)" userId="0785ee29-05ac-48ad-bc20-a8f7f0a4c5f3" providerId="ADAL" clId="{68827262-2E53-41C9-ACA9-42E10FDDB8B3}" dt="2025-01-19T09:12:36.562" v="104" actId="5793"/>
        <pc:sldMkLst>
          <pc:docMk/>
          <pc:sldMk cId="3752082775" sldId="413"/>
        </pc:sldMkLst>
      </pc:sldChg>
      <pc:sldChg chg="delSp modSp mod">
        <pc:chgData name="MAZAGATOS ATECA Marina (INTPA)" userId="0785ee29-05ac-48ad-bc20-a8f7f0a4c5f3" providerId="ADAL" clId="{68827262-2E53-41C9-ACA9-42E10FDDB8B3}" dt="2025-01-19T09:19:08.836" v="155" actId="478"/>
        <pc:sldMkLst>
          <pc:docMk/>
          <pc:sldMk cId="3242030761" sldId="414"/>
        </pc:sldMkLst>
      </pc:sldChg>
      <pc:sldChg chg="delSp mod">
        <pc:chgData name="MAZAGATOS ATECA Marina (INTPA)" userId="0785ee29-05ac-48ad-bc20-a8f7f0a4c5f3" providerId="ADAL" clId="{68827262-2E53-41C9-ACA9-42E10FDDB8B3}" dt="2025-01-19T09:08:03.210" v="1" actId="478"/>
        <pc:sldMkLst>
          <pc:docMk/>
          <pc:sldMk cId="1834427571" sldId="418"/>
        </pc:sldMkLst>
      </pc:sldChg>
      <pc:sldChg chg="modSp mod">
        <pc:chgData name="MAZAGATOS ATECA Marina (INTPA)" userId="0785ee29-05ac-48ad-bc20-a8f7f0a4c5f3" providerId="ADAL" clId="{68827262-2E53-41C9-ACA9-42E10FDDB8B3}" dt="2025-01-19T09:07:52.906" v="0" actId="14100"/>
        <pc:sldMkLst>
          <pc:docMk/>
          <pc:sldMk cId="3517544223" sldId="421"/>
        </pc:sldMkLst>
      </pc:sldChg>
      <pc:sldChg chg="modSp mod">
        <pc:chgData name="MAZAGATOS ATECA Marina (INTPA)" userId="0785ee29-05ac-48ad-bc20-a8f7f0a4c5f3" providerId="ADAL" clId="{68827262-2E53-41C9-ACA9-42E10FDDB8B3}" dt="2025-01-19T09:13:12.340" v="112" actId="20577"/>
        <pc:sldMkLst>
          <pc:docMk/>
          <pc:sldMk cId="3035898606" sldId="426"/>
        </pc:sldMkLst>
      </pc:sldChg>
      <pc:sldChg chg="new del">
        <pc:chgData name="MAZAGATOS ATECA Marina (INTPA)" userId="0785ee29-05ac-48ad-bc20-a8f7f0a4c5f3" providerId="ADAL" clId="{68827262-2E53-41C9-ACA9-42E10FDDB8B3}" dt="2025-01-19T09:12:41.780" v="106" actId="680"/>
        <pc:sldMkLst>
          <pc:docMk/>
          <pc:sldMk cId="3199550919" sldId="430"/>
        </pc:sldMkLst>
      </pc:sldChg>
    </pc:docChg>
  </pc:docChgLst>
  <pc:docChgLst>
    <pc:chgData name="DI STEFANO Fabio (INTPA)" userId="2d20b507-ebc7-4876-93a6-11f942a3beb9" providerId="ADAL" clId="{8C0E06D8-F6F2-47BC-AE33-D49BE1C440FB}"/>
    <pc:docChg chg="custSel modSld">
      <pc:chgData name="DI STEFANO Fabio (INTPA)" userId="2d20b507-ebc7-4876-93a6-11f942a3beb9" providerId="ADAL" clId="{8C0E06D8-F6F2-47BC-AE33-D49BE1C440FB}" dt="2025-01-17T08:43:03.164" v="147" actId="20577"/>
      <pc:docMkLst>
        <pc:docMk/>
      </pc:docMkLst>
      <pc:sldChg chg="delSp modSp mod">
        <pc:chgData name="DI STEFANO Fabio (INTPA)" userId="2d20b507-ebc7-4876-93a6-11f942a3beb9" providerId="ADAL" clId="{8C0E06D8-F6F2-47BC-AE33-D49BE1C440FB}" dt="2025-01-17T08:25:24.649" v="26" actId="478"/>
        <pc:sldMkLst>
          <pc:docMk/>
          <pc:sldMk cId="4031091407" sldId="399"/>
        </pc:sldMkLst>
      </pc:sldChg>
      <pc:sldChg chg="modSp mod">
        <pc:chgData name="DI STEFANO Fabio (INTPA)" userId="2d20b507-ebc7-4876-93a6-11f942a3beb9" providerId="ADAL" clId="{8C0E06D8-F6F2-47BC-AE33-D49BE1C440FB}" dt="2025-01-17T08:29:15.387" v="35" actId="20577"/>
        <pc:sldMkLst>
          <pc:docMk/>
          <pc:sldMk cId="113264031" sldId="400"/>
        </pc:sldMkLst>
      </pc:sldChg>
      <pc:sldChg chg="modSp mod">
        <pc:chgData name="DI STEFANO Fabio (INTPA)" userId="2d20b507-ebc7-4876-93a6-11f942a3beb9" providerId="ADAL" clId="{8C0E06D8-F6F2-47BC-AE33-D49BE1C440FB}" dt="2025-01-17T08:33:30.475" v="42" actId="20577"/>
        <pc:sldMkLst>
          <pc:docMk/>
          <pc:sldMk cId="3745905074" sldId="402"/>
        </pc:sldMkLst>
      </pc:sldChg>
      <pc:sldChg chg="modSp mod">
        <pc:chgData name="DI STEFANO Fabio (INTPA)" userId="2d20b507-ebc7-4876-93a6-11f942a3beb9" providerId="ADAL" clId="{8C0E06D8-F6F2-47BC-AE33-D49BE1C440FB}" dt="2025-01-17T08:41:27.612" v="143" actId="20577"/>
        <pc:sldMkLst>
          <pc:docMk/>
          <pc:sldMk cId="276098482" sldId="404"/>
        </pc:sldMkLst>
      </pc:sldChg>
      <pc:sldChg chg="modSp mod">
        <pc:chgData name="DI STEFANO Fabio (INTPA)" userId="2d20b507-ebc7-4876-93a6-11f942a3beb9" providerId="ADAL" clId="{8C0E06D8-F6F2-47BC-AE33-D49BE1C440FB}" dt="2025-01-17T08:43:03.164" v="147" actId="20577"/>
        <pc:sldMkLst>
          <pc:docMk/>
          <pc:sldMk cId="3242030761" sldId="414"/>
        </pc:sldMkLst>
      </pc:sldChg>
    </pc:docChg>
  </pc:docChgLst>
  <pc:docChgLst>
    <pc:chgData name="GEORGELIN Lenaic (INTPA)" userId="cdd40f71-7de8-4913-86ff-c12fa8aa5aa1" providerId="ADAL" clId="{C58B3797-25E8-46EA-B648-C81762AB7522}"/>
    <pc:docChg chg="sldOrd">
      <pc:chgData name="GEORGELIN Lenaic (INTPA)" userId="cdd40f71-7de8-4913-86ff-c12fa8aa5aa1" providerId="ADAL" clId="{C58B3797-25E8-46EA-B648-C81762AB7522}" dt="2025-02-05T13:46:15.473" v="0" actId="20578"/>
      <pc:docMkLst>
        <pc:docMk/>
      </pc:docMkLst>
      <pc:sldChg chg="ord">
        <pc:chgData name="GEORGELIN Lenaic (INTPA)" userId="cdd40f71-7de8-4913-86ff-c12fa8aa5aa1" providerId="ADAL" clId="{C58B3797-25E8-46EA-B648-C81762AB7522}" dt="2025-02-05T13:46:15.473" v="0" actId="20578"/>
        <pc:sldMkLst>
          <pc:docMk/>
          <pc:sldMk cId="3979486058" sldId="344"/>
        </pc:sldMkLst>
      </pc:sldChg>
    </pc:docChg>
  </pc:docChgLst>
  <pc:docChgLst>
    <pc:chgData name="GEORGELIN Lenaic (INTPA)" userId="S::lenaic.georgelin@ec.europa.eu::cdd40f71-7de8-4913-86ff-c12fa8aa5aa1" providerId="AD" clId="Web-{58169FE9-6CC6-4652-82E0-0A6B5D97D2A2}"/>
    <pc:docChg chg="modSld">
      <pc:chgData name="GEORGELIN Lenaic (INTPA)" userId="S::lenaic.georgelin@ec.europa.eu::cdd40f71-7de8-4913-86ff-c12fa8aa5aa1" providerId="AD" clId="Web-{58169FE9-6CC6-4652-82E0-0A6B5D97D2A2}" dt="2025-09-17T08:49:17.807" v="47" actId="20577"/>
      <pc:docMkLst>
        <pc:docMk/>
      </pc:docMkLst>
      <pc:sldChg chg="modSp">
        <pc:chgData name="GEORGELIN Lenaic (INTPA)" userId="S::lenaic.georgelin@ec.europa.eu::cdd40f71-7de8-4913-86ff-c12fa8aa5aa1" providerId="AD" clId="Web-{58169FE9-6CC6-4652-82E0-0A6B5D97D2A2}" dt="2025-09-17T08:49:17.807" v="47" actId="20577"/>
        <pc:sldMkLst>
          <pc:docMk/>
          <pc:sldMk cId="1618209778" sldId="448"/>
        </pc:sldMkLst>
        <pc:spChg chg="mod">
          <ac:chgData name="GEORGELIN Lenaic (INTPA)" userId="S::lenaic.georgelin@ec.europa.eu::cdd40f71-7de8-4913-86ff-c12fa8aa5aa1" providerId="AD" clId="Web-{58169FE9-6CC6-4652-82E0-0A6B5D97D2A2}" dt="2025-09-17T08:49:17.807" v="47" actId="20577"/>
          <ac:spMkLst>
            <pc:docMk/>
            <pc:sldMk cId="1618209778" sldId="448"/>
            <ac:spMk id="10" creationId="{81F8852C-B03D-6B31-7EFE-CC0289F789BA}"/>
          </ac:spMkLst>
        </pc:spChg>
      </pc:sldChg>
    </pc:docChg>
  </pc:docChgLst>
  <pc:docChgLst>
    <pc:chgData name="CARLONI Elena (INTPA)" userId="S::elena.carloni@ec.europa.eu::ee6dc90e-49d4-43c8-a008-1433d7ed356e" providerId="AD" clId="Web-{CB33E33E-0599-BFDB-CF72-571C33BC2E7F}"/>
    <pc:docChg chg="modSld">
      <pc:chgData name="CARLONI Elena (INTPA)" userId="S::elena.carloni@ec.europa.eu::ee6dc90e-49d4-43c8-a008-1433d7ed356e" providerId="AD" clId="Web-{CB33E33E-0599-BFDB-CF72-571C33BC2E7F}" dt="2025-02-04T14:49:15.816" v="19" actId="1076"/>
      <pc:docMkLst>
        <pc:docMk/>
      </pc:docMkLst>
      <pc:sldChg chg="modSp">
        <pc:chgData name="CARLONI Elena (INTPA)" userId="S::elena.carloni@ec.europa.eu::ee6dc90e-49d4-43c8-a008-1433d7ed356e" providerId="AD" clId="Web-{CB33E33E-0599-BFDB-CF72-571C33BC2E7F}" dt="2025-02-04T14:49:15.816" v="19" actId="1076"/>
        <pc:sldMkLst>
          <pc:docMk/>
          <pc:sldMk cId="747740739" sldId="395"/>
        </pc:sldMkLst>
      </pc:sldChg>
      <pc:sldChg chg="modSp">
        <pc:chgData name="CARLONI Elena (INTPA)" userId="S::elena.carloni@ec.europa.eu::ee6dc90e-49d4-43c8-a008-1433d7ed356e" providerId="AD" clId="Web-{CB33E33E-0599-BFDB-CF72-571C33BC2E7F}" dt="2025-02-04T14:47:55.516" v="2" actId="14100"/>
        <pc:sldMkLst>
          <pc:docMk/>
          <pc:sldMk cId="3517544223" sldId="421"/>
        </pc:sldMkLst>
      </pc:sldChg>
    </pc:docChg>
  </pc:docChgLst>
  <pc:docChgLst>
    <pc:chgData name="DI STEFANO Fabio (INTPA)" userId="2d20b507-ebc7-4876-93a6-11f942a3beb9" providerId="ADAL" clId="{7621EF14-2FF4-4CB0-A381-700FD22AFF7D}"/>
    <pc:docChg chg="modSld sldOrd">
      <pc:chgData name="DI STEFANO Fabio (INTPA)" userId="2d20b507-ebc7-4876-93a6-11f942a3beb9" providerId="ADAL" clId="{7621EF14-2FF4-4CB0-A381-700FD22AFF7D}" dt="2025-01-18T19:33:20.661" v="61" actId="20577"/>
      <pc:docMkLst>
        <pc:docMk/>
      </pc:docMkLst>
      <pc:sldChg chg="modSp mod">
        <pc:chgData name="DI STEFANO Fabio (INTPA)" userId="2d20b507-ebc7-4876-93a6-11f942a3beb9" providerId="ADAL" clId="{7621EF14-2FF4-4CB0-A381-700FD22AFF7D}" dt="2025-01-18T19:23:22.024" v="3" actId="13926"/>
        <pc:sldMkLst>
          <pc:docMk/>
          <pc:sldMk cId="3270712586" sldId="371"/>
        </pc:sldMkLst>
      </pc:sldChg>
      <pc:sldChg chg="modSp mod ord">
        <pc:chgData name="DI STEFANO Fabio (INTPA)" userId="2d20b507-ebc7-4876-93a6-11f942a3beb9" providerId="ADAL" clId="{7621EF14-2FF4-4CB0-A381-700FD22AFF7D}" dt="2025-01-18T19:22:04.896" v="1" actId="20577"/>
        <pc:sldMkLst>
          <pc:docMk/>
          <pc:sldMk cId="2477543605" sldId="380"/>
        </pc:sldMkLst>
      </pc:sldChg>
      <pc:sldChg chg="modSp mod">
        <pc:chgData name="DI STEFANO Fabio (INTPA)" userId="2d20b507-ebc7-4876-93a6-11f942a3beb9" providerId="ADAL" clId="{7621EF14-2FF4-4CB0-A381-700FD22AFF7D}" dt="2025-01-18T19:25:53.788" v="16" actId="20577"/>
        <pc:sldMkLst>
          <pc:docMk/>
          <pc:sldMk cId="2667021062" sldId="381"/>
        </pc:sldMkLst>
      </pc:sldChg>
      <pc:sldChg chg="modSp mod">
        <pc:chgData name="DI STEFANO Fabio (INTPA)" userId="2d20b507-ebc7-4876-93a6-11f942a3beb9" providerId="ADAL" clId="{7621EF14-2FF4-4CB0-A381-700FD22AFF7D}" dt="2025-01-18T19:26:35.435" v="21" actId="20577"/>
        <pc:sldMkLst>
          <pc:docMk/>
          <pc:sldMk cId="3797275843" sldId="382"/>
        </pc:sldMkLst>
      </pc:sldChg>
      <pc:sldChg chg="modSp mod">
        <pc:chgData name="DI STEFANO Fabio (INTPA)" userId="2d20b507-ebc7-4876-93a6-11f942a3beb9" providerId="ADAL" clId="{7621EF14-2FF4-4CB0-A381-700FD22AFF7D}" dt="2025-01-18T19:27:50.984" v="39" actId="20577"/>
        <pc:sldMkLst>
          <pc:docMk/>
          <pc:sldMk cId="2720251177" sldId="383"/>
        </pc:sldMkLst>
      </pc:sldChg>
      <pc:sldChg chg="modSp mod">
        <pc:chgData name="DI STEFANO Fabio (INTPA)" userId="2d20b507-ebc7-4876-93a6-11f942a3beb9" providerId="ADAL" clId="{7621EF14-2FF4-4CB0-A381-700FD22AFF7D}" dt="2025-01-18T19:28:51.330" v="43" actId="255"/>
        <pc:sldMkLst>
          <pc:docMk/>
          <pc:sldMk cId="3076131078" sldId="385"/>
        </pc:sldMkLst>
      </pc:sldChg>
      <pc:sldChg chg="modSp mod">
        <pc:chgData name="DI STEFANO Fabio (INTPA)" userId="2d20b507-ebc7-4876-93a6-11f942a3beb9" providerId="ADAL" clId="{7621EF14-2FF4-4CB0-A381-700FD22AFF7D}" dt="2025-01-18T19:33:20.661" v="61" actId="20577"/>
        <pc:sldMkLst>
          <pc:docMk/>
          <pc:sldMk cId="1816610540" sldId="386"/>
        </pc:sldMkLst>
      </pc:sldChg>
      <pc:sldChg chg="modSp mod">
        <pc:chgData name="DI STEFANO Fabio (INTPA)" userId="2d20b507-ebc7-4876-93a6-11f942a3beb9" providerId="ADAL" clId="{7621EF14-2FF4-4CB0-A381-700FD22AFF7D}" dt="2025-01-18T19:30:13.161" v="55" actId="255"/>
        <pc:sldMkLst>
          <pc:docMk/>
          <pc:sldMk cId="3827895470" sldId="390"/>
        </pc:sldMkLst>
      </pc:sldChg>
    </pc:docChg>
  </pc:docChgLst>
  <pc:docChgLst>
    <pc:chgData name="GEORGELIN Lenaic (INTPA)" userId="cdd40f71-7de8-4913-86ff-c12fa8aa5aa1" providerId="ADAL" clId="{EEC51344-75F4-41FF-9A96-009B0C76D15E}"/>
    <pc:docChg chg="undo custSel modSld">
      <pc:chgData name="GEORGELIN Lenaic (INTPA)" userId="cdd40f71-7de8-4913-86ff-c12fa8aa5aa1" providerId="ADAL" clId="{EEC51344-75F4-41FF-9A96-009B0C76D15E}" dt="2025-01-17T01:06:42.816" v="1111" actId="20577"/>
      <pc:docMkLst>
        <pc:docMk/>
      </pc:docMkLst>
      <pc:sldChg chg="modSp mod">
        <pc:chgData name="GEORGELIN Lenaic (INTPA)" userId="cdd40f71-7de8-4913-86ff-c12fa8aa5aa1" providerId="ADAL" clId="{EEC51344-75F4-41FF-9A96-009B0C76D15E}" dt="2025-01-17T00:25:59.060" v="349" actId="20577"/>
        <pc:sldMkLst>
          <pc:docMk/>
          <pc:sldMk cId="3264053290" sldId="300"/>
        </pc:sldMkLst>
      </pc:sldChg>
      <pc:sldChg chg="modSp mod">
        <pc:chgData name="GEORGELIN Lenaic (INTPA)" userId="cdd40f71-7de8-4913-86ff-c12fa8aa5aa1" providerId="ADAL" clId="{EEC51344-75F4-41FF-9A96-009B0C76D15E}" dt="2025-01-17T00:15:29.377" v="48" actId="20577"/>
        <pc:sldMkLst>
          <pc:docMk/>
          <pc:sldMk cId="727259425" sldId="345"/>
        </pc:sldMkLst>
      </pc:sldChg>
      <pc:sldChg chg="modSp mod">
        <pc:chgData name="GEORGELIN Lenaic (INTPA)" userId="cdd40f71-7de8-4913-86ff-c12fa8aa5aa1" providerId="ADAL" clId="{EEC51344-75F4-41FF-9A96-009B0C76D15E}" dt="2025-01-17T00:20:48.437" v="242" actId="20577"/>
        <pc:sldMkLst>
          <pc:docMk/>
          <pc:sldMk cId="3755065901" sldId="367"/>
        </pc:sldMkLst>
      </pc:sldChg>
      <pc:sldChg chg="modSp mod">
        <pc:chgData name="GEORGELIN Lenaic (INTPA)" userId="cdd40f71-7de8-4913-86ff-c12fa8aa5aa1" providerId="ADAL" clId="{EEC51344-75F4-41FF-9A96-009B0C76D15E}" dt="2025-01-17T00:14:17.049" v="13" actId="20577"/>
        <pc:sldMkLst>
          <pc:docMk/>
          <pc:sldMk cId="4021295010" sldId="378"/>
        </pc:sldMkLst>
      </pc:sldChg>
      <pc:sldChg chg="modSp mod">
        <pc:chgData name="GEORGELIN Lenaic (INTPA)" userId="cdd40f71-7de8-4913-86ff-c12fa8aa5aa1" providerId="ADAL" clId="{EEC51344-75F4-41FF-9A96-009B0C76D15E}" dt="2025-01-17T00:29:46.244" v="521" actId="20577"/>
        <pc:sldMkLst>
          <pc:docMk/>
          <pc:sldMk cId="2667021062" sldId="381"/>
        </pc:sldMkLst>
      </pc:sldChg>
      <pc:sldChg chg="modSp mod">
        <pc:chgData name="GEORGELIN Lenaic (INTPA)" userId="cdd40f71-7de8-4913-86ff-c12fa8aa5aa1" providerId="ADAL" clId="{EEC51344-75F4-41FF-9A96-009B0C76D15E}" dt="2025-01-17T01:06:20.592" v="1088" actId="6549"/>
        <pc:sldMkLst>
          <pc:docMk/>
          <pc:sldMk cId="3797275843" sldId="382"/>
        </pc:sldMkLst>
      </pc:sldChg>
      <pc:sldChg chg="modSp mod">
        <pc:chgData name="GEORGELIN Lenaic (INTPA)" userId="cdd40f71-7de8-4913-86ff-c12fa8aa5aa1" providerId="ADAL" clId="{EEC51344-75F4-41FF-9A96-009B0C76D15E}" dt="2025-01-17T01:06:42.816" v="1111" actId="20577"/>
        <pc:sldMkLst>
          <pc:docMk/>
          <pc:sldMk cId="2720251177" sldId="383"/>
        </pc:sldMkLst>
      </pc:sldChg>
      <pc:sldChg chg="modSp mod">
        <pc:chgData name="GEORGELIN Lenaic (INTPA)" userId="cdd40f71-7de8-4913-86ff-c12fa8aa5aa1" providerId="ADAL" clId="{EEC51344-75F4-41FF-9A96-009B0C76D15E}" dt="2025-01-17T00:35:37.903" v="711" actId="6549"/>
        <pc:sldMkLst>
          <pc:docMk/>
          <pc:sldMk cId="3076131078" sldId="385"/>
        </pc:sldMkLst>
      </pc:sldChg>
      <pc:sldChg chg="modSp mod">
        <pc:chgData name="GEORGELIN Lenaic (INTPA)" userId="cdd40f71-7de8-4913-86ff-c12fa8aa5aa1" providerId="ADAL" clId="{EEC51344-75F4-41FF-9A96-009B0C76D15E}" dt="2025-01-17T00:37:00.403" v="798" actId="20577"/>
        <pc:sldMkLst>
          <pc:docMk/>
          <pc:sldMk cId="1816610540" sldId="386"/>
        </pc:sldMkLst>
      </pc:sldChg>
      <pc:sldChg chg="modSp mod">
        <pc:chgData name="GEORGELIN Lenaic (INTPA)" userId="cdd40f71-7de8-4913-86ff-c12fa8aa5aa1" providerId="ADAL" clId="{EEC51344-75F4-41FF-9A96-009B0C76D15E}" dt="2025-01-17T00:37:46.958" v="800" actId="20577"/>
        <pc:sldMkLst>
          <pc:docMk/>
          <pc:sldMk cId="2124996409" sldId="387"/>
        </pc:sldMkLst>
      </pc:sldChg>
      <pc:sldChg chg="modSp mod">
        <pc:chgData name="GEORGELIN Lenaic (INTPA)" userId="cdd40f71-7de8-4913-86ff-c12fa8aa5aa1" providerId="ADAL" clId="{EEC51344-75F4-41FF-9A96-009B0C76D15E}" dt="2025-01-17T00:57:50.802" v="1013" actId="20577"/>
        <pc:sldMkLst>
          <pc:docMk/>
          <pc:sldMk cId="1012744030" sldId="393"/>
        </pc:sldMkLst>
      </pc:sldChg>
      <pc:sldChg chg="modSp mod">
        <pc:chgData name="GEORGELIN Lenaic (INTPA)" userId="cdd40f71-7de8-4913-86ff-c12fa8aa5aa1" providerId="ADAL" clId="{EEC51344-75F4-41FF-9A96-009B0C76D15E}" dt="2025-01-17T00:45:13.384" v="929" actId="13926"/>
        <pc:sldMkLst>
          <pc:docMk/>
          <pc:sldMk cId="747740739" sldId="395"/>
        </pc:sldMkLst>
      </pc:sldChg>
      <pc:sldChg chg="modSp mod">
        <pc:chgData name="GEORGELIN Lenaic (INTPA)" userId="cdd40f71-7de8-4913-86ff-c12fa8aa5aa1" providerId="ADAL" clId="{EEC51344-75F4-41FF-9A96-009B0C76D15E}" dt="2025-01-17T00:45:38.088" v="930" actId="20577"/>
        <pc:sldMkLst>
          <pc:docMk/>
          <pc:sldMk cId="2889976800" sldId="396"/>
        </pc:sldMkLst>
      </pc:sldChg>
      <pc:sldChg chg="modSp mod">
        <pc:chgData name="GEORGELIN Lenaic (INTPA)" userId="cdd40f71-7de8-4913-86ff-c12fa8aa5aa1" providerId="ADAL" clId="{EEC51344-75F4-41FF-9A96-009B0C76D15E}" dt="2025-01-17T00:48:37.202" v="990" actId="6549"/>
        <pc:sldMkLst>
          <pc:docMk/>
          <pc:sldMk cId="113264031" sldId="400"/>
        </pc:sldMkLst>
      </pc:sldChg>
      <pc:sldChg chg="modSp mod">
        <pc:chgData name="GEORGELIN Lenaic (INTPA)" userId="cdd40f71-7de8-4913-86ff-c12fa8aa5aa1" providerId="ADAL" clId="{EEC51344-75F4-41FF-9A96-009B0C76D15E}" dt="2025-01-17T00:53:47.388" v="993" actId="6549"/>
        <pc:sldMkLst>
          <pc:docMk/>
          <pc:sldMk cId="3745905074" sldId="402"/>
        </pc:sldMkLst>
      </pc:sldChg>
      <pc:sldChg chg="modSp mod">
        <pc:chgData name="GEORGELIN Lenaic (INTPA)" userId="cdd40f71-7de8-4913-86ff-c12fa8aa5aa1" providerId="ADAL" clId="{EEC51344-75F4-41FF-9A96-009B0C76D15E}" dt="2025-01-17T01:00:56.166" v="1028" actId="20577"/>
        <pc:sldMkLst>
          <pc:docMk/>
          <pc:sldMk cId="1234911430" sldId="403"/>
        </pc:sldMkLst>
      </pc:sldChg>
      <pc:sldChg chg="modSp mod">
        <pc:chgData name="GEORGELIN Lenaic (INTPA)" userId="cdd40f71-7de8-4913-86ff-c12fa8aa5aa1" providerId="ADAL" clId="{EEC51344-75F4-41FF-9A96-009B0C76D15E}" dt="2025-01-17T00:16:50.609" v="54" actId="20577"/>
        <pc:sldMkLst>
          <pc:docMk/>
          <pc:sldMk cId="385937162" sldId="411"/>
        </pc:sldMkLst>
      </pc:sldChg>
      <pc:sldChg chg="modSp mod">
        <pc:chgData name="GEORGELIN Lenaic (INTPA)" userId="cdd40f71-7de8-4913-86ff-c12fa8aa5aa1" providerId="ADAL" clId="{EEC51344-75F4-41FF-9A96-009B0C76D15E}" dt="2025-01-17T00:55:01.218" v="1011" actId="6549"/>
        <pc:sldMkLst>
          <pc:docMk/>
          <pc:sldMk cId="3242030761" sldId="414"/>
        </pc:sldMkLst>
      </pc:sldChg>
      <pc:sldChg chg="modSp mod">
        <pc:chgData name="GEORGELIN Lenaic (INTPA)" userId="cdd40f71-7de8-4913-86ff-c12fa8aa5aa1" providerId="ADAL" clId="{EEC51344-75F4-41FF-9A96-009B0C76D15E}" dt="2025-01-17T00:47:11.596" v="974" actId="6549"/>
        <pc:sldMkLst>
          <pc:docMk/>
          <pc:sldMk cId="3517544223" sldId="421"/>
        </pc:sldMkLst>
      </pc:sldChg>
    </pc:docChg>
  </pc:docChgLst>
  <pc:docChgLst>
    <pc:chgData name="DI STEFANO Fabio (INTPA)" userId="2d20b507-ebc7-4876-93a6-11f942a3beb9" providerId="ADAL" clId="{02B0A740-52CB-4F76-9A6E-FF6A46324F1E}"/>
    <pc:docChg chg="undo custSel delSld modSld modSection">
      <pc:chgData name="DI STEFANO Fabio (INTPA)" userId="2d20b507-ebc7-4876-93a6-11f942a3beb9" providerId="ADAL" clId="{02B0A740-52CB-4F76-9A6E-FF6A46324F1E}" dt="2025-01-19T12:21:13.015" v="20" actId="20577"/>
      <pc:docMkLst>
        <pc:docMk/>
      </pc:docMkLst>
      <pc:sldChg chg="del">
        <pc:chgData name="DI STEFANO Fabio (INTPA)" userId="2d20b507-ebc7-4876-93a6-11f942a3beb9" providerId="ADAL" clId="{02B0A740-52CB-4F76-9A6E-FF6A46324F1E}" dt="2025-01-19T12:17:33.625" v="0" actId="47"/>
        <pc:sldMkLst>
          <pc:docMk/>
          <pc:sldMk cId="705428839" sldId="412"/>
        </pc:sldMkLst>
      </pc:sldChg>
      <pc:sldChg chg="modSp mod">
        <pc:chgData name="DI STEFANO Fabio (INTPA)" userId="2d20b507-ebc7-4876-93a6-11f942a3beb9" providerId="ADAL" clId="{02B0A740-52CB-4F76-9A6E-FF6A46324F1E}" dt="2025-01-19T12:19:43.052" v="17" actId="20577"/>
        <pc:sldMkLst>
          <pc:docMk/>
          <pc:sldMk cId="1960733542" sldId="424"/>
        </pc:sldMkLst>
      </pc:sldChg>
      <pc:sldChg chg="modSp">
        <pc:chgData name="DI STEFANO Fabio (INTPA)" userId="2d20b507-ebc7-4876-93a6-11f942a3beb9" providerId="ADAL" clId="{02B0A740-52CB-4F76-9A6E-FF6A46324F1E}" dt="2025-01-19T12:20:45.680" v="18" actId="20577"/>
        <pc:sldMkLst>
          <pc:docMk/>
          <pc:sldMk cId="2417514939" sldId="425"/>
        </pc:sldMkLst>
      </pc:sldChg>
      <pc:sldChg chg="modSp mod">
        <pc:chgData name="DI STEFANO Fabio (INTPA)" userId="2d20b507-ebc7-4876-93a6-11f942a3beb9" providerId="ADAL" clId="{02B0A740-52CB-4F76-9A6E-FF6A46324F1E}" dt="2025-01-19T12:21:13.015" v="20" actId="20577"/>
        <pc:sldMkLst>
          <pc:docMk/>
          <pc:sldMk cId="3035898606" sldId="426"/>
        </pc:sldMkLst>
      </pc:sldChg>
    </pc:docChg>
  </pc:docChgLst>
  <pc:docChgLst>
    <pc:chgData name="DI STEFANO Fabio (INTPA)" userId="2d20b507-ebc7-4876-93a6-11f942a3beb9" providerId="ADAL" clId="{FA58C5B0-7BEB-4CFB-8A40-918D45B5FF36}"/>
    <pc:docChg chg="undo custSel modSld">
      <pc:chgData name="DI STEFANO Fabio (INTPA)" userId="2d20b507-ebc7-4876-93a6-11f942a3beb9" providerId="ADAL" clId="{FA58C5B0-7BEB-4CFB-8A40-918D45B5FF36}" dt="2025-01-17T09:51:02.407" v="261" actId="207"/>
      <pc:docMkLst>
        <pc:docMk/>
      </pc:docMkLst>
      <pc:sldChg chg="delSp modSp mod">
        <pc:chgData name="DI STEFANO Fabio (INTPA)" userId="2d20b507-ebc7-4876-93a6-11f942a3beb9" providerId="ADAL" clId="{FA58C5B0-7BEB-4CFB-8A40-918D45B5FF36}" dt="2025-01-17T09:38:47.928" v="13" actId="14100"/>
        <pc:sldMkLst>
          <pc:docMk/>
          <pc:sldMk cId="266114053" sldId="398"/>
        </pc:sldMkLst>
      </pc:sldChg>
      <pc:sldChg chg="modSp mod">
        <pc:chgData name="DI STEFANO Fabio (INTPA)" userId="2d20b507-ebc7-4876-93a6-11f942a3beb9" providerId="ADAL" clId="{FA58C5B0-7BEB-4CFB-8A40-918D45B5FF36}" dt="2025-01-17T09:46:58.574" v="207" actId="255"/>
        <pc:sldMkLst>
          <pc:docMk/>
          <pc:sldMk cId="113264031" sldId="400"/>
        </pc:sldMkLst>
      </pc:sldChg>
      <pc:sldChg chg="modSp mod">
        <pc:chgData name="DI STEFANO Fabio (INTPA)" userId="2d20b507-ebc7-4876-93a6-11f942a3beb9" providerId="ADAL" clId="{FA58C5B0-7BEB-4CFB-8A40-918D45B5FF36}" dt="2025-01-17T09:47:22.300" v="210" actId="123"/>
        <pc:sldMkLst>
          <pc:docMk/>
          <pc:sldMk cId="3745905074" sldId="402"/>
        </pc:sldMkLst>
      </pc:sldChg>
      <pc:sldChg chg="modSp mod">
        <pc:chgData name="DI STEFANO Fabio (INTPA)" userId="2d20b507-ebc7-4876-93a6-11f942a3beb9" providerId="ADAL" clId="{FA58C5B0-7BEB-4CFB-8A40-918D45B5FF36}" dt="2025-01-17T09:50:40.652" v="258" actId="20577"/>
        <pc:sldMkLst>
          <pc:docMk/>
          <pc:sldMk cId="276098482" sldId="404"/>
        </pc:sldMkLst>
      </pc:sldChg>
      <pc:sldChg chg="modSp mod">
        <pc:chgData name="DI STEFANO Fabio (INTPA)" userId="2d20b507-ebc7-4876-93a6-11f942a3beb9" providerId="ADAL" clId="{FA58C5B0-7BEB-4CFB-8A40-918D45B5FF36}" dt="2025-01-17T09:45:24.737" v="197" actId="255"/>
        <pc:sldMkLst>
          <pc:docMk/>
          <pc:sldMk cId="1942365546" sldId="419"/>
        </pc:sldMkLst>
      </pc:sldChg>
    </pc:docChg>
  </pc:docChgLst>
  <pc:docChgLst>
    <pc:chgData name="MAZAGATOS ATECA Marina (INTPA)" userId="0785ee29-05ac-48ad-bc20-a8f7f0a4c5f3" providerId="ADAL" clId="{52EE88F6-10BC-4599-A083-7A63B90FADB3}"/>
    <pc:docChg chg="undo redo custSel addSld delSld modSld sldOrd modMainMaster modSection">
      <pc:chgData name="MAZAGATOS ATECA Marina (INTPA)" userId="0785ee29-05ac-48ad-bc20-a8f7f0a4c5f3" providerId="ADAL" clId="{52EE88F6-10BC-4599-A083-7A63B90FADB3}" dt="2025-01-17T15:22:11.821" v="872" actId="20577"/>
      <pc:docMkLst>
        <pc:docMk/>
      </pc:docMkLst>
      <pc:sldChg chg="delSp modSp mod">
        <pc:chgData name="MAZAGATOS ATECA Marina (INTPA)" userId="0785ee29-05ac-48ad-bc20-a8f7f0a4c5f3" providerId="ADAL" clId="{52EE88F6-10BC-4599-A083-7A63B90FADB3}" dt="2025-01-17T15:02:08.454" v="459" actId="478"/>
        <pc:sldMkLst>
          <pc:docMk/>
          <pc:sldMk cId="3264053290" sldId="300"/>
        </pc:sldMkLst>
      </pc:sldChg>
      <pc:sldChg chg="modSp mod">
        <pc:chgData name="MAZAGATOS ATECA Marina (INTPA)" userId="0785ee29-05ac-48ad-bc20-a8f7f0a4c5f3" providerId="ADAL" clId="{52EE88F6-10BC-4599-A083-7A63B90FADB3}" dt="2025-01-17T14:48:26.011" v="112" actId="20577"/>
        <pc:sldMkLst>
          <pc:docMk/>
          <pc:sldMk cId="3312336116" sldId="318"/>
        </pc:sldMkLst>
      </pc:sldChg>
      <pc:sldChg chg="addSp delSp modSp mod">
        <pc:chgData name="MAZAGATOS ATECA Marina (INTPA)" userId="0785ee29-05ac-48ad-bc20-a8f7f0a4c5f3" providerId="ADAL" clId="{52EE88F6-10BC-4599-A083-7A63B90FADB3}" dt="2025-01-17T14:48:10.659" v="109" actId="20577"/>
        <pc:sldMkLst>
          <pc:docMk/>
          <pc:sldMk cId="678557476" sldId="336"/>
        </pc:sldMkLst>
      </pc:sldChg>
      <pc:sldChg chg="modSp mod">
        <pc:chgData name="MAZAGATOS ATECA Marina (INTPA)" userId="0785ee29-05ac-48ad-bc20-a8f7f0a4c5f3" providerId="ADAL" clId="{52EE88F6-10BC-4599-A083-7A63B90FADB3}" dt="2025-01-17T15:05:37.584" v="491"/>
        <pc:sldMkLst>
          <pc:docMk/>
          <pc:sldMk cId="946974044" sldId="357"/>
        </pc:sldMkLst>
      </pc:sldChg>
      <pc:sldChg chg="del">
        <pc:chgData name="MAZAGATOS ATECA Marina (INTPA)" userId="0785ee29-05ac-48ad-bc20-a8f7f0a4c5f3" providerId="ADAL" clId="{52EE88F6-10BC-4599-A083-7A63B90FADB3}" dt="2025-01-17T14:54:56.595" v="368" actId="47"/>
        <pc:sldMkLst>
          <pc:docMk/>
          <pc:sldMk cId="1815549739" sldId="360"/>
        </pc:sldMkLst>
      </pc:sldChg>
      <pc:sldChg chg="addSp delSp modSp add del mod">
        <pc:chgData name="MAZAGATOS ATECA Marina (INTPA)" userId="0785ee29-05ac-48ad-bc20-a8f7f0a4c5f3" providerId="ADAL" clId="{52EE88F6-10BC-4599-A083-7A63B90FADB3}" dt="2025-01-17T14:57:21.072" v="418" actId="47"/>
        <pc:sldMkLst>
          <pc:docMk/>
          <pc:sldMk cId="2332586196" sldId="361"/>
        </pc:sldMkLst>
      </pc:sldChg>
      <pc:sldChg chg="modSp del mod">
        <pc:chgData name="MAZAGATOS ATECA Marina (INTPA)" userId="0785ee29-05ac-48ad-bc20-a8f7f0a4c5f3" providerId="ADAL" clId="{52EE88F6-10BC-4599-A083-7A63B90FADB3}" dt="2025-01-17T14:59:20.432" v="439" actId="47"/>
        <pc:sldMkLst>
          <pc:docMk/>
          <pc:sldMk cId="2544776460" sldId="363"/>
        </pc:sldMkLst>
      </pc:sldChg>
      <pc:sldChg chg="del">
        <pc:chgData name="MAZAGATOS ATECA Marina (INTPA)" userId="0785ee29-05ac-48ad-bc20-a8f7f0a4c5f3" providerId="ADAL" clId="{52EE88F6-10BC-4599-A083-7A63B90FADB3}" dt="2025-01-17T15:00:17.736" v="452" actId="47"/>
        <pc:sldMkLst>
          <pc:docMk/>
          <pc:sldMk cId="2344669156" sldId="365"/>
        </pc:sldMkLst>
      </pc:sldChg>
      <pc:sldChg chg="del">
        <pc:chgData name="MAZAGATOS ATECA Marina (INTPA)" userId="0785ee29-05ac-48ad-bc20-a8f7f0a4c5f3" providerId="ADAL" clId="{52EE88F6-10BC-4599-A083-7A63B90FADB3}" dt="2025-01-17T14:58:28.041" v="432" actId="47"/>
        <pc:sldMkLst>
          <pc:docMk/>
          <pc:sldMk cId="3755065901" sldId="367"/>
        </pc:sldMkLst>
      </pc:sldChg>
      <pc:sldChg chg="modSp mod">
        <pc:chgData name="MAZAGATOS ATECA Marina (INTPA)" userId="0785ee29-05ac-48ad-bc20-a8f7f0a4c5f3" providerId="ADAL" clId="{52EE88F6-10BC-4599-A083-7A63B90FADB3}" dt="2025-01-17T15:05:37.584" v="491"/>
        <pc:sldMkLst>
          <pc:docMk/>
          <pc:sldMk cId="664993431" sldId="368"/>
        </pc:sldMkLst>
      </pc:sldChg>
      <pc:sldChg chg="addSp delSp modSp mod modClrScheme chgLayout">
        <pc:chgData name="MAZAGATOS ATECA Marina (INTPA)" userId="0785ee29-05ac-48ad-bc20-a8f7f0a4c5f3" providerId="ADAL" clId="{52EE88F6-10BC-4599-A083-7A63B90FADB3}" dt="2025-01-17T15:05:37.214" v="489" actId="26606"/>
        <pc:sldMkLst>
          <pc:docMk/>
          <pc:sldMk cId="3270712586" sldId="371"/>
        </pc:sldMkLst>
      </pc:sldChg>
      <pc:sldChg chg="modSp mod">
        <pc:chgData name="MAZAGATOS ATECA Marina (INTPA)" userId="0785ee29-05ac-48ad-bc20-a8f7f0a4c5f3" providerId="ADAL" clId="{52EE88F6-10BC-4599-A083-7A63B90FADB3}" dt="2025-01-17T14:53:27.218" v="355" actId="20577"/>
        <pc:sldMkLst>
          <pc:docMk/>
          <pc:sldMk cId="359213257" sldId="377"/>
        </pc:sldMkLst>
      </pc:sldChg>
      <pc:sldChg chg="modSp mod">
        <pc:chgData name="MAZAGATOS ATECA Marina (INTPA)" userId="0785ee29-05ac-48ad-bc20-a8f7f0a4c5f3" providerId="ADAL" clId="{52EE88F6-10BC-4599-A083-7A63B90FADB3}" dt="2025-01-17T15:05:39.764" v="492"/>
        <pc:sldMkLst>
          <pc:docMk/>
          <pc:sldMk cId="2477543605" sldId="380"/>
        </pc:sldMkLst>
      </pc:sldChg>
      <pc:sldChg chg="delSp modSp mod">
        <pc:chgData name="MAZAGATOS ATECA Marina (INTPA)" userId="0785ee29-05ac-48ad-bc20-a8f7f0a4c5f3" providerId="ADAL" clId="{52EE88F6-10BC-4599-A083-7A63B90FADB3}" dt="2025-01-17T15:02:05.673" v="458" actId="478"/>
        <pc:sldMkLst>
          <pc:docMk/>
          <pc:sldMk cId="2667021062" sldId="381"/>
        </pc:sldMkLst>
      </pc:sldChg>
      <pc:sldChg chg="delSp mod">
        <pc:chgData name="MAZAGATOS ATECA Marina (INTPA)" userId="0785ee29-05ac-48ad-bc20-a8f7f0a4c5f3" providerId="ADAL" clId="{52EE88F6-10BC-4599-A083-7A63B90FADB3}" dt="2025-01-17T15:02:16.715" v="461" actId="478"/>
        <pc:sldMkLst>
          <pc:docMk/>
          <pc:sldMk cId="3797275843" sldId="382"/>
        </pc:sldMkLst>
      </pc:sldChg>
      <pc:sldChg chg="delSp mod">
        <pc:chgData name="MAZAGATOS ATECA Marina (INTPA)" userId="0785ee29-05ac-48ad-bc20-a8f7f0a4c5f3" providerId="ADAL" clId="{52EE88F6-10BC-4599-A083-7A63B90FADB3}" dt="2025-01-17T15:02:20.595" v="462" actId="478"/>
        <pc:sldMkLst>
          <pc:docMk/>
          <pc:sldMk cId="2720251177" sldId="383"/>
        </pc:sldMkLst>
      </pc:sldChg>
      <pc:sldChg chg="delSp modSp mod">
        <pc:chgData name="MAZAGATOS ATECA Marina (INTPA)" userId="0785ee29-05ac-48ad-bc20-a8f7f0a4c5f3" providerId="ADAL" clId="{52EE88F6-10BC-4599-A083-7A63B90FADB3}" dt="2025-01-17T15:07:56.161" v="510" actId="1076"/>
        <pc:sldMkLst>
          <pc:docMk/>
          <pc:sldMk cId="3930676087" sldId="384"/>
        </pc:sldMkLst>
      </pc:sldChg>
      <pc:sldChg chg="delSp modSp mod modNotesTx">
        <pc:chgData name="MAZAGATOS ATECA Marina (INTPA)" userId="0785ee29-05ac-48ad-bc20-a8f7f0a4c5f3" providerId="ADAL" clId="{52EE88F6-10BC-4599-A083-7A63B90FADB3}" dt="2025-01-17T15:17:56.354" v="720" actId="20577"/>
        <pc:sldMkLst>
          <pc:docMk/>
          <pc:sldMk cId="3076131078" sldId="385"/>
        </pc:sldMkLst>
      </pc:sldChg>
      <pc:sldChg chg="delSp modSp mod">
        <pc:chgData name="MAZAGATOS ATECA Marina (INTPA)" userId="0785ee29-05ac-48ad-bc20-a8f7f0a4c5f3" providerId="ADAL" clId="{52EE88F6-10BC-4599-A083-7A63B90FADB3}" dt="2025-01-17T15:19:11.891" v="730" actId="14100"/>
        <pc:sldMkLst>
          <pc:docMk/>
          <pc:sldMk cId="1816610540" sldId="386"/>
        </pc:sldMkLst>
      </pc:sldChg>
      <pc:sldChg chg="delSp modSp mod">
        <pc:chgData name="MAZAGATOS ATECA Marina (INTPA)" userId="0785ee29-05ac-48ad-bc20-a8f7f0a4c5f3" providerId="ADAL" clId="{52EE88F6-10BC-4599-A083-7A63B90FADB3}" dt="2025-01-17T15:22:11.821" v="872" actId="20577"/>
        <pc:sldMkLst>
          <pc:docMk/>
          <pc:sldMk cId="2124996409" sldId="387"/>
        </pc:sldMkLst>
      </pc:sldChg>
      <pc:sldChg chg="addSp delSp mod">
        <pc:chgData name="MAZAGATOS ATECA Marina (INTPA)" userId="0785ee29-05ac-48ad-bc20-a8f7f0a4c5f3" providerId="ADAL" clId="{52EE88F6-10BC-4599-A083-7A63B90FADB3}" dt="2025-01-17T15:05:44.476" v="495" actId="478"/>
        <pc:sldMkLst>
          <pc:docMk/>
          <pc:sldMk cId="1902857363" sldId="388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583825077" sldId="389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3827895470" sldId="390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3747580101" sldId="391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749515831" sldId="392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1012744030" sldId="393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213418277" sldId="394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747740739" sldId="395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2889976800" sldId="396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266114053" sldId="398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113264031" sldId="400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70344665" sldId="401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3745905074" sldId="402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1234911430" sldId="403"/>
        </pc:sldMkLst>
      </pc:sldChg>
      <pc:sldChg chg="addSp delSp modSp del mod">
        <pc:chgData name="MAZAGATOS ATECA Marina (INTPA)" userId="0785ee29-05ac-48ad-bc20-a8f7f0a4c5f3" providerId="ADAL" clId="{52EE88F6-10BC-4599-A083-7A63B90FADB3}" dt="2025-01-17T14:49:50.678" v="181" actId="47"/>
        <pc:sldMkLst>
          <pc:docMk/>
          <pc:sldMk cId="1193711288" sldId="408"/>
        </pc:sldMkLst>
      </pc:sldChg>
      <pc:sldChg chg="addSp delSp modSp del mod">
        <pc:chgData name="MAZAGATOS ATECA Marina (INTPA)" userId="0785ee29-05ac-48ad-bc20-a8f7f0a4c5f3" providerId="ADAL" clId="{52EE88F6-10BC-4599-A083-7A63B90FADB3}" dt="2025-01-17T14:52:35.268" v="279" actId="47"/>
        <pc:sldMkLst>
          <pc:docMk/>
          <pc:sldMk cId="1833686495" sldId="409"/>
        </pc:sldMkLst>
      </pc:sldChg>
      <pc:sldChg chg="addSp modSp mod">
        <pc:chgData name="MAZAGATOS ATECA Marina (INTPA)" userId="0785ee29-05ac-48ad-bc20-a8f7f0a4c5f3" providerId="ADAL" clId="{52EE88F6-10BC-4599-A083-7A63B90FADB3}" dt="2025-01-17T14:48:45.010" v="116" actId="20577"/>
        <pc:sldMkLst>
          <pc:docMk/>
          <pc:sldMk cId="1050327896" sldId="410"/>
        </pc:sldMkLst>
      </pc:sldChg>
      <pc:sldChg chg="addSp delSp modSp mod">
        <pc:chgData name="MAZAGATOS ATECA Marina (INTPA)" userId="0785ee29-05ac-48ad-bc20-a8f7f0a4c5f3" providerId="ADAL" clId="{52EE88F6-10BC-4599-A083-7A63B90FADB3}" dt="2025-01-17T14:49:04.779" v="145" actId="20577"/>
        <pc:sldMkLst>
          <pc:docMk/>
          <pc:sldMk cId="385937162" sldId="411"/>
        </pc:sldMkLst>
      </pc:sldChg>
      <pc:sldChg chg="addSp delSp modSp mod">
        <pc:chgData name="MAZAGATOS ATECA Marina (INTPA)" userId="0785ee29-05ac-48ad-bc20-a8f7f0a4c5f3" providerId="ADAL" clId="{52EE88F6-10BC-4599-A083-7A63B90FADB3}" dt="2025-01-17T14:53:18.276" v="354" actId="13926"/>
        <pc:sldMkLst>
          <pc:docMk/>
          <pc:sldMk cId="705428839" sldId="412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1834427571" sldId="418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1942365546" sldId="419"/>
        </pc:sldMkLst>
      </pc:sldChg>
      <pc:sldChg chg="modSp">
        <pc:chgData name="MAZAGATOS ATECA Marina (INTPA)" userId="0785ee29-05ac-48ad-bc20-a8f7f0a4c5f3" providerId="ADAL" clId="{52EE88F6-10BC-4599-A083-7A63B90FADB3}" dt="2025-01-17T15:05:40.334" v="493"/>
        <pc:sldMkLst>
          <pc:docMk/>
          <pc:sldMk cId="3517544223" sldId="421"/>
        </pc:sldMkLst>
      </pc:sldChg>
      <pc:sldChg chg="addSp delSp modSp add mod">
        <pc:chgData name="MAZAGATOS ATECA Marina (INTPA)" userId="0785ee29-05ac-48ad-bc20-a8f7f0a4c5f3" providerId="ADAL" clId="{52EE88F6-10BC-4599-A083-7A63B90FADB3}" dt="2025-01-17T14:49:49" v="180"/>
        <pc:sldMkLst>
          <pc:docMk/>
          <pc:sldMk cId="2068615794" sldId="422"/>
        </pc:sldMkLst>
      </pc:sldChg>
      <pc:sldChg chg="addSp delSp modSp add mod">
        <pc:chgData name="MAZAGATOS ATECA Marina (INTPA)" userId="0785ee29-05ac-48ad-bc20-a8f7f0a4c5f3" providerId="ADAL" clId="{52EE88F6-10BC-4599-A083-7A63B90FADB3}" dt="2025-01-17T14:52:31.858" v="278" actId="13926"/>
        <pc:sldMkLst>
          <pc:docMk/>
          <pc:sldMk cId="3508197276" sldId="423"/>
        </pc:sldMkLst>
      </pc:sldChg>
      <pc:sldChg chg="addSp delSp modSp add mod ord">
        <pc:chgData name="MAZAGATOS ATECA Marina (INTPA)" userId="0785ee29-05ac-48ad-bc20-a8f7f0a4c5f3" providerId="ADAL" clId="{52EE88F6-10BC-4599-A083-7A63B90FADB3}" dt="2025-01-17T14:57:15.741" v="408" actId="1035"/>
        <pc:sldMkLst>
          <pc:docMk/>
          <pc:sldMk cId="1960733542" sldId="424"/>
        </pc:sldMkLst>
      </pc:sldChg>
      <pc:sldChg chg="addSp delSp modSp add del mod modShow">
        <pc:chgData name="MAZAGATOS ATECA Marina (INTPA)" userId="0785ee29-05ac-48ad-bc20-a8f7f0a4c5f3" providerId="ADAL" clId="{52EE88F6-10BC-4599-A083-7A63B90FADB3}" dt="2025-01-17T14:57:29.953" v="421" actId="729"/>
        <pc:sldMkLst>
          <pc:docMk/>
          <pc:sldMk cId="2417514939" sldId="425"/>
        </pc:sldMkLst>
      </pc:sldChg>
      <pc:sldChg chg="addSp delSp modSp add del mod modShow">
        <pc:chgData name="MAZAGATOS ATECA Marina (INTPA)" userId="0785ee29-05ac-48ad-bc20-a8f7f0a4c5f3" providerId="ADAL" clId="{52EE88F6-10BC-4599-A083-7A63B90FADB3}" dt="2025-01-17T14:58:21.023" v="431" actId="478"/>
        <pc:sldMkLst>
          <pc:docMk/>
          <pc:sldMk cId="3035898606" sldId="426"/>
        </pc:sldMkLst>
      </pc:sldChg>
      <pc:sldChg chg="addSp delSp modSp add mod">
        <pc:chgData name="MAZAGATOS ATECA Marina (INTPA)" userId="0785ee29-05ac-48ad-bc20-a8f7f0a4c5f3" providerId="ADAL" clId="{52EE88F6-10BC-4599-A083-7A63B90FADB3}" dt="2025-01-17T14:59:14.713" v="438"/>
        <pc:sldMkLst>
          <pc:docMk/>
          <pc:sldMk cId="4122177103" sldId="427"/>
        </pc:sldMkLst>
      </pc:sldChg>
      <pc:sldChg chg="addSp delSp modSp add mod">
        <pc:chgData name="MAZAGATOS ATECA Marina (INTPA)" userId="0785ee29-05ac-48ad-bc20-a8f7f0a4c5f3" providerId="ADAL" clId="{52EE88F6-10BC-4599-A083-7A63B90FADB3}" dt="2025-01-17T15:00:04.148" v="451" actId="108"/>
        <pc:sldMkLst>
          <pc:docMk/>
          <pc:sldMk cId="1640225724" sldId="428"/>
        </pc:sldMkLst>
      </pc:sldChg>
      <pc:sldMasterChg chg="modSldLayout">
        <pc:chgData name="MAZAGATOS ATECA Marina (INTPA)" userId="0785ee29-05ac-48ad-bc20-a8f7f0a4c5f3" providerId="ADAL" clId="{52EE88F6-10BC-4599-A083-7A63B90FADB3}" dt="2025-01-17T15:05:40.334" v="493"/>
        <pc:sldMasterMkLst>
          <pc:docMk/>
          <pc:sldMasterMk cId="1950626538" sldId="2147483736"/>
        </pc:sldMasterMkLst>
        <pc:sldLayoutChg chg="addSp delSp">
          <pc:chgData name="MAZAGATOS ATECA Marina (INTPA)" userId="0785ee29-05ac-48ad-bc20-a8f7f0a4c5f3" providerId="ADAL" clId="{52EE88F6-10BC-4599-A083-7A63B90FADB3}" dt="2025-01-17T15:05:40.334" v="493"/>
          <pc:sldLayoutMkLst>
            <pc:docMk/>
            <pc:sldMasterMk cId="1950626538" sldId="2147483736"/>
            <pc:sldLayoutMk cId="1565363401" sldId="2147483799"/>
          </pc:sldLayoutMkLst>
        </pc:sldLayoutChg>
        <pc:sldLayoutChg chg="addSp delSp">
          <pc:chgData name="MAZAGATOS ATECA Marina (INTPA)" userId="0785ee29-05ac-48ad-bc20-a8f7f0a4c5f3" providerId="ADAL" clId="{52EE88F6-10BC-4599-A083-7A63B90FADB3}" dt="2025-01-17T14:55:50.132" v="387"/>
          <pc:sldLayoutMkLst>
            <pc:docMk/>
            <pc:sldMasterMk cId="1950626538" sldId="2147483736"/>
            <pc:sldLayoutMk cId="1650359517" sldId="2147483799"/>
          </pc:sldLayoutMkLst>
        </pc:sldLayoutChg>
      </pc:sldMasterChg>
      <pc:sldMasterChg chg="delSldLayout">
        <pc:chgData name="MAZAGATOS ATECA Marina (INTPA)" userId="0785ee29-05ac-48ad-bc20-a8f7f0a4c5f3" providerId="ADAL" clId="{52EE88F6-10BC-4599-A083-7A63B90FADB3}" dt="2025-01-17T15:00:17.736" v="452" actId="47"/>
        <pc:sldMasterMkLst>
          <pc:docMk/>
          <pc:sldMasterMk cId="2089934502" sldId="2147483772"/>
        </pc:sldMasterMkLst>
        <pc:sldLayoutChg chg="del">
          <pc:chgData name="MAZAGATOS ATECA Marina (INTPA)" userId="0785ee29-05ac-48ad-bc20-a8f7f0a4c5f3" providerId="ADAL" clId="{52EE88F6-10BC-4599-A083-7A63B90FADB3}" dt="2025-01-17T15:00:17.736" v="452" actId="47"/>
          <pc:sldLayoutMkLst>
            <pc:docMk/>
            <pc:sldMasterMk cId="2089934502" sldId="2147483772"/>
            <pc:sldLayoutMk cId="2953186701" sldId="2147483774"/>
          </pc:sldLayoutMkLst>
        </pc:sldLayoutChg>
      </pc:sldMasterChg>
    </pc:docChg>
  </pc:docChgLst>
  <pc:docChgLst>
    <pc:chgData name="CARLONI Elena (INTPA)" userId="S::elena.carloni@ec.europa.eu::ee6dc90e-49d4-43c8-a008-1433d7ed356e" providerId="AD" clId="Web-{C02BB8F4-0939-AA4C-F4C8-D2C96D0B9F35}"/>
    <pc:docChg chg="modSld">
      <pc:chgData name="CARLONI Elena (INTPA)" userId="S::elena.carloni@ec.europa.eu::ee6dc90e-49d4-43c8-a008-1433d7ed356e" providerId="AD" clId="Web-{C02BB8F4-0939-AA4C-F4C8-D2C96D0B9F35}" dt="2025-01-06T16:53:47.485" v="112" actId="20577"/>
      <pc:docMkLst>
        <pc:docMk/>
      </pc:docMkLst>
    </pc:docChg>
  </pc:docChgLst>
  <pc:docChgLst>
    <pc:chgData name="CARLONI Elena (INTPA)" userId="ee6dc90e-49d4-43c8-a008-1433d7ed356e" providerId="ADAL" clId="{90A27CC9-96F2-491A-9429-49A1CF54AECF}"/>
    <pc:docChg chg="undo custSel modSld">
      <pc:chgData name="CARLONI Elena (INTPA)" userId="ee6dc90e-49d4-43c8-a008-1433d7ed356e" providerId="ADAL" clId="{90A27CC9-96F2-491A-9429-49A1CF54AECF}" dt="2025-02-04T14:55:24.612" v="70" actId="20577"/>
      <pc:docMkLst>
        <pc:docMk/>
      </pc:docMkLst>
      <pc:sldChg chg="modSp mod">
        <pc:chgData name="CARLONI Elena (INTPA)" userId="ee6dc90e-49d4-43c8-a008-1433d7ed356e" providerId="ADAL" clId="{90A27CC9-96F2-491A-9429-49A1CF54AECF}" dt="2025-02-04T14:55:24.612" v="70" actId="20577"/>
        <pc:sldMkLst>
          <pc:docMk/>
          <pc:sldMk cId="747740739" sldId="395"/>
        </pc:sldMkLst>
      </pc:sldChg>
      <pc:sldChg chg="modSp mod">
        <pc:chgData name="CARLONI Elena (INTPA)" userId="ee6dc90e-49d4-43c8-a008-1433d7ed356e" providerId="ADAL" clId="{90A27CC9-96F2-491A-9429-49A1CF54AECF}" dt="2025-02-04T14:53:54.084" v="23" actId="21"/>
        <pc:sldMkLst>
          <pc:docMk/>
          <pc:sldMk cId="3517544223" sldId="421"/>
        </pc:sldMkLst>
      </pc:sldChg>
    </pc:docChg>
  </pc:docChgLst>
  <pc:docChgLst>
    <pc:chgData name="DI STEFANO Fabio (INTPA)" userId="2d20b507-ebc7-4876-93a6-11f942a3beb9" providerId="ADAL" clId="{9268C8DB-4550-40C8-B059-CFA673ADC211}"/>
    <pc:docChg chg="undo custSel modSld">
      <pc:chgData name="DI STEFANO Fabio (INTPA)" userId="2d20b507-ebc7-4876-93a6-11f942a3beb9" providerId="ADAL" clId="{9268C8DB-4550-40C8-B059-CFA673ADC211}" dt="2025-01-18T13:38:44.483" v="102" actId="20577"/>
      <pc:docMkLst>
        <pc:docMk/>
      </pc:docMkLst>
      <pc:sldChg chg="modSp mod">
        <pc:chgData name="DI STEFANO Fabio (INTPA)" userId="2d20b507-ebc7-4876-93a6-11f942a3beb9" providerId="ADAL" clId="{9268C8DB-4550-40C8-B059-CFA673ADC211}" dt="2025-01-18T13:38:28.036" v="100" actId="20577"/>
        <pc:sldMkLst>
          <pc:docMk/>
          <pc:sldMk cId="3264053290" sldId="300"/>
        </pc:sldMkLst>
      </pc:sldChg>
      <pc:sldChg chg="modSp mod">
        <pc:chgData name="DI STEFANO Fabio (INTPA)" userId="2d20b507-ebc7-4876-93a6-11f942a3beb9" providerId="ADAL" clId="{9268C8DB-4550-40C8-B059-CFA673ADC211}" dt="2025-01-18T13:38:44.483" v="102" actId="20577"/>
        <pc:sldMkLst>
          <pc:docMk/>
          <pc:sldMk cId="3270712586" sldId="371"/>
        </pc:sldMkLst>
      </pc:sldChg>
      <pc:sldChg chg="modSp mod">
        <pc:chgData name="DI STEFANO Fabio (INTPA)" userId="2d20b507-ebc7-4876-93a6-11f942a3beb9" providerId="ADAL" clId="{9268C8DB-4550-40C8-B059-CFA673ADC211}" dt="2025-01-18T13:29:14.756" v="43" actId="1076"/>
        <pc:sldMkLst>
          <pc:docMk/>
          <pc:sldMk cId="3747580101" sldId="391"/>
        </pc:sldMkLst>
      </pc:sldChg>
      <pc:sldChg chg="modSp mod">
        <pc:chgData name="DI STEFANO Fabio (INTPA)" userId="2d20b507-ebc7-4876-93a6-11f942a3beb9" providerId="ADAL" clId="{9268C8DB-4550-40C8-B059-CFA673ADC211}" dt="2025-01-18T13:31:26.536" v="45" actId="20577"/>
        <pc:sldMkLst>
          <pc:docMk/>
          <pc:sldMk cId="749515831" sldId="392"/>
        </pc:sldMkLst>
      </pc:sldChg>
      <pc:sldChg chg="modSp mod">
        <pc:chgData name="DI STEFANO Fabio (INTPA)" userId="2d20b507-ebc7-4876-93a6-11f942a3beb9" providerId="ADAL" clId="{9268C8DB-4550-40C8-B059-CFA673ADC211}" dt="2025-01-18T13:33:52.720" v="65" actId="14100"/>
        <pc:sldMkLst>
          <pc:docMk/>
          <pc:sldMk cId="1012744030" sldId="393"/>
        </pc:sldMkLst>
      </pc:sldChg>
      <pc:sldChg chg="modSp mod">
        <pc:chgData name="DI STEFANO Fabio (INTPA)" userId="2d20b507-ebc7-4876-93a6-11f942a3beb9" providerId="ADAL" clId="{9268C8DB-4550-40C8-B059-CFA673ADC211}" dt="2025-01-18T13:34:17.900" v="66" actId="255"/>
        <pc:sldMkLst>
          <pc:docMk/>
          <pc:sldMk cId="213418277" sldId="394"/>
        </pc:sldMkLst>
      </pc:sldChg>
      <pc:sldChg chg="modSp mod">
        <pc:chgData name="DI STEFANO Fabio (INTPA)" userId="2d20b507-ebc7-4876-93a6-11f942a3beb9" providerId="ADAL" clId="{9268C8DB-4550-40C8-B059-CFA673ADC211}" dt="2025-01-18T13:25:05.963" v="0" actId="20577"/>
        <pc:sldMkLst>
          <pc:docMk/>
          <pc:sldMk cId="266114053" sldId="398"/>
        </pc:sldMkLst>
      </pc:sldChg>
      <pc:sldChg chg="modSp mod">
        <pc:chgData name="DI STEFANO Fabio (INTPA)" userId="2d20b507-ebc7-4876-93a6-11f942a3beb9" providerId="ADAL" clId="{9268C8DB-4550-40C8-B059-CFA673ADC211}" dt="2025-01-18T13:26:36.221" v="12" actId="20577"/>
        <pc:sldMkLst>
          <pc:docMk/>
          <pc:sldMk cId="70344665" sldId="401"/>
        </pc:sldMkLst>
      </pc:sldChg>
      <pc:sldChg chg="modSp mod">
        <pc:chgData name="DI STEFANO Fabio (INTPA)" userId="2d20b507-ebc7-4876-93a6-11f942a3beb9" providerId="ADAL" clId="{9268C8DB-4550-40C8-B059-CFA673ADC211}" dt="2025-01-18T13:27:31.885" v="13" actId="20577"/>
        <pc:sldMkLst>
          <pc:docMk/>
          <pc:sldMk cId="1234911430" sldId="403"/>
        </pc:sldMkLst>
      </pc:sldChg>
      <pc:sldChg chg="modSp mod">
        <pc:chgData name="DI STEFANO Fabio (INTPA)" userId="2d20b507-ebc7-4876-93a6-11f942a3beb9" providerId="ADAL" clId="{9268C8DB-4550-40C8-B059-CFA673ADC211}" dt="2025-01-18T13:29:05.912" v="23" actId="20577"/>
        <pc:sldMkLst>
          <pc:docMk/>
          <pc:sldMk cId="1834427571" sldId="418"/>
        </pc:sldMkLst>
      </pc:sldChg>
      <pc:sldChg chg="modSp mod">
        <pc:chgData name="DI STEFANO Fabio (INTPA)" userId="2d20b507-ebc7-4876-93a6-11f942a3beb9" providerId="ADAL" clId="{9268C8DB-4550-40C8-B059-CFA673ADC211}" dt="2025-01-18T13:25:15.819" v="9" actId="20577"/>
        <pc:sldMkLst>
          <pc:docMk/>
          <pc:sldMk cId="1942365546" sldId="419"/>
        </pc:sldMkLst>
      </pc:sldChg>
    </pc:docChg>
  </pc:docChgLst>
  <pc:docChgLst>
    <pc:chgData name="MAZAGATOS ATECA Marina (INTPA)" userId="0785ee29-05ac-48ad-bc20-a8f7f0a4c5f3" providerId="ADAL" clId="{8F405C10-6232-4A90-8052-0A18F929E0EF}"/>
    <pc:docChg chg="undo custSel addSld delSld modSld modSection">
      <pc:chgData name="MAZAGATOS ATECA Marina (INTPA)" userId="0785ee29-05ac-48ad-bc20-a8f7f0a4c5f3" providerId="ADAL" clId="{8F405C10-6232-4A90-8052-0A18F929E0EF}" dt="2025-01-17T15:38:55.889" v="182" actId="20577"/>
      <pc:docMkLst>
        <pc:docMk/>
      </pc:docMkLst>
      <pc:sldChg chg="modSp mod">
        <pc:chgData name="MAZAGATOS ATECA Marina (INTPA)" userId="0785ee29-05ac-48ad-bc20-a8f7f0a4c5f3" providerId="ADAL" clId="{8F405C10-6232-4A90-8052-0A18F929E0EF}" dt="2025-01-17T15:37:48.333" v="175" actId="108"/>
        <pc:sldMkLst>
          <pc:docMk/>
          <pc:sldMk cId="2124996409" sldId="387"/>
        </pc:sldMkLst>
      </pc:sldChg>
      <pc:sldChg chg="modSp mod">
        <pc:chgData name="MAZAGATOS ATECA Marina (INTPA)" userId="0785ee29-05ac-48ad-bc20-a8f7f0a4c5f3" providerId="ADAL" clId="{8F405C10-6232-4A90-8052-0A18F929E0EF}" dt="2025-01-17T15:38:55.889" v="182" actId="20577"/>
        <pc:sldMkLst>
          <pc:docMk/>
          <pc:sldMk cId="1902857363" sldId="388"/>
        </pc:sldMkLst>
      </pc:sldChg>
      <pc:sldChg chg="new del">
        <pc:chgData name="MAZAGATOS ATECA Marina (INTPA)" userId="0785ee29-05ac-48ad-bc20-a8f7f0a4c5f3" providerId="ADAL" clId="{8F405C10-6232-4A90-8052-0A18F929E0EF}" dt="2025-01-17T15:31:08.284" v="30" actId="47"/>
        <pc:sldMkLst>
          <pc:docMk/>
          <pc:sldMk cId="3488190122" sldId="429"/>
        </pc:sldMkLst>
      </pc:sldChg>
    </pc:docChg>
  </pc:docChgLst>
  <pc:docChgLst>
    <pc:chgData name="DI STEFANO Fabio (INTPA)" userId="2d20b507-ebc7-4876-93a6-11f942a3beb9" providerId="ADAL" clId="{547AE3A1-44FB-4028-94D8-5D4B16C3D6A3}"/>
    <pc:docChg chg="custSel modSld sldOrd">
      <pc:chgData name="DI STEFANO Fabio (INTPA)" userId="2d20b507-ebc7-4876-93a6-11f942a3beb9" providerId="ADAL" clId="{547AE3A1-44FB-4028-94D8-5D4B16C3D6A3}" dt="2025-01-15T09:08:06.463" v="361" actId="1038"/>
      <pc:docMkLst>
        <pc:docMk/>
      </pc:docMkLst>
      <pc:sldChg chg="delSp modSp mod">
        <pc:chgData name="DI STEFANO Fabio (INTPA)" userId="2d20b507-ebc7-4876-93a6-11f942a3beb9" providerId="ADAL" clId="{547AE3A1-44FB-4028-94D8-5D4B16C3D6A3}" dt="2025-01-15T09:08:06.463" v="361" actId="1038"/>
        <pc:sldMkLst>
          <pc:docMk/>
          <pc:sldMk cId="3747580101" sldId="391"/>
        </pc:sldMkLst>
      </pc:sldChg>
      <pc:sldChg chg="modSp mod">
        <pc:chgData name="DI STEFANO Fabio (INTPA)" userId="2d20b507-ebc7-4876-93a6-11f942a3beb9" providerId="ADAL" clId="{547AE3A1-44FB-4028-94D8-5D4B16C3D6A3}" dt="2025-01-15T08:57:38.540" v="350" actId="20577"/>
        <pc:sldMkLst>
          <pc:docMk/>
          <pc:sldMk cId="749515831" sldId="392"/>
        </pc:sldMkLst>
      </pc:sldChg>
      <pc:sldChg chg="modSp mod">
        <pc:chgData name="DI STEFANO Fabio (INTPA)" userId="2d20b507-ebc7-4876-93a6-11f942a3beb9" providerId="ADAL" clId="{547AE3A1-44FB-4028-94D8-5D4B16C3D6A3}" dt="2025-01-15T08:50:31.763" v="271" actId="13926"/>
        <pc:sldMkLst>
          <pc:docMk/>
          <pc:sldMk cId="213418277" sldId="394"/>
        </pc:sldMkLst>
      </pc:sldChg>
      <pc:sldChg chg="modSp mod">
        <pc:chgData name="DI STEFANO Fabio (INTPA)" userId="2d20b507-ebc7-4876-93a6-11f942a3beb9" providerId="ADAL" clId="{547AE3A1-44FB-4028-94D8-5D4B16C3D6A3}" dt="2025-01-15T08:51:00.737" v="274" actId="6549"/>
        <pc:sldMkLst>
          <pc:docMk/>
          <pc:sldMk cId="747740739" sldId="395"/>
        </pc:sldMkLst>
      </pc:sldChg>
      <pc:sldChg chg="modSp mod ord">
        <pc:chgData name="DI STEFANO Fabio (INTPA)" userId="2d20b507-ebc7-4876-93a6-11f942a3beb9" providerId="ADAL" clId="{547AE3A1-44FB-4028-94D8-5D4B16C3D6A3}" dt="2025-01-15T08:53:58.069" v="349"/>
        <pc:sldMkLst>
          <pc:docMk/>
          <pc:sldMk cId="1834427571" sldId="418"/>
        </pc:sldMkLst>
      </pc:sldChg>
    </pc:docChg>
  </pc:docChgLst>
  <pc:docChgLst>
    <pc:chgData name="GRAPSAS Georgios (INTPA)" userId="b2368a20-c895-4607-a9c9-39b8647c2216" providerId="ADAL" clId="{436FE6FA-28B2-4775-AF5B-2135B909FF65}"/>
    <pc:docChg chg="custSel modSld">
      <pc:chgData name="GRAPSAS Georgios (INTPA)" userId="b2368a20-c895-4607-a9c9-39b8647c2216" providerId="ADAL" clId="{436FE6FA-28B2-4775-AF5B-2135B909FF65}" dt="2025-01-10T15:37:20.932" v="2319" actId="20577"/>
      <pc:docMkLst>
        <pc:docMk/>
      </pc:docMkLst>
      <pc:sldChg chg="addSp delSp modSp mod">
        <pc:chgData name="GRAPSAS Georgios (INTPA)" userId="b2368a20-c895-4607-a9c9-39b8647c2216" providerId="ADAL" clId="{436FE6FA-28B2-4775-AF5B-2135B909FF65}" dt="2025-01-10T14:34:09.005" v="614" actId="313"/>
        <pc:sldMkLst>
          <pc:docMk/>
          <pc:sldMk cId="2889976800" sldId="396"/>
        </pc:sldMkLst>
      </pc:sldChg>
      <pc:sldChg chg="modSp mod">
        <pc:chgData name="GRAPSAS Georgios (INTPA)" userId="b2368a20-c895-4607-a9c9-39b8647c2216" providerId="ADAL" clId="{436FE6FA-28B2-4775-AF5B-2135B909FF65}" dt="2025-01-10T15:37:20.932" v="2319" actId="20577"/>
        <pc:sldMkLst>
          <pc:docMk/>
          <pc:sldMk cId="2772322494" sldId="397"/>
        </pc:sldMkLst>
      </pc:sldChg>
      <pc:sldChg chg="modSp mod">
        <pc:chgData name="GRAPSAS Georgios (INTPA)" userId="b2368a20-c895-4607-a9c9-39b8647c2216" providerId="ADAL" clId="{436FE6FA-28B2-4775-AF5B-2135B909FF65}" dt="2025-01-10T14:18:50.242" v="0" actId="13926"/>
        <pc:sldMkLst>
          <pc:docMk/>
          <pc:sldMk cId="385937162" sldId="411"/>
        </pc:sldMkLst>
      </pc:sldChg>
    </pc:docChg>
  </pc:docChgLst>
  <pc:docChgLst>
    <pc:chgData name="MAZAGATOS ATECA Marina (INTPA)" userId="0785ee29-05ac-48ad-bc20-a8f7f0a4c5f3" providerId="ADAL" clId="{3A3117A7-522C-4276-9B35-C852E3C06856}"/>
    <pc:docChg chg="modSld">
      <pc:chgData name="MAZAGATOS ATECA Marina (INTPA)" userId="0785ee29-05ac-48ad-bc20-a8f7f0a4c5f3" providerId="ADAL" clId="{3A3117A7-522C-4276-9B35-C852E3C06856}" dt="2025-01-20T11:59:39.565" v="5" actId="14100"/>
      <pc:docMkLst>
        <pc:docMk/>
      </pc:docMkLst>
      <pc:sldChg chg="modSp">
        <pc:chgData name="MAZAGATOS ATECA Marina (INTPA)" userId="0785ee29-05ac-48ad-bc20-a8f7f0a4c5f3" providerId="ADAL" clId="{3A3117A7-522C-4276-9B35-C852E3C06856}" dt="2025-01-20T11:59:39.565" v="5" actId="14100"/>
        <pc:sldMkLst>
          <pc:docMk/>
          <pc:sldMk cId="213418277" sldId="394"/>
        </pc:sldMkLst>
      </pc:sldChg>
    </pc:docChg>
  </pc:docChgLst>
  <pc:docChgLst>
    <pc:chgData name="GAVILAN MARIN Jesus (INTPA)" userId="S::jesus-manuel.gavilan-marin@ec.europa.eu::80ea900e-7290-456d-bd13-034e70b7a547" providerId="AD" clId="Web-{275CBF33-E2DD-43C5-BA1C-CDA1B269EC34}"/>
    <pc:docChg chg="modSld">
      <pc:chgData name="GAVILAN MARIN Jesus (INTPA)" userId="S::jesus-manuel.gavilan-marin@ec.europa.eu::80ea900e-7290-456d-bd13-034e70b7a547" providerId="AD" clId="Web-{275CBF33-E2DD-43C5-BA1C-CDA1B269EC34}" dt="2025-01-17T08:43:29.708" v="9" actId="20577"/>
      <pc:docMkLst>
        <pc:docMk/>
      </pc:docMkLst>
    </pc:docChg>
  </pc:docChgLst>
  <pc:docChgLst>
    <pc:chgData name="DI STEFANO Fabio (INTPA)" userId="2d20b507-ebc7-4876-93a6-11f942a3beb9" providerId="ADAL" clId="{6190CB96-546C-4C18-84E1-EF322B3686E8}"/>
    <pc:docChg chg="custSel modSld">
      <pc:chgData name="DI STEFANO Fabio (INTPA)" userId="2d20b507-ebc7-4876-93a6-11f942a3beb9" providerId="ADAL" clId="{6190CB96-546C-4C18-84E1-EF322B3686E8}" dt="2025-01-17T09:13:08.414" v="155" actId="20577"/>
      <pc:docMkLst>
        <pc:docMk/>
      </pc:docMkLst>
      <pc:sldChg chg="modSp mod">
        <pc:chgData name="DI STEFANO Fabio (INTPA)" userId="2d20b507-ebc7-4876-93a6-11f942a3beb9" providerId="ADAL" clId="{6190CB96-546C-4C18-84E1-EF322B3686E8}" dt="2025-01-17T09:12:11.213" v="143" actId="20577"/>
        <pc:sldMkLst>
          <pc:docMk/>
          <pc:sldMk cId="3264053290" sldId="300"/>
        </pc:sldMkLst>
      </pc:sldChg>
      <pc:sldChg chg="modSp mod">
        <pc:chgData name="DI STEFANO Fabio (INTPA)" userId="2d20b507-ebc7-4876-93a6-11f942a3beb9" providerId="ADAL" clId="{6190CB96-546C-4C18-84E1-EF322B3686E8}" dt="2025-01-17T09:13:08.414" v="155" actId="20577"/>
        <pc:sldMkLst>
          <pc:docMk/>
          <pc:sldMk cId="1816610540" sldId="386"/>
        </pc:sldMkLst>
      </pc:sldChg>
      <pc:sldChg chg="modSp mod">
        <pc:chgData name="DI STEFANO Fabio (INTPA)" userId="2d20b507-ebc7-4876-93a6-11f942a3beb9" providerId="ADAL" clId="{6190CB96-546C-4C18-84E1-EF322B3686E8}" dt="2025-01-17T08:59:51.541" v="68" actId="20577"/>
        <pc:sldMkLst>
          <pc:docMk/>
          <pc:sldMk cId="749515831" sldId="392"/>
        </pc:sldMkLst>
      </pc:sldChg>
      <pc:sldChg chg="modSp mod">
        <pc:chgData name="DI STEFANO Fabio (INTPA)" userId="2d20b507-ebc7-4876-93a6-11f942a3beb9" providerId="ADAL" clId="{6190CB96-546C-4C18-84E1-EF322B3686E8}" dt="2025-01-17T09:08:15.159" v="127" actId="21"/>
        <pc:sldMkLst>
          <pc:docMk/>
          <pc:sldMk cId="747740739" sldId="395"/>
        </pc:sldMkLst>
      </pc:sldChg>
      <pc:sldChg chg="delSp modSp mod">
        <pc:chgData name="DI STEFANO Fabio (INTPA)" userId="2d20b507-ebc7-4876-93a6-11f942a3beb9" providerId="ADAL" clId="{6190CB96-546C-4C18-84E1-EF322B3686E8}" dt="2025-01-17T08:56:05.115" v="66" actId="20577"/>
        <pc:sldMkLst>
          <pc:docMk/>
          <pc:sldMk cId="1834427571" sldId="418"/>
        </pc:sldMkLst>
      </pc:sldChg>
    </pc:docChg>
  </pc:docChgLst>
  <pc:docChgLst>
    <pc:chgData name="MATTA CASTILLO Eduin (INTPA)" userId="S::eduin.matta-castillo@ec.europa.eu::e7d1263b-560a-4056-9573-74819ee32f7b" providerId="AD" clId="Web-{F5DCFA7D-D78F-6C66-052D-19F426B6AD6C}"/>
    <pc:docChg chg="modSld">
      <pc:chgData name="MATTA CASTILLO Eduin (INTPA)" userId="S::eduin.matta-castillo@ec.europa.eu::e7d1263b-560a-4056-9573-74819ee32f7b" providerId="AD" clId="Web-{F5DCFA7D-D78F-6C66-052D-19F426B6AD6C}" dt="2025-01-24T13:38:31.574" v="11" actId="20577"/>
      <pc:docMkLst>
        <pc:docMk/>
      </pc:docMkLst>
      <pc:sldChg chg="modSp">
        <pc:chgData name="MATTA CASTILLO Eduin (INTPA)" userId="S::eduin.matta-castillo@ec.europa.eu::e7d1263b-560a-4056-9573-74819ee32f7b" providerId="AD" clId="Web-{F5DCFA7D-D78F-6C66-052D-19F426B6AD6C}" dt="2025-01-24T13:38:31.574" v="11" actId="20577"/>
        <pc:sldMkLst>
          <pc:docMk/>
          <pc:sldMk cId="113264031" sldId="400"/>
        </pc:sldMkLst>
      </pc:sldChg>
    </pc:docChg>
  </pc:docChgLst>
  <pc:docChgLst>
    <pc:chgData name="MAZAGATOS ATECA Marina (INTPA)" userId="0785ee29-05ac-48ad-bc20-a8f7f0a4c5f3" providerId="ADAL" clId="{EF71482A-D9C1-41FB-80AA-15657D7FB069}"/>
    <pc:docChg chg="custSel modSld">
      <pc:chgData name="MAZAGATOS ATECA Marina (INTPA)" userId="0785ee29-05ac-48ad-bc20-a8f7f0a4c5f3" providerId="ADAL" clId="{EF71482A-D9C1-41FB-80AA-15657D7FB069}" dt="2025-02-05T15:35:25.012" v="22" actId="1076"/>
      <pc:docMkLst>
        <pc:docMk/>
      </pc:docMkLst>
      <pc:sldChg chg="addSp delSp modSp mod">
        <pc:chgData name="MAZAGATOS ATECA Marina (INTPA)" userId="0785ee29-05ac-48ad-bc20-a8f7f0a4c5f3" providerId="ADAL" clId="{EF71482A-D9C1-41FB-80AA-15657D7FB069}" dt="2025-02-05T15:34:04.577" v="9" actId="1076"/>
        <pc:sldMkLst>
          <pc:docMk/>
          <pc:sldMk cId="1807485860" sldId="430"/>
        </pc:sldMkLst>
      </pc:sldChg>
      <pc:sldChg chg="addSp delSp modSp mod">
        <pc:chgData name="MAZAGATOS ATECA Marina (INTPA)" userId="0785ee29-05ac-48ad-bc20-a8f7f0a4c5f3" providerId="ADAL" clId="{EF71482A-D9C1-41FB-80AA-15657D7FB069}" dt="2025-02-05T15:34:28.937" v="17" actId="1076"/>
        <pc:sldMkLst>
          <pc:docMk/>
          <pc:sldMk cId="1579532325" sldId="431"/>
        </pc:sldMkLst>
      </pc:sldChg>
      <pc:sldChg chg="modSp">
        <pc:chgData name="MAZAGATOS ATECA Marina (INTPA)" userId="0785ee29-05ac-48ad-bc20-a8f7f0a4c5f3" providerId="ADAL" clId="{EF71482A-D9C1-41FB-80AA-15657D7FB069}" dt="2025-02-05T15:34:49.724" v="18" actId="14826"/>
        <pc:sldMkLst>
          <pc:docMk/>
          <pc:sldMk cId="2550938905" sldId="432"/>
        </pc:sldMkLst>
      </pc:sldChg>
      <pc:sldChg chg="modSp">
        <pc:chgData name="MAZAGATOS ATECA Marina (INTPA)" userId="0785ee29-05ac-48ad-bc20-a8f7f0a4c5f3" providerId="ADAL" clId="{EF71482A-D9C1-41FB-80AA-15657D7FB069}" dt="2025-02-05T15:34:59.217" v="19" actId="14826"/>
        <pc:sldMkLst>
          <pc:docMk/>
          <pc:sldMk cId="3897011041" sldId="433"/>
        </pc:sldMkLst>
      </pc:sldChg>
      <pc:sldChg chg="modSp">
        <pc:chgData name="MAZAGATOS ATECA Marina (INTPA)" userId="0785ee29-05ac-48ad-bc20-a8f7f0a4c5f3" providerId="ADAL" clId="{EF71482A-D9C1-41FB-80AA-15657D7FB069}" dt="2025-02-05T15:35:09.588" v="20" actId="14826"/>
        <pc:sldMkLst>
          <pc:docMk/>
          <pc:sldMk cId="364350308" sldId="434"/>
        </pc:sldMkLst>
      </pc:sldChg>
      <pc:sldChg chg="modSp mod">
        <pc:chgData name="MAZAGATOS ATECA Marina (INTPA)" userId="0785ee29-05ac-48ad-bc20-a8f7f0a4c5f3" providerId="ADAL" clId="{EF71482A-D9C1-41FB-80AA-15657D7FB069}" dt="2025-02-05T15:35:25.012" v="22" actId="1076"/>
        <pc:sldMkLst>
          <pc:docMk/>
          <pc:sldMk cId="4240262156" sldId="435"/>
        </pc:sldMkLst>
      </pc:sldChg>
    </pc:docChg>
  </pc:docChgLst>
  <pc:docChgLst>
    <pc:chgData name="GAVILAN MARIN Jesus (INTPA)" userId="S::jesus-manuel.gavilan-marin@ec.europa.eu::80ea900e-7290-456d-bd13-034e70b7a547" providerId="AD" clId="Web-{ECA1E955-CF2B-B3BB-B449-963E7007F6C9}"/>
    <pc:docChg chg="modSld">
      <pc:chgData name="GAVILAN MARIN Jesus (INTPA)" userId="S::jesus-manuel.gavilan-marin@ec.europa.eu::80ea900e-7290-456d-bd13-034e70b7a547" providerId="AD" clId="Web-{ECA1E955-CF2B-B3BB-B449-963E7007F6C9}" dt="2024-12-19T15:23:02.016" v="1503" actId="20577"/>
      <pc:docMkLst>
        <pc:docMk/>
      </pc:docMkLst>
      <pc:sldChg chg="modSp">
        <pc:chgData name="GAVILAN MARIN Jesus (INTPA)" userId="S::jesus-manuel.gavilan-marin@ec.europa.eu::80ea900e-7290-456d-bd13-034e70b7a547" providerId="AD" clId="Web-{ECA1E955-CF2B-B3BB-B449-963E7007F6C9}" dt="2024-12-19T13:23:32.376" v="79" actId="20577"/>
        <pc:sldMkLst>
          <pc:docMk/>
          <pc:sldMk cId="3797275843" sldId="382"/>
        </pc:sldMkLst>
      </pc:sldChg>
      <pc:sldChg chg="modSp">
        <pc:chgData name="GAVILAN MARIN Jesus (INTPA)" userId="S::jesus-manuel.gavilan-marin@ec.europa.eu::80ea900e-7290-456d-bd13-034e70b7a547" providerId="AD" clId="Web-{ECA1E955-CF2B-B3BB-B449-963E7007F6C9}" dt="2024-12-19T13:23:23.937" v="77" actId="20577"/>
        <pc:sldMkLst>
          <pc:docMk/>
          <pc:sldMk cId="2720251177" sldId="383"/>
        </pc:sldMkLst>
      </pc:sldChg>
      <pc:sldChg chg="modSp">
        <pc:chgData name="GAVILAN MARIN Jesus (INTPA)" userId="S::jesus-manuel.gavilan-marin@ec.europa.eu::80ea900e-7290-456d-bd13-034e70b7a547" providerId="AD" clId="Web-{ECA1E955-CF2B-B3BB-B449-963E7007F6C9}" dt="2024-12-19T13:55:37.600" v="446" actId="20577"/>
        <pc:sldMkLst>
          <pc:docMk/>
          <pc:sldMk cId="2889976800" sldId="396"/>
        </pc:sldMkLst>
      </pc:sldChg>
      <pc:sldChg chg="modSp">
        <pc:chgData name="GAVILAN MARIN Jesus (INTPA)" userId="S::jesus-manuel.gavilan-marin@ec.europa.eu::80ea900e-7290-456d-bd13-034e70b7a547" providerId="AD" clId="Web-{ECA1E955-CF2B-B3BB-B449-963E7007F6C9}" dt="2024-12-19T13:58:11.480" v="517" actId="20577"/>
        <pc:sldMkLst>
          <pc:docMk/>
          <pc:sldMk cId="2772322494" sldId="397"/>
        </pc:sldMkLst>
      </pc:sldChg>
      <pc:sldChg chg="modSp">
        <pc:chgData name="GAVILAN MARIN Jesus (INTPA)" userId="S::jesus-manuel.gavilan-marin@ec.europa.eu::80ea900e-7290-456d-bd13-034e70b7a547" providerId="AD" clId="Web-{ECA1E955-CF2B-B3BB-B449-963E7007F6C9}" dt="2024-12-19T15:10:10.973" v="1195" actId="20577"/>
        <pc:sldMkLst>
          <pc:docMk/>
          <pc:sldMk cId="4031091407" sldId="399"/>
        </pc:sldMkLst>
      </pc:sldChg>
      <pc:sldChg chg="modSp">
        <pc:chgData name="GAVILAN MARIN Jesus (INTPA)" userId="S::jesus-manuel.gavilan-marin@ec.europa.eu::80ea900e-7290-456d-bd13-034e70b7a547" providerId="AD" clId="Web-{ECA1E955-CF2B-B3BB-B449-963E7007F6C9}" dt="2024-12-19T15:05:52.088" v="1093" actId="20577"/>
        <pc:sldMkLst>
          <pc:docMk/>
          <pc:sldMk cId="3745905074" sldId="402"/>
        </pc:sldMkLst>
      </pc:sldChg>
      <pc:sldChg chg="modSp">
        <pc:chgData name="GAVILAN MARIN Jesus (INTPA)" userId="S::jesus-manuel.gavilan-marin@ec.europa.eu::80ea900e-7290-456d-bd13-034e70b7a547" providerId="AD" clId="Web-{ECA1E955-CF2B-B3BB-B449-963E7007F6C9}" dt="2024-12-19T15:10:56.506" v="1206" actId="20577"/>
        <pc:sldMkLst>
          <pc:docMk/>
          <pc:sldMk cId="1234911430" sldId="403"/>
        </pc:sldMkLst>
      </pc:sldChg>
    </pc:docChg>
  </pc:docChgLst>
  <pc:docChgLst>
    <pc:chgData name="DI STEFANO Fabio (INTPA)" userId="2d20b507-ebc7-4876-93a6-11f942a3beb9" providerId="ADAL" clId="{BA749EF5-2643-4FE4-B479-9D3E06EAE519}"/>
    <pc:docChg chg="modSld">
      <pc:chgData name="DI STEFANO Fabio (INTPA)" userId="2d20b507-ebc7-4876-93a6-11f942a3beb9" providerId="ADAL" clId="{BA749EF5-2643-4FE4-B479-9D3E06EAE519}" dt="2025-01-19T12:02:42.081" v="12" actId="20577"/>
      <pc:docMkLst>
        <pc:docMk/>
      </pc:docMkLst>
      <pc:sldChg chg="modSp mod">
        <pc:chgData name="DI STEFANO Fabio (INTPA)" userId="2d20b507-ebc7-4876-93a6-11f942a3beb9" providerId="ADAL" clId="{BA749EF5-2643-4FE4-B479-9D3E06EAE519}" dt="2025-01-19T12:02:42.081" v="12" actId="20577"/>
        <pc:sldMkLst>
          <pc:docMk/>
          <pc:sldMk cId="385937162" sldId="411"/>
        </pc:sldMkLst>
      </pc:sldChg>
    </pc:docChg>
  </pc:docChgLst>
  <pc:docChgLst>
    <pc:chgData name="DI STEFANO Fabio (INTPA)" userId="S::fabio.di-stefano@ec.europa.eu::2d20b507-ebc7-4876-93a6-11f942a3beb9" providerId="AD" clId="Web-{61968383-1E3B-C954-D170-E169D5C079FF}"/>
    <pc:docChg chg="addSld modSld sldOrd modSection">
      <pc:chgData name="DI STEFANO Fabio (INTPA)" userId="S::fabio.di-stefano@ec.europa.eu::2d20b507-ebc7-4876-93a6-11f942a3beb9" providerId="AD" clId="Web-{61968383-1E3B-C954-D170-E169D5C079FF}" dt="2025-02-05T14:43:21.124" v="34"/>
      <pc:docMkLst>
        <pc:docMk/>
      </pc:docMkLst>
      <pc:sldChg chg="ord">
        <pc:chgData name="DI STEFANO Fabio (INTPA)" userId="S::fabio.di-stefano@ec.europa.eu::2d20b507-ebc7-4876-93a6-11f942a3beb9" providerId="AD" clId="Web-{61968383-1E3B-C954-D170-E169D5C079FF}" dt="2025-02-05T14:43:21.124" v="34"/>
        <pc:sldMkLst>
          <pc:docMk/>
          <pc:sldMk cId="583825077" sldId="389"/>
        </pc:sldMkLst>
      </pc:sldChg>
      <pc:sldChg chg="ord">
        <pc:chgData name="DI STEFANO Fabio (INTPA)" userId="S::fabio.di-stefano@ec.europa.eu::2d20b507-ebc7-4876-93a6-11f942a3beb9" providerId="AD" clId="Web-{61968383-1E3B-C954-D170-E169D5C079FF}" dt="2025-02-05T14:43:21.124" v="33"/>
        <pc:sldMkLst>
          <pc:docMk/>
          <pc:sldMk cId="3827895470" sldId="390"/>
        </pc:sldMkLst>
      </pc:sldChg>
      <pc:sldChg chg="ord">
        <pc:chgData name="DI STEFANO Fabio (INTPA)" userId="S::fabio.di-stefano@ec.europa.eu::2d20b507-ebc7-4876-93a6-11f942a3beb9" providerId="AD" clId="Web-{61968383-1E3B-C954-D170-E169D5C079FF}" dt="2025-02-05T14:43:21.124" v="32"/>
        <pc:sldMkLst>
          <pc:docMk/>
          <pc:sldMk cId="464262337" sldId="438"/>
        </pc:sldMkLst>
      </pc:sldChg>
      <pc:sldChg chg="modSp add replId">
        <pc:chgData name="DI STEFANO Fabio (INTPA)" userId="S::fabio.di-stefano@ec.europa.eu::2d20b507-ebc7-4876-93a6-11f942a3beb9" providerId="AD" clId="Web-{61968383-1E3B-C954-D170-E169D5C079FF}" dt="2025-02-05T14:40:34.604" v="31" actId="20577"/>
        <pc:sldMkLst>
          <pc:docMk/>
          <pc:sldMk cId="2875926298" sldId="442"/>
        </pc:sldMkLst>
      </pc:sldChg>
    </pc:docChg>
  </pc:docChgLst>
  <pc:docChgLst>
    <pc:chgData name="GAVILAN MARIN Jesus (INTPA)" userId="S::jesus-manuel.gavilan-marin@ec.europa.eu::80ea900e-7290-456d-bd13-034e70b7a547" providerId="AD" clId="Web-{E8213D27-B0E6-6D0B-64F9-95A8E984EEA7}"/>
    <pc:docChg chg="modSld sldOrd">
      <pc:chgData name="GAVILAN MARIN Jesus (INTPA)" userId="S::jesus-manuel.gavilan-marin@ec.europa.eu::80ea900e-7290-456d-bd13-034e70b7a547" providerId="AD" clId="Web-{E8213D27-B0E6-6D0B-64F9-95A8E984EEA7}" dt="2025-01-20T14:24:09.793" v="516" actId="20577"/>
      <pc:docMkLst>
        <pc:docMk/>
      </pc:docMkLst>
      <pc:sldChg chg="modSp modNotes">
        <pc:chgData name="GAVILAN MARIN Jesus (INTPA)" userId="S::jesus-manuel.gavilan-marin@ec.europa.eu::80ea900e-7290-456d-bd13-034e70b7a547" providerId="AD" clId="Web-{E8213D27-B0E6-6D0B-64F9-95A8E984EEA7}" dt="2025-01-20T14:24:09.793" v="516" actId="20577"/>
        <pc:sldMkLst>
          <pc:docMk/>
          <pc:sldMk cId="1942365546" sldId="419"/>
        </pc:sldMkLst>
      </pc:sldChg>
    </pc:docChg>
  </pc:docChgLst>
  <pc:docChgLst>
    <pc:chgData name="MATTA CASTILLO Eduin (INTPA)" userId="S::eduin.matta-castillo@ec.europa.eu::e7d1263b-560a-4056-9573-74819ee32f7b" providerId="AD" clId="Web-{C49B0A8B-BF4F-534A-A5C1-2E5D50E2F20B}"/>
    <pc:docChg chg="modSld sldOrd">
      <pc:chgData name="MATTA CASTILLO Eduin (INTPA)" userId="S::eduin.matta-castillo@ec.europa.eu::e7d1263b-560a-4056-9573-74819ee32f7b" providerId="AD" clId="Web-{C49B0A8B-BF4F-534A-A5C1-2E5D50E2F20B}" dt="2025-01-20T15:42:34.670" v="73"/>
      <pc:docMkLst>
        <pc:docMk/>
      </pc:docMkLst>
      <pc:sldChg chg="ord">
        <pc:chgData name="MATTA CASTILLO Eduin (INTPA)" userId="S::eduin.matta-castillo@ec.europa.eu::e7d1263b-560a-4056-9573-74819ee32f7b" providerId="AD" clId="Web-{C49B0A8B-BF4F-534A-A5C1-2E5D50E2F20B}" dt="2025-01-20T15:42:34.670" v="73"/>
        <pc:sldMkLst>
          <pc:docMk/>
          <pc:sldMk cId="1602621661" sldId="269"/>
        </pc:sldMkLst>
      </pc:sldChg>
      <pc:sldChg chg="modSp">
        <pc:chgData name="MATTA CASTILLO Eduin (INTPA)" userId="S::eduin.matta-castillo@ec.europa.eu::e7d1263b-560a-4056-9573-74819ee32f7b" providerId="AD" clId="Web-{C49B0A8B-BF4F-534A-A5C1-2E5D50E2F20B}" dt="2025-01-20T15:30:30.099" v="55" actId="20577"/>
        <pc:sldMkLst>
          <pc:docMk/>
          <pc:sldMk cId="946974044" sldId="357"/>
        </pc:sldMkLst>
      </pc:sldChg>
      <pc:sldChg chg="modSp">
        <pc:chgData name="MATTA CASTILLO Eduin (INTPA)" userId="S::eduin.matta-castillo@ec.europa.eu::e7d1263b-560a-4056-9573-74819ee32f7b" providerId="AD" clId="Web-{C49B0A8B-BF4F-534A-A5C1-2E5D50E2F20B}" dt="2025-01-20T15:42:08.872" v="67" actId="20577"/>
        <pc:sldMkLst>
          <pc:docMk/>
          <pc:sldMk cId="2084515582" sldId="375"/>
        </pc:sldMkLst>
      </pc:sldChg>
      <pc:sldChg chg="modSp">
        <pc:chgData name="MATTA CASTILLO Eduin (INTPA)" userId="S::eduin.matta-castillo@ec.europa.eu::e7d1263b-560a-4056-9573-74819ee32f7b" providerId="AD" clId="Web-{C49B0A8B-BF4F-534A-A5C1-2E5D50E2F20B}" dt="2025-01-20T15:42:17.373" v="72" actId="20577"/>
        <pc:sldMkLst>
          <pc:docMk/>
          <pc:sldMk cId="2477543605" sldId="380"/>
        </pc:sldMkLst>
      </pc:sldChg>
      <pc:sldChg chg="modSp">
        <pc:chgData name="MATTA CASTILLO Eduin (INTPA)" userId="S::eduin.matta-castillo@ec.europa.eu::e7d1263b-560a-4056-9573-74819ee32f7b" providerId="AD" clId="Web-{C49B0A8B-BF4F-534A-A5C1-2E5D50E2F20B}" dt="2025-01-20T15:41:50.934" v="60" actId="20577"/>
        <pc:sldMkLst>
          <pc:docMk/>
          <pc:sldMk cId="266114053" sldId="398"/>
        </pc:sldMkLst>
      </pc:sldChg>
    </pc:docChg>
  </pc:docChgLst>
  <pc:docChgLst>
    <pc:chgData name="DI STEFANO Fabio (INTPA)" userId="S::fabio.di-stefano@ec.europa.eu::2d20b507-ebc7-4876-93a6-11f942a3beb9" providerId="AD" clId="Web-{1707B26C-52AE-6947-AA11-1C908D893757}"/>
    <pc:docChg chg="modSld sldOrd">
      <pc:chgData name="DI STEFANO Fabio (INTPA)" userId="S::fabio.di-stefano@ec.europa.eu::2d20b507-ebc7-4876-93a6-11f942a3beb9" providerId="AD" clId="Web-{1707B26C-52AE-6947-AA11-1C908D893757}" dt="2025-01-15T14:31:40.191" v="54" actId="20577"/>
      <pc:docMkLst>
        <pc:docMk/>
      </pc:docMkLst>
      <pc:sldChg chg="modSp">
        <pc:chgData name="DI STEFANO Fabio (INTPA)" userId="S::fabio.di-stefano@ec.europa.eu::2d20b507-ebc7-4876-93a6-11f942a3beb9" providerId="AD" clId="Web-{1707B26C-52AE-6947-AA11-1C908D893757}" dt="2025-01-15T14:29:46.281" v="49" actId="20577"/>
        <pc:sldMkLst>
          <pc:docMk/>
          <pc:sldMk cId="2720251177" sldId="383"/>
        </pc:sldMkLst>
      </pc:sldChg>
    </pc:docChg>
  </pc:docChgLst>
  <pc:docChgLst>
    <pc:chgData name="MAZAGATOS ATECA Marina (INTPA)" userId="0785ee29-05ac-48ad-bc20-a8f7f0a4c5f3" providerId="ADAL" clId="{AC01654B-0B6E-4CA2-892B-03FE7ACCF0A4}"/>
    <pc:docChg chg="modSld">
      <pc:chgData name="MAZAGATOS ATECA Marina (INTPA)" userId="0785ee29-05ac-48ad-bc20-a8f7f0a4c5f3" providerId="ADAL" clId="{AC01654B-0B6E-4CA2-892B-03FE7ACCF0A4}" dt="2024-12-18T16:12:11.531" v="7" actId="20577"/>
      <pc:docMkLst>
        <pc:docMk/>
      </pc:docMkLst>
      <pc:sldChg chg="modSp mod">
        <pc:chgData name="MAZAGATOS ATECA Marina (INTPA)" userId="0785ee29-05ac-48ad-bc20-a8f7f0a4c5f3" providerId="ADAL" clId="{AC01654B-0B6E-4CA2-892B-03FE7ACCF0A4}" dt="2024-12-18T16:11:37.734" v="4" actId="20577"/>
        <pc:sldMkLst>
          <pc:docMk/>
          <pc:sldMk cId="2477543605" sldId="380"/>
        </pc:sldMkLst>
      </pc:sldChg>
      <pc:sldChg chg="modSp mod">
        <pc:chgData name="MAZAGATOS ATECA Marina (INTPA)" userId="0785ee29-05ac-48ad-bc20-a8f7f0a4c5f3" providerId="ADAL" clId="{AC01654B-0B6E-4CA2-892B-03FE7ACCF0A4}" dt="2024-12-18T16:12:11.531" v="7" actId="20577"/>
        <pc:sldMkLst>
          <pc:docMk/>
          <pc:sldMk cId="3076131078" sldId="385"/>
        </pc:sldMkLst>
      </pc:sldChg>
    </pc:docChg>
  </pc:docChgLst>
  <pc:docChgLst>
    <pc:chgData name="GEORGELIN Lenaic (INTPA)" userId="cdd40f71-7de8-4913-86ff-c12fa8aa5aa1" providerId="ADAL" clId="{0DB6A6E7-4638-4B89-BE59-920CAA87A7F5}"/>
    <pc:docChg chg="undo custSel modSld">
      <pc:chgData name="GEORGELIN Lenaic (INTPA)" userId="cdd40f71-7de8-4913-86ff-c12fa8aa5aa1" providerId="ADAL" clId="{0DB6A6E7-4638-4B89-BE59-920CAA87A7F5}" dt="2025-01-20T16:08:35.201" v="842" actId="20577"/>
      <pc:docMkLst>
        <pc:docMk/>
      </pc:docMkLst>
      <pc:sldChg chg="modSp mod">
        <pc:chgData name="GEORGELIN Lenaic (INTPA)" userId="cdd40f71-7de8-4913-86ff-c12fa8aa5aa1" providerId="ADAL" clId="{0DB6A6E7-4638-4B89-BE59-920CAA87A7F5}" dt="2025-01-20T15:55:01.299" v="674" actId="20577"/>
        <pc:sldMkLst>
          <pc:docMk/>
          <pc:sldMk cId="2667021062" sldId="381"/>
        </pc:sldMkLst>
      </pc:sldChg>
      <pc:sldChg chg="modSp mod">
        <pc:chgData name="GEORGELIN Lenaic (INTPA)" userId="cdd40f71-7de8-4913-86ff-c12fa8aa5aa1" providerId="ADAL" clId="{0DB6A6E7-4638-4B89-BE59-920CAA87A7F5}" dt="2025-01-20T15:55:35.396" v="677" actId="114"/>
        <pc:sldMkLst>
          <pc:docMk/>
          <pc:sldMk cId="2720251177" sldId="383"/>
        </pc:sldMkLst>
      </pc:sldChg>
      <pc:sldChg chg="modSp mod">
        <pc:chgData name="GEORGELIN Lenaic (INTPA)" userId="cdd40f71-7de8-4913-86ff-c12fa8aa5aa1" providerId="ADAL" clId="{0DB6A6E7-4638-4B89-BE59-920CAA87A7F5}" dt="2025-01-20T15:57:23.924" v="685" actId="255"/>
        <pc:sldMkLst>
          <pc:docMk/>
          <pc:sldMk cId="3076131078" sldId="385"/>
        </pc:sldMkLst>
      </pc:sldChg>
      <pc:sldChg chg="modSp mod">
        <pc:chgData name="GEORGELIN Lenaic (INTPA)" userId="cdd40f71-7de8-4913-86ff-c12fa8aa5aa1" providerId="ADAL" clId="{0DB6A6E7-4638-4B89-BE59-920CAA87A7F5}" dt="2025-01-20T15:57:39.876" v="686" actId="114"/>
        <pc:sldMkLst>
          <pc:docMk/>
          <pc:sldMk cId="3903542561" sldId="429"/>
        </pc:sldMkLst>
      </pc:sldChg>
    </pc:docChg>
  </pc:docChgLst>
  <pc:docChgLst>
    <pc:chgData name="MAZAGATOS ATECA Marina (INTPA)" userId="0785ee29-05ac-48ad-bc20-a8f7f0a4c5f3" providerId="ADAL" clId="{2CD32511-EE95-452D-89B3-59AC04E30971}"/>
    <pc:docChg chg="undo custSel addSld delSld modSld sldOrd modSection">
      <pc:chgData name="MAZAGATOS ATECA Marina (INTPA)" userId="0785ee29-05ac-48ad-bc20-a8f7f0a4c5f3" providerId="ADAL" clId="{2CD32511-EE95-452D-89B3-59AC04E30971}" dt="2025-02-05T14:20:51.662" v="46" actId="1076"/>
      <pc:docMkLst>
        <pc:docMk/>
      </pc:docMkLst>
      <pc:sldChg chg="ord">
        <pc:chgData name="MAZAGATOS ATECA Marina (INTPA)" userId="0785ee29-05ac-48ad-bc20-a8f7f0a4c5f3" providerId="ADAL" clId="{2CD32511-EE95-452D-89B3-59AC04E30971}" dt="2025-02-05T13:33:29.196" v="0" actId="20578"/>
        <pc:sldMkLst>
          <pc:docMk/>
          <pc:sldMk cId="4021295010" sldId="378"/>
        </pc:sldMkLst>
      </pc:sldChg>
      <pc:sldChg chg="modSp mod">
        <pc:chgData name="MAZAGATOS ATECA Marina (INTPA)" userId="0785ee29-05ac-48ad-bc20-a8f7f0a4c5f3" providerId="ADAL" clId="{2CD32511-EE95-452D-89B3-59AC04E30971}" dt="2025-02-05T14:13:05.947" v="44" actId="20577"/>
        <pc:sldMkLst>
          <pc:docMk/>
          <pc:sldMk cId="3827895470" sldId="390"/>
        </pc:sldMkLst>
      </pc:sldChg>
      <pc:sldChg chg="modSp mod">
        <pc:chgData name="MAZAGATOS ATECA Marina (INTPA)" userId="0785ee29-05ac-48ad-bc20-a8f7f0a4c5f3" providerId="ADAL" clId="{2CD32511-EE95-452D-89B3-59AC04E30971}" dt="2025-02-05T13:43:13.246" v="23" actId="14826"/>
        <pc:sldMkLst>
          <pc:docMk/>
          <pc:sldMk cId="1807485860" sldId="430"/>
        </pc:sldMkLst>
      </pc:sldChg>
      <pc:sldChg chg="modSp mod">
        <pc:chgData name="MAZAGATOS ATECA Marina (INTPA)" userId="0785ee29-05ac-48ad-bc20-a8f7f0a4c5f3" providerId="ADAL" clId="{2CD32511-EE95-452D-89B3-59AC04E30971}" dt="2025-02-05T14:20:51.662" v="46" actId="1076"/>
        <pc:sldMkLst>
          <pc:docMk/>
          <pc:sldMk cId="464262337" sldId="438"/>
        </pc:sldMkLst>
      </pc:sldChg>
      <pc:sldChg chg="addSp delSp modSp new del mod">
        <pc:chgData name="MAZAGATOS ATECA Marina (INTPA)" userId="0785ee29-05ac-48ad-bc20-a8f7f0a4c5f3" providerId="ADAL" clId="{2CD32511-EE95-452D-89B3-59AC04E30971}" dt="2025-02-05T13:44:39.724" v="43" actId="47"/>
        <pc:sldMkLst>
          <pc:docMk/>
          <pc:sldMk cId="1780074446" sldId="442"/>
        </pc:sldMkLst>
      </pc:sldChg>
    </pc:docChg>
  </pc:docChgLst>
  <pc:docChgLst>
    <pc:chgData name="DI STEFANO Fabio (INTPA)" userId="S::fabio.di-stefano@ec.europa.eu::2d20b507-ebc7-4876-93a6-11f942a3beb9" providerId="AD" clId="Web-{D7F893C1-E033-4D73-2F5E-21A3AA403FE0}"/>
    <pc:docChg chg="modSld">
      <pc:chgData name="DI STEFANO Fabio (INTPA)" userId="S::fabio.di-stefano@ec.europa.eu::2d20b507-ebc7-4876-93a6-11f942a3beb9" providerId="AD" clId="Web-{D7F893C1-E033-4D73-2F5E-21A3AA403FE0}" dt="2025-01-14T11:37:55.714" v="429" actId="20577"/>
      <pc:docMkLst>
        <pc:docMk/>
      </pc:docMkLst>
      <pc:sldChg chg="modSp">
        <pc:chgData name="DI STEFANO Fabio (INTPA)" userId="S::fabio.di-stefano@ec.europa.eu::2d20b507-ebc7-4876-93a6-11f942a3beb9" providerId="AD" clId="Web-{D7F893C1-E033-4D73-2F5E-21A3AA403FE0}" dt="2025-01-14T10:45:05.988" v="16" actId="20577"/>
        <pc:sldMkLst>
          <pc:docMk/>
          <pc:sldMk cId="2477543605" sldId="380"/>
        </pc:sldMkLst>
      </pc:sldChg>
      <pc:sldChg chg="modSp">
        <pc:chgData name="DI STEFANO Fabio (INTPA)" userId="S::fabio.di-stefano@ec.europa.eu::2d20b507-ebc7-4876-93a6-11f942a3beb9" providerId="AD" clId="Web-{D7F893C1-E033-4D73-2F5E-21A3AA403FE0}" dt="2025-01-14T11:14:47.890" v="243" actId="20577"/>
        <pc:sldMkLst>
          <pc:docMk/>
          <pc:sldMk cId="3745905074" sldId="40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EE7CE-91A1-447B-B52A-4F48D03ABEFF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8BA9C-0A60-486D-9733-3D29183FE0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0692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CD031-C717-44FC-8D20-EE5423F6C25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CD209-FC72-44BF-BFF9-06555B098D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968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6137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1pPr>
    <a:lvl2pPr marL="458069" algn="l" defTabSz="916137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2pPr>
    <a:lvl3pPr marL="916137" algn="l" defTabSz="916137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3pPr>
    <a:lvl4pPr marL="1374206" algn="l" defTabSz="916137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4pPr>
    <a:lvl5pPr marL="1832275" algn="l" defTabSz="916137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5pPr>
    <a:lvl6pPr marL="2290343" algn="l" defTabSz="916137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6pPr>
    <a:lvl7pPr marL="2748412" algn="l" defTabSz="916137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7pPr>
    <a:lvl8pPr marL="3206481" algn="l" defTabSz="916137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8pPr>
    <a:lvl9pPr marL="3664549" algn="l" defTabSz="916137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CD209-FC72-44BF-BFF9-06555B098D4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231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CD209-FC72-44BF-BFF9-06555B098D4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476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61811-250D-BE99-3860-33C49878F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C9D38-EDD9-D370-1AB9-11D986B1A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076CE-58A7-A280-8D1D-39B4D248C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2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PBF=performance-based financing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102C1-AC04-A8D8-5353-03DE382CB7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CD209-FC72-44BF-BFF9-06555B098D4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599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11450-EFC4-ED5F-2BF9-661478BE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7016C-8ABE-F106-37FC-CD1C56F9C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81639-65FB-66CE-7126-8AD8F4AC4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2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PBL=performance-based loan</a:t>
            </a:r>
          </a:p>
          <a:p>
            <a:r>
              <a:rPr lang="en-IE" sz="1202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OPBRC=output and performance-based road contracts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532A8-06CD-7905-16D1-1C2EAED598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CD209-FC72-44BF-BFF9-06555B098D4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336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5215E-1A64-0F46-6F67-3BF4C998E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DE55A-2F10-39F0-7A8B-374727A31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D15014-F63A-8A1D-7CD8-A577A2060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E4CB6-928F-A1CC-EAA1-EF9BE16389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CD209-FC72-44BF-BFF9-06555B098D4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751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794" y="2246025"/>
            <a:ext cx="18292763" cy="4777964"/>
          </a:xfrm>
        </p:spPr>
        <p:txBody>
          <a:bodyPr anchor="b"/>
          <a:lstStyle>
            <a:lvl1pPr algn="ctr">
              <a:defRPr sz="12003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794" y="7208245"/>
            <a:ext cx="18292763" cy="3313441"/>
          </a:xfrm>
        </p:spPr>
        <p:txBody>
          <a:bodyPr/>
          <a:lstStyle>
            <a:lvl1pPr marL="0" indent="0" algn="ctr">
              <a:buNone/>
              <a:defRPr sz="4801"/>
            </a:lvl1pPr>
            <a:lvl2pPr marL="914629" indent="0" algn="ctr">
              <a:buNone/>
              <a:defRPr sz="4001"/>
            </a:lvl2pPr>
            <a:lvl3pPr marL="1829257" indent="0" algn="ctr">
              <a:buNone/>
              <a:defRPr sz="3601"/>
            </a:lvl3pPr>
            <a:lvl4pPr marL="2743886" indent="0" algn="ctr">
              <a:buNone/>
              <a:defRPr sz="3201"/>
            </a:lvl4pPr>
            <a:lvl5pPr marL="3658514" indent="0" algn="ctr">
              <a:buNone/>
              <a:defRPr sz="3201"/>
            </a:lvl5pPr>
            <a:lvl6pPr marL="4573143" indent="0" algn="ctr">
              <a:buNone/>
              <a:defRPr sz="3201"/>
            </a:lvl6pPr>
            <a:lvl7pPr marL="5487772" indent="0" algn="ctr">
              <a:buNone/>
              <a:defRPr sz="3201"/>
            </a:lvl7pPr>
            <a:lvl8pPr marL="6402400" indent="0" algn="ctr">
              <a:buNone/>
              <a:defRPr sz="3201"/>
            </a:lvl8pPr>
            <a:lvl9pPr marL="7317029" indent="0" algn="ctr">
              <a:buNone/>
              <a:defRPr sz="3201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D345-C067-4015-A884-95E31F5A781F}" type="datetimeFigureOut">
              <a:rPr lang="en-IE" smtClean="0"/>
              <a:t>20/09/2025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A6176-4FDF-427D-ADF2-4C2B2F98711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3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125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D345-C067-4015-A884-95E31F5A781F}" type="datetimeFigureOut">
              <a:rPr lang="en-IE" smtClean="0"/>
              <a:t>20/09/2025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A6176-4FDF-427D-ADF2-4C2B2F987110}" type="slidenum">
              <a:rPr lang="en-IE" smtClean="0"/>
              <a:t>‹#›</a:t>
            </a:fld>
            <a:endParaRPr lang="en-IE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34096" y="10857207"/>
            <a:ext cx="4556254" cy="2737734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 flipH="1">
            <a:off x="1676836" y="731945"/>
            <a:ext cx="2" cy="2554191"/>
          </a:xfrm>
          <a:prstGeom prst="line">
            <a:avLst/>
          </a:prstGeom>
          <a:ln w="28575">
            <a:solidFill>
              <a:srgbClr val="18BA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87" t="11124" r="11648" b="9885"/>
          <a:stretch/>
        </p:blipFill>
        <p:spPr>
          <a:xfrm>
            <a:off x="527677" y="11765081"/>
            <a:ext cx="1952008" cy="146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81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133" y="3421456"/>
            <a:ext cx="21036677" cy="5708776"/>
          </a:xfrm>
        </p:spPr>
        <p:txBody>
          <a:bodyPr anchor="b"/>
          <a:lstStyle>
            <a:lvl1pPr>
              <a:defRPr sz="12003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4133" y="9184239"/>
            <a:ext cx="21036677" cy="3002110"/>
          </a:xfrm>
        </p:spPr>
        <p:txBody>
          <a:bodyPr/>
          <a:lstStyle>
            <a:lvl1pPr marL="0" indent="0">
              <a:buNone/>
              <a:defRPr sz="4801">
                <a:solidFill>
                  <a:schemeClr val="tx1">
                    <a:tint val="75000"/>
                  </a:schemeClr>
                </a:solidFill>
              </a:defRPr>
            </a:lvl1pPr>
            <a:lvl2pPr marL="914629" indent="0">
              <a:buNone/>
              <a:defRPr sz="4001">
                <a:solidFill>
                  <a:schemeClr val="tx1">
                    <a:tint val="75000"/>
                  </a:schemeClr>
                </a:solidFill>
              </a:defRPr>
            </a:lvl2pPr>
            <a:lvl3pPr marL="1829257" indent="0">
              <a:buNone/>
              <a:defRPr sz="3601">
                <a:solidFill>
                  <a:schemeClr val="tx1">
                    <a:tint val="75000"/>
                  </a:schemeClr>
                </a:solidFill>
              </a:defRPr>
            </a:lvl3pPr>
            <a:lvl4pPr marL="2743886" indent="0">
              <a:buNone/>
              <a:defRPr sz="3201">
                <a:solidFill>
                  <a:schemeClr val="tx1">
                    <a:tint val="75000"/>
                  </a:schemeClr>
                </a:solidFill>
              </a:defRPr>
            </a:lvl4pPr>
            <a:lvl5pPr marL="3658514" indent="0">
              <a:buNone/>
              <a:defRPr sz="3201">
                <a:solidFill>
                  <a:schemeClr val="tx1">
                    <a:tint val="75000"/>
                  </a:schemeClr>
                </a:solidFill>
              </a:defRPr>
            </a:lvl5pPr>
            <a:lvl6pPr marL="4573143" indent="0">
              <a:buNone/>
              <a:defRPr sz="3201">
                <a:solidFill>
                  <a:schemeClr val="tx1">
                    <a:tint val="75000"/>
                  </a:schemeClr>
                </a:solidFill>
              </a:defRPr>
            </a:lvl6pPr>
            <a:lvl7pPr marL="5487772" indent="0">
              <a:buNone/>
              <a:defRPr sz="3201">
                <a:solidFill>
                  <a:schemeClr val="tx1">
                    <a:tint val="75000"/>
                  </a:schemeClr>
                </a:solidFill>
              </a:defRPr>
            </a:lvl7pPr>
            <a:lvl8pPr marL="6402400" indent="0">
              <a:buNone/>
              <a:defRPr sz="3201">
                <a:solidFill>
                  <a:schemeClr val="tx1">
                    <a:tint val="75000"/>
                  </a:schemeClr>
                </a:solidFill>
              </a:defRPr>
            </a:lvl8pPr>
            <a:lvl9pPr marL="7317029" indent="0">
              <a:buNone/>
              <a:defRPr sz="3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D345-C067-4015-A884-95E31F5A781F}" type="datetimeFigureOut">
              <a:rPr lang="en-IE" smtClean="0"/>
              <a:t>20/09/2025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A6176-4FDF-427D-ADF2-4C2B2F98711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1586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836" y="3653363"/>
            <a:ext cx="10365899" cy="87077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7615" y="3653363"/>
            <a:ext cx="10365899" cy="87077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D345-C067-4015-A884-95E31F5A781F}" type="datetimeFigureOut">
              <a:rPr lang="en-IE" smtClean="0"/>
              <a:t>20/09/2025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A6176-4FDF-427D-ADF2-4C2B2F98711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3782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13" y="730674"/>
            <a:ext cx="21036677" cy="26526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0015" y="3364272"/>
            <a:ext cx="10318260" cy="1648778"/>
          </a:xfrm>
        </p:spPr>
        <p:txBody>
          <a:bodyPr anchor="b"/>
          <a:lstStyle>
            <a:lvl1pPr marL="0" indent="0">
              <a:buNone/>
              <a:defRPr sz="4801" b="1"/>
            </a:lvl1pPr>
            <a:lvl2pPr marL="914629" indent="0">
              <a:buNone/>
              <a:defRPr sz="4001" b="1"/>
            </a:lvl2pPr>
            <a:lvl3pPr marL="1829257" indent="0">
              <a:buNone/>
              <a:defRPr sz="3601" b="1"/>
            </a:lvl3pPr>
            <a:lvl4pPr marL="2743886" indent="0">
              <a:buNone/>
              <a:defRPr sz="3201" b="1"/>
            </a:lvl4pPr>
            <a:lvl5pPr marL="3658514" indent="0">
              <a:buNone/>
              <a:defRPr sz="3201" b="1"/>
            </a:lvl5pPr>
            <a:lvl6pPr marL="4573143" indent="0">
              <a:buNone/>
              <a:defRPr sz="3201" b="1"/>
            </a:lvl6pPr>
            <a:lvl7pPr marL="5487772" indent="0">
              <a:buNone/>
              <a:defRPr sz="3201" b="1"/>
            </a:lvl7pPr>
            <a:lvl8pPr marL="6402400" indent="0">
              <a:buNone/>
              <a:defRPr sz="3201" b="1"/>
            </a:lvl8pPr>
            <a:lvl9pPr marL="7317029" indent="0">
              <a:buNone/>
              <a:defRPr sz="320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80015" y="5013049"/>
            <a:ext cx="10318260" cy="737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7614" y="3364272"/>
            <a:ext cx="10369076" cy="1648778"/>
          </a:xfrm>
        </p:spPr>
        <p:txBody>
          <a:bodyPr anchor="b"/>
          <a:lstStyle>
            <a:lvl1pPr marL="0" indent="0">
              <a:buNone/>
              <a:defRPr sz="4801" b="1"/>
            </a:lvl1pPr>
            <a:lvl2pPr marL="914629" indent="0">
              <a:buNone/>
              <a:defRPr sz="4001" b="1"/>
            </a:lvl2pPr>
            <a:lvl3pPr marL="1829257" indent="0">
              <a:buNone/>
              <a:defRPr sz="3601" b="1"/>
            </a:lvl3pPr>
            <a:lvl4pPr marL="2743886" indent="0">
              <a:buNone/>
              <a:defRPr sz="3201" b="1"/>
            </a:lvl4pPr>
            <a:lvl5pPr marL="3658514" indent="0">
              <a:buNone/>
              <a:defRPr sz="3201" b="1"/>
            </a:lvl5pPr>
            <a:lvl6pPr marL="4573143" indent="0">
              <a:buNone/>
              <a:defRPr sz="3201" b="1"/>
            </a:lvl6pPr>
            <a:lvl7pPr marL="5487772" indent="0">
              <a:buNone/>
              <a:defRPr sz="3201" b="1"/>
            </a:lvl7pPr>
            <a:lvl8pPr marL="6402400" indent="0">
              <a:buNone/>
              <a:defRPr sz="3201" b="1"/>
            </a:lvl8pPr>
            <a:lvl9pPr marL="7317029" indent="0">
              <a:buNone/>
              <a:defRPr sz="320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7614" y="5013049"/>
            <a:ext cx="10369076" cy="737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D345-C067-4015-A884-95E31F5A781F}" type="datetimeFigureOut">
              <a:rPr lang="en-IE" smtClean="0"/>
              <a:t>20/09/2025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A6176-4FDF-427D-ADF2-4C2B2F98711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726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D345-C067-4015-A884-95E31F5A781F}" type="datetimeFigureOut">
              <a:rPr lang="en-IE" smtClean="0"/>
              <a:t>20/09/2025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A6176-4FDF-427D-ADF2-4C2B2F987110}" type="slidenum">
              <a:rPr lang="en-IE" smtClean="0"/>
              <a:t>‹#›</a:t>
            </a:fld>
            <a:endParaRPr lang="en-IE"/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1676836" y="731945"/>
            <a:ext cx="2" cy="2554191"/>
          </a:xfrm>
          <a:prstGeom prst="line">
            <a:avLst/>
          </a:prstGeom>
          <a:ln w="28575">
            <a:solidFill>
              <a:srgbClr val="18BA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34096" y="10857207"/>
            <a:ext cx="4556254" cy="27377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87" t="11124" r="11648" b="9885"/>
          <a:stretch/>
        </p:blipFill>
        <p:spPr>
          <a:xfrm>
            <a:off x="527677" y="11765081"/>
            <a:ext cx="1952008" cy="146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194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D345-C067-4015-A884-95E31F5A781F}" type="datetimeFigureOut">
              <a:rPr lang="en-IE" smtClean="0"/>
              <a:t>20/09/2025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A6176-4FDF-427D-ADF2-4C2B2F987110}" type="slidenum">
              <a:rPr lang="en-IE" smtClean="0"/>
              <a:t>‹#›</a:t>
            </a:fld>
            <a:endParaRPr lang="en-IE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34096" y="10857207"/>
            <a:ext cx="4556254" cy="2737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87" t="11124" r="11648" b="9885"/>
          <a:stretch/>
        </p:blipFill>
        <p:spPr>
          <a:xfrm>
            <a:off x="527677" y="11765081"/>
            <a:ext cx="1952008" cy="146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7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14" y="914929"/>
            <a:ext cx="7866522" cy="3202252"/>
          </a:xfrm>
        </p:spPr>
        <p:txBody>
          <a:bodyPr anchor="b"/>
          <a:lstStyle>
            <a:lvl1pPr>
              <a:defRPr sz="6402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9075" y="1975994"/>
            <a:ext cx="12347615" cy="9752891"/>
          </a:xfrm>
        </p:spPr>
        <p:txBody>
          <a:bodyPr/>
          <a:lstStyle>
            <a:lvl1pPr>
              <a:defRPr sz="6402"/>
            </a:lvl1pPr>
            <a:lvl2pPr>
              <a:defRPr sz="5601"/>
            </a:lvl2pPr>
            <a:lvl3pPr>
              <a:defRPr sz="4801"/>
            </a:lvl3pPr>
            <a:lvl4pPr>
              <a:defRPr sz="4001"/>
            </a:lvl4pPr>
            <a:lvl5pPr>
              <a:defRPr sz="4001"/>
            </a:lvl5pPr>
            <a:lvl6pPr>
              <a:defRPr sz="4001"/>
            </a:lvl6pPr>
            <a:lvl7pPr>
              <a:defRPr sz="4001"/>
            </a:lvl7pPr>
            <a:lvl8pPr>
              <a:defRPr sz="4001"/>
            </a:lvl8pPr>
            <a:lvl9pPr>
              <a:defRPr sz="4001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0014" y="4117181"/>
            <a:ext cx="7866522" cy="7627588"/>
          </a:xfrm>
        </p:spPr>
        <p:txBody>
          <a:bodyPr/>
          <a:lstStyle>
            <a:lvl1pPr marL="0" indent="0">
              <a:buNone/>
              <a:defRPr sz="3201"/>
            </a:lvl1pPr>
            <a:lvl2pPr marL="914629" indent="0">
              <a:buNone/>
              <a:defRPr sz="2801"/>
            </a:lvl2pPr>
            <a:lvl3pPr marL="1829257" indent="0">
              <a:buNone/>
              <a:defRPr sz="2401"/>
            </a:lvl3pPr>
            <a:lvl4pPr marL="2743886" indent="0">
              <a:buNone/>
              <a:defRPr sz="2001"/>
            </a:lvl4pPr>
            <a:lvl5pPr marL="3658514" indent="0">
              <a:buNone/>
              <a:defRPr sz="2001"/>
            </a:lvl5pPr>
            <a:lvl6pPr marL="4573143" indent="0">
              <a:buNone/>
              <a:defRPr sz="2001"/>
            </a:lvl6pPr>
            <a:lvl7pPr marL="5487772" indent="0">
              <a:buNone/>
              <a:defRPr sz="2001"/>
            </a:lvl7pPr>
            <a:lvl8pPr marL="6402400" indent="0">
              <a:buNone/>
              <a:defRPr sz="2001"/>
            </a:lvl8pPr>
            <a:lvl9pPr marL="7317029" indent="0">
              <a:buNone/>
              <a:defRPr sz="200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D345-C067-4015-A884-95E31F5A781F}" type="datetimeFigureOut">
              <a:rPr lang="en-IE" smtClean="0"/>
              <a:t>20/09/2025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A6176-4FDF-427D-ADF2-4C2B2F98711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9468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14" y="914929"/>
            <a:ext cx="7866522" cy="3202252"/>
          </a:xfrm>
        </p:spPr>
        <p:txBody>
          <a:bodyPr anchor="b"/>
          <a:lstStyle>
            <a:lvl1pPr>
              <a:defRPr sz="6402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9075" y="1975994"/>
            <a:ext cx="12347615" cy="9752891"/>
          </a:xfrm>
        </p:spPr>
        <p:txBody>
          <a:bodyPr/>
          <a:lstStyle>
            <a:lvl1pPr marL="0" indent="0">
              <a:buNone/>
              <a:defRPr sz="6402"/>
            </a:lvl1pPr>
            <a:lvl2pPr marL="914629" indent="0">
              <a:buNone/>
              <a:defRPr sz="5601"/>
            </a:lvl2pPr>
            <a:lvl3pPr marL="1829257" indent="0">
              <a:buNone/>
              <a:defRPr sz="4801"/>
            </a:lvl3pPr>
            <a:lvl4pPr marL="2743886" indent="0">
              <a:buNone/>
              <a:defRPr sz="4001"/>
            </a:lvl4pPr>
            <a:lvl5pPr marL="3658514" indent="0">
              <a:buNone/>
              <a:defRPr sz="4001"/>
            </a:lvl5pPr>
            <a:lvl6pPr marL="4573143" indent="0">
              <a:buNone/>
              <a:defRPr sz="4001"/>
            </a:lvl6pPr>
            <a:lvl7pPr marL="5487772" indent="0">
              <a:buNone/>
              <a:defRPr sz="4001"/>
            </a:lvl7pPr>
            <a:lvl8pPr marL="6402400" indent="0">
              <a:buNone/>
              <a:defRPr sz="4001"/>
            </a:lvl8pPr>
            <a:lvl9pPr marL="7317029" indent="0">
              <a:buNone/>
              <a:defRPr sz="4001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0014" y="4117181"/>
            <a:ext cx="7866522" cy="7627588"/>
          </a:xfrm>
        </p:spPr>
        <p:txBody>
          <a:bodyPr/>
          <a:lstStyle>
            <a:lvl1pPr marL="0" indent="0">
              <a:buNone/>
              <a:defRPr sz="3201"/>
            </a:lvl1pPr>
            <a:lvl2pPr marL="914629" indent="0">
              <a:buNone/>
              <a:defRPr sz="2801"/>
            </a:lvl2pPr>
            <a:lvl3pPr marL="1829257" indent="0">
              <a:buNone/>
              <a:defRPr sz="2401"/>
            </a:lvl3pPr>
            <a:lvl4pPr marL="2743886" indent="0">
              <a:buNone/>
              <a:defRPr sz="2001"/>
            </a:lvl4pPr>
            <a:lvl5pPr marL="3658514" indent="0">
              <a:buNone/>
              <a:defRPr sz="2001"/>
            </a:lvl5pPr>
            <a:lvl6pPr marL="4573143" indent="0">
              <a:buNone/>
              <a:defRPr sz="2001"/>
            </a:lvl6pPr>
            <a:lvl7pPr marL="5487772" indent="0">
              <a:buNone/>
              <a:defRPr sz="2001"/>
            </a:lvl7pPr>
            <a:lvl8pPr marL="6402400" indent="0">
              <a:buNone/>
              <a:defRPr sz="2001"/>
            </a:lvl8pPr>
            <a:lvl9pPr marL="7317029" indent="0">
              <a:buNone/>
              <a:defRPr sz="200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D345-C067-4015-A884-95E31F5A781F}" type="datetimeFigureOut">
              <a:rPr lang="en-IE" smtClean="0"/>
              <a:t>20/09/2025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A6176-4FDF-427D-ADF2-4C2B2F98711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500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D345-C067-4015-A884-95E31F5A781F}" type="datetimeFigureOut">
              <a:rPr lang="en-IE" smtClean="0"/>
              <a:t>20/09/2025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A6176-4FDF-427D-ADF2-4C2B2F98711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16129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54344" y="730673"/>
            <a:ext cx="5259169" cy="116304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837" y="730673"/>
            <a:ext cx="15472628" cy="1163040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D345-C067-4015-A884-95E31F5A781F}" type="datetimeFigureOut">
              <a:rPr lang="en-IE" smtClean="0"/>
              <a:t>20/09/2025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A6176-4FDF-427D-ADF2-4C2B2F98711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049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-119300" y="-119339"/>
            <a:ext cx="12314476" cy="13975876"/>
          </a:xfrm>
          <a:ln w="28575">
            <a:solidFill>
              <a:schemeClr val="accent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>
            <a:off x="4869012" y="3987453"/>
            <a:ext cx="17105097" cy="7237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7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63089" y="3987451"/>
            <a:ext cx="14211020" cy="7237500"/>
          </a:xfrm>
          <a:solidFill>
            <a:schemeClr val="bg1"/>
          </a:solidFill>
        </p:spPr>
        <p:txBody>
          <a:bodyPr lIns="360000" tIns="360000" rIns="360000" bIns="360000" anchor="ctr" anchorCtr="0">
            <a:noAutofit/>
          </a:bodyPr>
          <a:lstStyle>
            <a:lvl1pPr marL="0" indent="0">
              <a:buFontTx/>
              <a:buNone/>
              <a:defRPr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4783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0DC6DA6-0FF0-6943-A587-011CC4CA02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192118" y="1"/>
            <a:ext cx="10258030" cy="2473043"/>
          </a:xfrm>
          <a:prstGeom prst="rect">
            <a:avLst/>
          </a:prstGeom>
        </p:spPr>
      </p:pic>
      <p:pic>
        <p:nvPicPr>
          <p:cNvPr id="7" name="Picture 14">
            <a:extLst>
              <a:ext uri="{FF2B5EF4-FFF2-40B4-BE49-F238E27FC236}">
                <a16:creationId xmlns:a16="http://schemas.microsoft.com/office/drawing/2014/main" id="{38B11EB1-37E2-E245-A316-A34DBBA70A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198095">
            <a:off x="22444128" y="-13092345"/>
            <a:ext cx="23697216" cy="16716749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2565101" y="3719623"/>
            <a:ext cx="10147437" cy="8796663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3681" y="1155463"/>
            <a:ext cx="20918728" cy="1804443"/>
          </a:xfrm>
        </p:spPr>
        <p:txBody>
          <a:bodyPr>
            <a:noAutofit/>
          </a:bodyPr>
          <a:lstStyle>
            <a:lvl1pPr>
              <a:defRPr sz="8000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0"/>
          </p:nvPr>
        </p:nvSpPr>
        <p:spPr>
          <a:xfrm>
            <a:off x="1829655" y="3716900"/>
            <a:ext cx="10147437" cy="8796663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2013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84484">
            <a:off x="4633830" y="-11552278"/>
            <a:ext cx="29581958" cy="2086802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703400">
            <a:off x="-14012126" y="-2284151"/>
            <a:ext cx="29518164" cy="209131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795" y="2246025"/>
            <a:ext cx="18292762" cy="4777964"/>
          </a:xfrm>
        </p:spPr>
        <p:txBody>
          <a:bodyPr anchor="b">
            <a:normAutofit/>
          </a:bodyPr>
          <a:lstStyle>
            <a:lvl1pPr algn="ctr">
              <a:defRPr sz="9606" b="1">
                <a:solidFill>
                  <a:srgbClr val="FFCC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8795" y="7208245"/>
            <a:ext cx="18292762" cy="3313441"/>
          </a:xfrm>
        </p:spPr>
        <p:txBody>
          <a:bodyPr>
            <a:normAutofit/>
          </a:bodyPr>
          <a:lstStyle>
            <a:lvl1pPr marL="0" indent="0" algn="ctr">
              <a:buNone/>
              <a:defRPr sz="480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2707" indent="0" algn="ctr">
              <a:buNone/>
              <a:defRPr sz="3992"/>
            </a:lvl2pPr>
            <a:lvl3pPr marL="1825414" indent="0" algn="ctr">
              <a:buNone/>
              <a:defRPr sz="3593"/>
            </a:lvl3pPr>
            <a:lvl4pPr marL="2738121" indent="0" algn="ctr">
              <a:buNone/>
              <a:defRPr sz="3194"/>
            </a:lvl4pPr>
            <a:lvl5pPr marL="3650828" indent="0" algn="ctr">
              <a:buNone/>
              <a:defRPr sz="3194"/>
            </a:lvl5pPr>
            <a:lvl6pPr marL="4563535" indent="0" algn="ctr">
              <a:buNone/>
              <a:defRPr sz="3194"/>
            </a:lvl6pPr>
            <a:lvl7pPr marL="5476242" indent="0" algn="ctr">
              <a:buNone/>
              <a:defRPr sz="3194"/>
            </a:lvl7pPr>
            <a:lvl8pPr marL="6388949" indent="0" algn="ctr">
              <a:buNone/>
              <a:defRPr sz="3194"/>
            </a:lvl8pPr>
            <a:lvl9pPr marL="7301656" indent="0" algn="ctr">
              <a:buNone/>
              <a:defRPr sz="3194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D864-7D01-4D6D-A999-672658A2FBDB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87" t="11124" r="11648" b="9885"/>
          <a:stretch/>
        </p:blipFill>
        <p:spPr>
          <a:xfrm>
            <a:off x="345121" y="12059950"/>
            <a:ext cx="2058206" cy="15444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121" y="13673"/>
            <a:ext cx="3990423" cy="2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85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892662">
            <a:off x="-4091832" y="-9091550"/>
            <a:ext cx="32574015" cy="359130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795" y="2246025"/>
            <a:ext cx="18292762" cy="4777964"/>
          </a:xfrm>
        </p:spPr>
        <p:txBody>
          <a:bodyPr anchor="b">
            <a:normAutofit/>
          </a:bodyPr>
          <a:lstStyle>
            <a:lvl1pPr algn="ctr">
              <a:defRPr sz="9606" b="1">
                <a:solidFill>
                  <a:srgbClr val="FFCC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8795" y="7208245"/>
            <a:ext cx="18292762" cy="3313441"/>
          </a:xfrm>
        </p:spPr>
        <p:txBody>
          <a:bodyPr>
            <a:normAutofit/>
          </a:bodyPr>
          <a:lstStyle>
            <a:lvl1pPr marL="0" indent="0" algn="ctr">
              <a:buNone/>
              <a:defRPr sz="480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2707" indent="0" algn="ctr">
              <a:buNone/>
              <a:defRPr sz="3992"/>
            </a:lvl2pPr>
            <a:lvl3pPr marL="1825414" indent="0" algn="ctr">
              <a:buNone/>
              <a:defRPr sz="3593"/>
            </a:lvl3pPr>
            <a:lvl4pPr marL="2738121" indent="0" algn="ctr">
              <a:buNone/>
              <a:defRPr sz="3194"/>
            </a:lvl4pPr>
            <a:lvl5pPr marL="3650828" indent="0" algn="ctr">
              <a:buNone/>
              <a:defRPr sz="3194"/>
            </a:lvl5pPr>
            <a:lvl6pPr marL="4563535" indent="0" algn="ctr">
              <a:buNone/>
              <a:defRPr sz="3194"/>
            </a:lvl6pPr>
            <a:lvl7pPr marL="5476242" indent="0" algn="ctr">
              <a:buNone/>
              <a:defRPr sz="3194"/>
            </a:lvl7pPr>
            <a:lvl8pPr marL="6388949" indent="0" algn="ctr">
              <a:buNone/>
              <a:defRPr sz="3194"/>
            </a:lvl8pPr>
            <a:lvl9pPr marL="7301656" indent="0" algn="ctr">
              <a:buNone/>
              <a:defRPr sz="3194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D864-7D01-4D6D-A999-672658A2FBDB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87" t="11124" r="11648" b="9885"/>
          <a:stretch/>
        </p:blipFill>
        <p:spPr>
          <a:xfrm>
            <a:off x="345121" y="12059950"/>
            <a:ext cx="2058206" cy="15444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054" y="-11568"/>
            <a:ext cx="4039081" cy="242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131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rgbClr val="903F9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20062" y="-340439"/>
            <a:ext cx="15969455" cy="125993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795" y="2246025"/>
            <a:ext cx="18292762" cy="4777964"/>
          </a:xfrm>
        </p:spPr>
        <p:txBody>
          <a:bodyPr anchor="b">
            <a:normAutofit/>
          </a:bodyPr>
          <a:lstStyle>
            <a:lvl1pPr algn="ctr">
              <a:defRPr sz="9606" b="1">
                <a:solidFill>
                  <a:srgbClr val="FFCC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8795" y="7208245"/>
            <a:ext cx="18292762" cy="3313441"/>
          </a:xfrm>
        </p:spPr>
        <p:txBody>
          <a:bodyPr>
            <a:normAutofit/>
          </a:bodyPr>
          <a:lstStyle>
            <a:lvl1pPr marL="0" indent="0" algn="ctr">
              <a:buNone/>
              <a:defRPr sz="480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2707" indent="0" algn="ctr">
              <a:buNone/>
              <a:defRPr sz="3992"/>
            </a:lvl2pPr>
            <a:lvl3pPr marL="1825414" indent="0" algn="ctr">
              <a:buNone/>
              <a:defRPr sz="3593"/>
            </a:lvl3pPr>
            <a:lvl4pPr marL="2738121" indent="0" algn="ctr">
              <a:buNone/>
              <a:defRPr sz="3194"/>
            </a:lvl4pPr>
            <a:lvl5pPr marL="3650828" indent="0" algn="ctr">
              <a:buNone/>
              <a:defRPr sz="3194"/>
            </a:lvl5pPr>
            <a:lvl6pPr marL="4563535" indent="0" algn="ctr">
              <a:buNone/>
              <a:defRPr sz="3194"/>
            </a:lvl6pPr>
            <a:lvl7pPr marL="5476242" indent="0" algn="ctr">
              <a:buNone/>
              <a:defRPr sz="3194"/>
            </a:lvl7pPr>
            <a:lvl8pPr marL="6388949" indent="0" algn="ctr">
              <a:buNone/>
              <a:defRPr sz="3194"/>
            </a:lvl8pPr>
            <a:lvl9pPr marL="7301656" indent="0" algn="ctr">
              <a:buNone/>
              <a:defRPr sz="3194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D864-7D01-4D6D-A999-672658A2FBDB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87" t="11124" r="11648" b="9885"/>
          <a:stretch/>
        </p:blipFill>
        <p:spPr>
          <a:xfrm>
            <a:off x="345121" y="12059950"/>
            <a:ext cx="2058206" cy="15444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054" y="-11568"/>
            <a:ext cx="4039081" cy="242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421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175099">
            <a:off x="1244008" y="1818668"/>
            <a:ext cx="27608219" cy="194756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7930" y="-10880197"/>
            <a:ext cx="27608219" cy="194756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795" y="2246025"/>
            <a:ext cx="18292762" cy="4777964"/>
          </a:xfrm>
        </p:spPr>
        <p:txBody>
          <a:bodyPr anchor="b">
            <a:normAutofit/>
          </a:bodyPr>
          <a:lstStyle>
            <a:lvl1pPr algn="ctr">
              <a:defRPr sz="9606" b="1">
                <a:solidFill>
                  <a:srgbClr val="00125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8795" y="7208245"/>
            <a:ext cx="18292762" cy="3313441"/>
          </a:xfrm>
        </p:spPr>
        <p:txBody>
          <a:bodyPr>
            <a:normAutofit/>
          </a:bodyPr>
          <a:lstStyle>
            <a:lvl1pPr marL="0" indent="0" algn="ctr">
              <a:buNone/>
              <a:defRPr sz="480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2707" indent="0" algn="ctr">
              <a:buNone/>
              <a:defRPr sz="3992"/>
            </a:lvl2pPr>
            <a:lvl3pPr marL="1825414" indent="0" algn="ctr">
              <a:buNone/>
              <a:defRPr sz="3593"/>
            </a:lvl3pPr>
            <a:lvl4pPr marL="2738121" indent="0" algn="ctr">
              <a:buNone/>
              <a:defRPr sz="3194"/>
            </a:lvl4pPr>
            <a:lvl5pPr marL="3650828" indent="0" algn="ctr">
              <a:buNone/>
              <a:defRPr sz="3194"/>
            </a:lvl5pPr>
            <a:lvl6pPr marL="4563535" indent="0" algn="ctr">
              <a:buNone/>
              <a:defRPr sz="3194"/>
            </a:lvl6pPr>
            <a:lvl7pPr marL="5476242" indent="0" algn="ctr">
              <a:buNone/>
              <a:defRPr sz="3194"/>
            </a:lvl7pPr>
            <a:lvl8pPr marL="6388949" indent="0" algn="ctr">
              <a:buNone/>
              <a:defRPr sz="3194"/>
            </a:lvl8pPr>
            <a:lvl9pPr marL="7301656" indent="0" algn="ctr">
              <a:buNone/>
              <a:defRPr sz="3194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D864-7D01-4D6D-A999-672658A2FBDB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87" t="11124" r="11648" b="9885"/>
          <a:stretch/>
        </p:blipFill>
        <p:spPr>
          <a:xfrm>
            <a:off x="345121" y="12059950"/>
            <a:ext cx="2058206" cy="15444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054" y="-11568"/>
            <a:ext cx="4039081" cy="2420973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2662272" y="12210063"/>
            <a:ext cx="1689038" cy="11851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18" name="TextBox 17"/>
          <p:cNvSpPr txBox="1"/>
          <p:nvPr userDrawn="1"/>
        </p:nvSpPr>
        <p:spPr>
          <a:xfrm>
            <a:off x="2961132" y="12479301"/>
            <a:ext cx="1231665" cy="64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804">
                <a:solidFill>
                  <a:srgbClr val="FF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Partner logo-flag</a:t>
            </a:r>
            <a:endParaRPr lang="en-GB" sz="1804">
              <a:solidFill>
                <a:srgbClr val="FF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651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4056565" y="0"/>
            <a:ext cx="10333785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10365899" cy="4325514"/>
          </a:xfrm>
        </p:spPr>
        <p:txBody>
          <a:bodyPr>
            <a:noAutofit/>
          </a:bodyPr>
          <a:lstStyle>
            <a:lvl1pPr>
              <a:defRPr sz="9606" b="1">
                <a:solidFill>
                  <a:srgbClr val="18B8A6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5272882"/>
            <a:ext cx="10365899" cy="70881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004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3191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4056565" y="0"/>
            <a:ext cx="10333785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10365899" cy="4325514"/>
          </a:xfrm>
        </p:spPr>
        <p:txBody>
          <a:bodyPr>
            <a:noAutofit/>
          </a:bodyPr>
          <a:lstStyle>
            <a:lvl1pPr>
              <a:defRPr sz="9606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5272882"/>
            <a:ext cx="10365899" cy="70881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004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1240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676837" y="8047362"/>
            <a:ext cx="10365899" cy="3300080"/>
          </a:xfrm>
        </p:spPr>
        <p:txBody>
          <a:bodyPr>
            <a:noAutofit/>
          </a:bodyPr>
          <a:lstStyle>
            <a:lvl1pPr>
              <a:defRPr sz="9606" b="1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730675"/>
            <a:ext cx="10365899" cy="70881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604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32201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rgbClr val="FFCC0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676837" y="8047362"/>
            <a:ext cx="10365899" cy="3241068"/>
          </a:xfrm>
        </p:spPr>
        <p:txBody>
          <a:bodyPr>
            <a:noAutofit/>
          </a:bodyPr>
          <a:lstStyle>
            <a:lvl1pPr>
              <a:defRPr sz="9606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730675"/>
            <a:ext cx="10365899" cy="70881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604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9043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379729" cy="13723938"/>
          </a:xfrm>
          <a:prstGeom prst="rect">
            <a:avLst/>
          </a:prstGeom>
          <a:solidFill>
            <a:srgbClr val="00125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2379729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9686255" cy="2569606"/>
          </a:xfrm>
        </p:spPr>
        <p:txBody>
          <a:bodyPr>
            <a:noAutofit/>
          </a:bodyPr>
          <a:lstStyle>
            <a:lvl1pPr>
              <a:defRPr sz="5403" b="1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6" y="3790421"/>
            <a:ext cx="9686256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56487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379729" cy="13723938"/>
          </a:xfrm>
          <a:prstGeom prst="rect">
            <a:avLst/>
          </a:prstGeom>
          <a:solidFill>
            <a:srgbClr val="1A53E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2379729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9653507" cy="2569606"/>
          </a:xfrm>
        </p:spPr>
        <p:txBody>
          <a:bodyPr>
            <a:noAutofit/>
          </a:bodyPr>
          <a:lstStyle>
            <a:lvl1pPr>
              <a:defRPr sz="5403" b="1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790421"/>
            <a:ext cx="9653508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8567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379729" cy="13723938"/>
          </a:xfrm>
          <a:prstGeom prst="rect">
            <a:avLst/>
          </a:prstGeom>
          <a:solidFill>
            <a:srgbClr val="18B8A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2379729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7885189" cy="2569606"/>
          </a:xfrm>
        </p:spPr>
        <p:txBody>
          <a:bodyPr>
            <a:noAutofit/>
          </a:bodyPr>
          <a:lstStyle>
            <a:lvl1pPr>
              <a:defRPr sz="5403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790421"/>
            <a:ext cx="7885190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28106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379729" cy="13723938"/>
          </a:xfrm>
          <a:prstGeom prst="rect">
            <a:avLst/>
          </a:prstGeom>
          <a:solidFill>
            <a:srgbClr val="903F9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2379729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7885189" cy="2569606"/>
          </a:xfrm>
        </p:spPr>
        <p:txBody>
          <a:bodyPr>
            <a:noAutofit/>
          </a:bodyPr>
          <a:lstStyle>
            <a:lvl1pPr>
              <a:defRPr sz="5403" b="1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790421"/>
            <a:ext cx="7885190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99830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379729" cy="13723938"/>
          </a:xfrm>
          <a:prstGeom prst="rect">
            <a:avLst/>
          </a:prstGeom>
          <a:solidFill>
            <a:srgbClr val="FFCC0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2379729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7885189" cy="2569606"/>
          </a:xfrm>
        </p:spPr>
        <p:txBody>
          <a:bodyPr>
            <a:noAutofit/>
          </a:bodyPr>
          <a:lstStyle>
            <a:lvl1pPr>
              <a:defRPr sz="5403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790421"/>
            <a:ext cx="7885190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59869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379729" cy="137239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2379729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7885189" cy="2569606"/>
          </a:xfrm>
        </p:spPr>
        <p:txBody>
          <a:bodyPr>
            <a:noAutofit/>
          </a:bodyPr>
          <a:lstStyle>
            <a:lvl1pPr>
              <a:defRPr sz="5403" b="1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790421"/>
            <a:ext cx="7885190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44303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" y="1"/>
            <a:ext cx="15259946" cy="13723938"/>
          </a:xfrm>
          <a:prstGeom prst="rect">
            <a:avLst/>
          </a:prstGeom>
          <a:solidFill>
            <a:srgbClr val="1A53E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5259945" y="0"/>
            <a:ext cx="9130405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76837" y="1351519"/>
            <a:ext cx="7885189" cy="2569606"/>
          </a:xfrm>
        </p:spPr>
        <p:txBody>
          <a:bodyPr>
            <a:noAutofit/>
          </a:bodyPr>
          <a:lstStyle>
            <a:lvl1pPr>
              <a:defRPr sz="6604" b="1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4607322"/>
            <a:ext cx="5163056" cy="7753753"/>
          </a:xfrm>
        </p:spPr>
        <p:txBody>
          <a:bodyPr>
            <a:normAutofit/>
          </a:bodyPr>
          <a:lstStyle>
            <a:lvl1pPr marL="0" marR="0" indent="0" algn="l" defTabSz="1825414" rtl="0" eaLnBrk="1" fontAlgn="auto" latinLnBrk="0" hangingPunct="1">
              <a:lnSpc>
                <a:spcPct val="100000"/>
              </a:lnSpc>
              <a:spcBef>
                <a:spcPts val="199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603" b="1" i="1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marL="0" marR="0" lvl="0" indent="0" algn="l" defTabSz="1825414" rtl="0" eaLnBrk="1" fontAlgn="auto" latinLnBrk="0" hangingPunct="1">
              <a:lnSpc>
                <a:spcPct val="90000"/>
              </a:lnSpc>
              <a:spcBef>
                <a:spcPts val="199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  <a:p>
            <a:pPr lvl="0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7335252" y="4607322"/>
            <a:ext cx="6745811" cy="7753753"/>
          </a:xfrm>
        </p:spPr>
        <p:txBody>
          <a:bodyPr>
            <a:normAutofit/>
          </a:bodyPr>
          <a:lstStyle>
            <a:lvl1pPr marL="0" indent="0">
              <a:buNone/>
              <a:defRPr sz="4403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09557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81934" y="-3344529"/>
            <a:ext cx="21509099" cy="7538635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2565101" y="3719623"/>
            <a:ext cx="10147437" cy="8796663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748267" y="1155463"/>
            <a:ext cx="17964271" cy="1804443"/>
          </a:xfrm>
        </p:spPr>
        <p:txBody>
          <a:bodyPr>
            <a:noAutofit/>
          </a:bodyPr>
          <a:lstStyle>
            <a:lvl1pPr>
              <a:defRPr sz="6604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0"/>
          </p:nvPr>
        </p:nvSpPr>
        <p:spPr>
          <a:xfrm>
            <a:off x="1829655" y="3716900"/>
            <a:ext cx="10147437" cy="8796663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08179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81934" y="-3344529"/>
            <a:ext cx="21509099" cy="753863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748267" y="1155463"/>
            <a:ext cx="17964271" cy="1804443"/>
          </a:xfrm>
        </p:spPr>
        <p:txBody>
          <a:bodyPr>
            <a:noAutofit/>
          </a:bodyPr>
          <a:lstStyle>
            <a:lvl1pPr>
              <a:defRPr sz="6604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564412"/>
            <a:ext cx="6640815" cy="8796663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/>
          </p:nvPr>
        </p:nvSpPr>
        <p:spPr>
          <a:xfrm>
            <a:off x="8874297" y="3536112"/>
            <a:ext cx="6640815" cy="8796663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/>
          </p:nvPr>
        </p:nvSpPr>
        <p:spPr>
          <a:xfrm>
            <a:off x="16071723" y="3558686"/>
            <a:ext cx="6640815" cy="8796663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40955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748267" y="1155463"/>
            <a:ext cx="17964271" cy="1804443"/>
          </a:xfrm>
        </p:spPr>
        <p:txBody>
          <a:bodyPr>
            <a:noAutofit/>
          </a:bodyPr>
          <a:lstStyle>
            <a:lvl1pPr>
              <a:defRPr sz="6604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8" y="6273800"/>
            <a:ext cx="9719001" cy="6087275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4"/>
          </p:nvPr>
        </p:nvSpPr>
        <p:spPr>
          <a:xfrm>
            <a:off x="1676837" y="3953738"/>
            <a:ext cx="9719001" cy="1862597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5403" b="1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half" idx="15"/>
          </p:nvPr>
        </p:nvSpPr>
        <p:spPr>
          <a:xfrm>
            <a:off x="12279999" y="6245499"/>
            <a:ext cx="10432539" cy="6087275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16"/>
          </p:nvPr>
        </p:nvSpPr>
        <p:spPr>
          <a:xfrm>
            <a:off x="12279998" y="3925438"/>
            <a:ext cx="10432539" cy="1862597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5403" b="1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83457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9793921" y="0"/>
            <a:ext cx="4580343" cy="4570466"/>
          </a:xfrm>
          <a:ln>
            <a:noFill/>
          </a:ln>
        </p:spPr>
      </p:sp>
      <p:sp>
        <p:nvSpPr>
          <p:cNvPr id="2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5245750" y="4570465"/>
            <a:ext cx="4580343" cy="4608088"/>
          </a:xfrm>
          <a:ln>
            <a:noFill/>
          </a:ln>
        </p:spPr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1676836" y="730674"/>
            <a:ext cx="11907857" cy="1243647"/>
          </a:xfrm>
        </p:spPr>
        <p:txBody>
          <a:bodyPr>
            <a:noAutofit/>
          </a:bodyPr>
          <a:lstStyle>
            <a:lvl1pPr>
              <a:defRPr sz="6004" b="1">
                <a:solidFill>
                  <a:schemeClr val="accent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half" idx="1"/>
          </p:nvPr>
        </p:nvSpPr>
        <p:spPr>
          <a:xfrm>
            <a:off x="1676836" y="2359555"/>
            <a:ext cx="11907857" cy="1000152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Rectangle 30"/>
          <p:cNvSpPr/>
          <p:nvPr userDrawn="1"/>
        </p:nvSpPr>
        <p:spPr>
          <a:xfrm>
            <a:off x="19834137" y="4570465"/>
            <a:ext cx="4580343" cy="4608088"/>
          </a:xfrm>
          <a:prstGeom prst="rect">
            <a:avLst/>
          </a:prstGeom>
          <a:solidFill>
            <a:srgbClr val="FFCC0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32" name="Rectangle 31"/>
          <p:cNvSpPr/>
          <p:nvPr userDrawn="1"/>
        </p:nvSpPr>
        <p:spPr>
          <a:xfrm>
            <a:off x="15229664" y="9178554"/>
            <a:ext cx="4604471" cy="4570466"/>
          </a:xfrm>
          <a:prstGeom prst="rect">
            <a:avLst/>
          </a:prstGeom>
          <a:solidFill>
            <a:srgbClr val="1A53E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33" name="Rectangle 32"/>
          <p:cNvSpPr/>
          <p:nvPr userDrawn="1"/>
        </p:nvSpPr>
        <p:spPr>
          <a:xfrm>
            <a:off x="15229664" y="13546"/>
            <a:ext cx="4588385" cy="4556919"/>
          </a:xfrm>
          <a:prstGeom prst="rect">
            <a:avLst/>
          </a:prstGeom>
          <a:solidFill>
            <a:srgbClr val="18B8A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34" name="Rectangle 33"/>
          <p:cNvSpPr/>
          <p:nvPr userDrawn="1"/>
        </p:nvSpPr>
        <p:spPr>
          <a:xfrm>
            <a:off x="19810007" y="9178554"/>
            <a:ext cx="4604472" cy="4570466"/>
          </a:xfrm>
          <a:prstGeom prst="rect">
            <a:avLst/>
          </a:prstGeom>
          <a:solidFill>
            <a:srgbClr val="00125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37" name="Content Placeholder 2"/>
          <p:cNvSpPr>
            <a:spLocks noGrp="1"/>
          </p:cNvSpPr>
          <p:nvPr>
            <p:ph sz="half" idx="16"/>
          </p:nvPr>
        </p:nvSpPr>
        <p:spPr>
          <a:xfrm>
            <a:off x="15585703" y="509155"/>
            <a:ext cx="3868266" cy="3565701"/>
          </a:xfrm>
        </p:spPr>
        <p:txBody>
          <a:bodyPr>
            <a:normAutofit/>
          </a:bodyPr>
          <a:lstStyle>
            <a:lvl1pPr marL="0" indent="0">
              <a:buNone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Content Placeholder 2"/>
          <p:cNvSpPr>
            <a:spLocks noGrp="1"/>
          </p:cNvSpPr>
          <p:nvPr>
            <p:ph sz="half" idx="17"/>
          </p:nvPr>
        </p:nvSpPr>
        <p:spPr>
          <a:xfrm>
            <a:off x="20190175" y="5124335"/>
            <a:ext cx="3868266" cy="3565701"/>
          </a:xfrm>
        </p:spPr>
        <p:txBody>
          <a:bodyPr>
            <a:normAutofit/>
          </a:bodyPr>
          <a:lstStyle>
            <a:lvl1pPr marL="0" indent="0">
              <a:buNone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Content Placeholder 2"/>
          <p:cNvSpPr>
            <a:spLocks noGrp="1"/>
          </p:cNvSpPr>
          <p:nvPr>
            <p:ph sz="half" idx="18"/>
          </p:nvPr>
        </p:nvSpPr>
        <p:spPr>
          <a:xfrm>
            <a:off x="15585702" y="9680936"/>
            <a:ext cx="3868266" cy="3565701"/>
          </a:xfrm>
        </p:spPr>
        <p:txBody>
          <a:bodyPr>
            <a:normAutofit/>
          </a:bodyPr>
          <a:lstStyle>
            <a:lvl1pPr marL="0" indent="0">
              <a:buNone/>
              <a:defRPr sz="48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Content Placeholder 2"/>
          <p:cNvSpPr>
            <a:spLocks noGrp="1"/>
          </p:cNvSpPr>
          <p:nvPr>
            <p:ph sz="half" idx="19"/>
          </p:nvPr>
        </p:nvSpPr>
        <p:spPr>
          <a:xfrm>
            <a:off x="20190175" y="9732423"/>
            <a:ext cx="3868266" cy="3565701"/>
          </a:xfrm>
        </p:spPr>
        <p:txBody>
          <a:bodyPr>
            <a:normAutofit/>
          </a:bodyPr>
          <a:lstStyle>
            <a:lvl1pPr marL="0" indent="0">
              <a:buNone/>
              <a:defRPr sz="48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56164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7885189" cy="2569606"/>
          </a:xfrm>
        </p:spPr>
        <p:txBody>
          <a:bodyPr>
            <a:noAutofit/>
          </a:bodyPr>
          <a:lstStyle>
            <a:lvl1pPr>
              <a:defRPr sz="6004" b="1">
                <a:solidFill>
                  <a:schemeClr val="accent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790421"/>
            <a:ext cx="7885190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517740" y="6866149"/>
            <a:ext cx="6872610" cy="6857790"/>
          </a:xfrm>
        </p:spPr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0645130" y="12541"/>
            <a:ext cx="6872610" cy="6857790"/>
          </a:xfrm>
        </p:spPr>
      </p:sp>
      <p:sp>
        <p:nvSpPr>
          <p:cNvPr id="16" name="Rectangle 15"/>
          <p:cNvSpPr/>
          <p:nvPr userDrawn="1"/>
        </p:nvSpPr>
        <p:spPr>
          <a:xfrm>
            <a:off x="17517740" y="8361"/>
            <a:ext cx="6872610" cy="6866148"/>
          </a:xfrm>
          <a:prstGeom prst="rect">
            <a:avLst/>
          </a:prstGeom>
          <a:solidFill>
            <a:srgbClr val="1A53E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17" name="Rectangle 16"/>
          <p:cNvSpPr/>
          <p:nvPr userDrawn="1"/>
        </p:nvSpPr>
        <p:spPr>
          <a:xfrm>
            <a:off x="10645500" y="6864061"/>
            <a:ext cx="6872610" cy="6866148"/>
          </a:xfrm>
          <a:prstGeom prst="rect">
            <a:avLst/>
          </a:prstGeom>
          <a:solidFill>
            <a:srgbClr val="00125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18" name="Content Placeholder 2"/>
          <p:cNvSpPr>
            <a:spLocks noGrp="1"/>
          </p:cNvSpPr>
          <p:nvPr>
            <p:ph sz="half" idx="17"/>
          </p:nvPr>
        </p:nvSpPr>
        <p:spPr>
          <a:xfrm>
            <a:off x="18273023" y="717012"/>
            <a:ext cx="5402813" cy="5393409"/>
          </a:xfrm>
        </p:spPr>
        <p:txBody>
          <a:bodyPr>
            <a:normAutofit/>
          </a:bodyPr>
          <a:lstStyle>
            <a:lvl1pPr marL="0" indent="0">
              <a:buNone/>
              <a:defRPr sz="4803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8"/>
          </p:nvPr>
        </p:nvSpPr>
        <p:spPr>
          <a:xfrm>
            <a:off x="11380027" y="7738733"/>
            <a:ext cx="5402813" cy="5393409"/>
          </a:xfrm>
        </p:spPr>
        <p:txBody>
          <a:bodyPr>
            <a:normAutofit/>
          </a:bodyPr>
          <a:lstStyle>
            <a:lvl1pPr marL="0" indent="0">
              <a:buNone/>
              <a:defRPr sz="48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1319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2010621" y="1"/>
            <a:ext cx="12379729" cy="13723938"/>
          </a:xfrm>
          <a:prstGeom prst="rect">
            <a:avLst/>
          </a:prstGeom>
          <a:solidFill>
            <a:srgbClr val="1A53E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5685" y="12720058"/>
            <a:ext cx="5487829" cy="730673"/>
          </a:xfrm>
        </p:spPr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3819091" y="730673"/>
            <a:ext cx="8894422" cy="11716177"/>
          </a:xfrm>
        </p:spPr>
        <p:txBody>
          <a:bodyPr>
            <a:noAutofit/>
          </a:bodyPr>
          <a:lstStyle>
            <a:lvl1pPr>
              <a:defRPr sz="7204" b="1" i="1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1920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2010621" y="1"/>
            <a:ext cx="12379729" cy="13723938"/>
          </a:xfrm>
          <a:prstGeom prst="rect">
            <a:avLst/>
          </a:prstGeom>
          <a:solidFill>
            <a:srgbClr val="18B8A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5685" y="12720058"/>
            <a:ext cx="5487829" cy="730673"/>
          </a:xfrm>
        </p:spPr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3819091" y="730673"/>
            <a:ext cx="8894422" cy="11716177"/>
          </a:xfrm>
        </p:spPr>
        <p:txBody>
          <a:bodyPr>
            <a:noAutofit/>
          </a:bodyPr>
          <a:lstStyle>
            <a:lvl1pPr>
              <a:defRPr sz="7204" b="1" i="1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24664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9810007" y="0"/>
            <a:ext cx="4580343" cy="4570466"/>
          </a:xfrm>
          <a:ln>
            <a:noFill/>
          </a:ln>
        </p:spPr>
      </p:sp>
      <p:sp>
        <p:nvSpPr>
          <p:cNvPr id="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9810007" y="4570465"/>
            <a:ext cx="4580343" cy="4570466"/>
          </a:xfrm>
        </p:spPr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9810007" y="9140931"/>
            <a:ext cx="4580343" cy="4570466"/>
          </a:xfrm>
          <a:ln>
            <a:noFill/>
          </a:ln>
        </p:spPr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5229664" y="12541"/>
            <a:ext cx="4580343" cy="4570466"/>
          </a:xfrm>
        </p:spPr>
      </p:sp>
      <p:sp>
        <p:nvSpPr>
          <p:cNvPr id="14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5229664" y="4583007"/>
            <a:ext cx="4580343" cy="4570466"/>
          </a:xfrm>
          <a:ln>
            <a:noFill/>
          </a:ln>
        </p:spPr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5229664" y="9153472"/>
            <a:ext cx="4580343" cy="4570466"/>
          </a:xfrm>
        </p:spPr>
      </p:sp>
    </p:spTree>
    <p:extLst>
      <p:ext uri="{BB962C8B-B14F-4D97-AF65-F5344CB8AC3E}">
        <p14:creationId xmlns:p14="http://schemas.microsoft.com/office/powerpoint/2010/main" val="34139719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517740" y="12541"/>
            <a:ext cx="6872610" cy="6857790"/>
          </a:xfrm>
        </p:spPr>
      </p:sp>
      <p:sp>
        <p:nvSpPr>
          <p:cNvPr id="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517740" y="6866149"/>
            <a:ext cx="6872610" cy="6857790"/>
          </a:xfrm>
        </p:spPr>
      </p:sp>
      <p:sp>
        <p:nvSpPr>
          <p:cNvPr id="10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0645130" y="12541"/>
            <a:ext cx="6872610" cy="6857790"/>
          </a:xfrm>
        </p:spPr>
      </p:sp>
      <p:sp>
        <p:nvSpPr>
          <p:cNvPr id="11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0645130" y="6866149"/>
            <a:ext cx="6872610" cy="6857790"/>
          </a:xfrm>
        </p:spPr>
      </p:sp>
    </p:spTree>
    <p:extLst>
      <p:ext uri="{BB962C8B-B14F-4D97-AF65-F5344CB8AC3E}">
        <p14:creationId xmlns:p14="http://schemas.microsoft.com/office/powerpoint/2010/main" val="11002913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D864-7D01-4D6D-A999-672658A2FBDB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803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54344" y="730673"/>
            <a:ext cx="5259169" cy="116304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837" y="730673"/>
            <a:ext cx="15472628" cy="1163040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D864-7D01-4D6D-A999-672658A2FBDB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016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D864-7D01-4D6D-A999-672658A2FBDB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240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4056565" y="0"/>
            <a:ext cx="10333785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10365899" cy="4325514"/>
          </a:xfrm>
        </p:spPr>
        <p:txBody>
          <a:bodyPr>
            <a:noAutofit/>
          </a:bodyPr>
          <a:lstStyle>
            <a:lvl1pPr>
              <a:defRPr sz="9606" b="1">
                <a:solidFill>
                  <a:srgbClr val="18B8A6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5272882"/>
            <a:ext cx="10365899" cy="70881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004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61692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4056565" y="0"/>
            <a:ext cx="10333785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10365899" cy="4325514"/>
          </a:xfrm>
        </p:spPr>
        <p:txBody>
          <a:bodyPr>
            <a:noAutofit/>
          </a:bodyPr>
          <a:lstStyle>
            <a:lvl1pPr>
              <a:defRPr sz="9606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5272882"/>
            <a:ext cx="10365899" cy="70881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004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62283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rgbClr val="FFCC0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676837" y="8047362"/>
            <a:ext cx="10365899" cy="3241068"/>
          </a:xfrm>
        </p:spPr>
        <p:txBody>
          <a:bodyPr>
            <a:noAutofit/>
          </a:bodyPr>
          <a:lstStyle>
            <a:lvl1pPr>
              <a:defRPr sz="9606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730675"/>
            <a:ext cx="10365899" cy="70881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604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03394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379729" cy="13723938"/>
          </a:xfrm>
          <a:prstGeom prst="rect">
            <a:avLst/>
          </a:prstGeom>
          <a:solidFill>
            <a:srgbClr val="00125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2379729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9686255" cy="2569606"/>
          </a:xfrm>
        </p:spPr>
        <p:txBody>
          <a:bodyPr>
            <a:noAutofit/>
          </a:bodyPr>
          <a:lstStyle>
            <a:lvl1pPr>
              <a:defRPr sz="5403" b="1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6" y="3790421"/>
            <a:ext cx="9686256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50688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379729" cy="13723938"/>
          </a:xfrm>
          <a:prstGeom prst="rect">
            <a:avLst/>
          </a:prstGeom>
          <a:solidFill>
            <a:srgbClr val="1A53E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2379729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9653507" cy="2569606"/>
          </a:xfrm>
        </p:spPr>
        <p:txBody>
          <a:bodyPr>
            <a:noAutofit/>
          </a:bodyPr>
          <a:lstStyle>
            <a:lvl1pPr>
              <a:defRPr sz="5403" b="1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790421"/>
            <a:ext cx="9653508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1902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379729" cy="13723938"/>
          </a:xfrm>
          <a:prstGeom prst="rect">
            <a:avLst/>
          </a:prstGeom>
          <a:solidFill>
            <a:srgbClr val="18B8A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2379729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7885189" cy="2569606"/>
          </a:xfrm>
        </p:spPr>
        <p:txBody>
          <a:bodyPr>
            <a:noAutofit/>
          </a:bodyPr>
          <a:lstStyle>
            <a:lvl1pPr>
              <a:defRPr sz="5403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790421"/>
            <a:ext cx="7885190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7578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379729" cy="13723938"/>
          </a:xfrm>
          <a:prstGeom prst="rect">
            <a:avLst/>
          </a:prstGeom>
          <a:solidFill>
            <a:srgbClr val="903F9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2379729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7885189" cy="2569606"/>
          </a:xfrm>
        </p:spPr>
        <p:txBody>
          <a:bodyPr>
            <a:noAutofit/>
          </a:bodyPr>
          <a:lstStyle>
            <a:lvl1pPr>
              <a:defRPr sz="5403" b="1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790421"/>
            <a:ext cx="7885190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977760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379729" cy="137239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2379729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7885189" cy="2569606"/>
          </a:xfrm>
        </p:spPr>
        <p:txBody>
          <a:bodyPr>
            <a:noAutofit/>
          </a:bodyPr>
          <a:lstStyle>
            <a:lvl1pPr>
              <a:defRPr sz="5403" b="1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790421"/>
            <a:ext cx="7885190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4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8221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495868" y="-2477754"/>
            <a:ext cx="17190741" cy="6025112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748267" y="1155463"/>
            <a:ext cx="17964271" cy="1804443"/>
          </a:xfrm>
        </p:spPr>
        <p:txBody>
          <a:bodyPr>
            <a:noAutofit/>
          </a:bodyPr>
          <a:lstStyle>
            <a:lvl1pPr>
              <a:defRPr sz="6604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564412"/>
            <a:ext cx="6640815" cy="8796663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/>
          </p:nvPr>
        </p:nvSpPr>
        <p:spPr>
          <a:xfrm>
            <a:off x="8874297" y="3536112"/>
            <a:ext cx="6640815" cy="8796663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/>
          </p:nvPr>
        </p:nvSpPr>
        <p:spPr>
          <a:xfrm>
            <a:off x="16071723" y="3558686"/>
            <a:ext cx="6640815" cy="8796663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45618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81934" y="-3344529"/>
            <a:ext cx="21509099" cy="753863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748267" y="1155463"/>
            <a:ext cx="17964271" cy="1804443"/>
          </a:xfrm>
        </p:spPr>
        <p:txBody>
          <a:bodyPr>
            <a:noAutofit/>
          </a:bodyPr>
          <a:lstStyle>
            <a:lvl1pPr>
              <a:defRPr sz="6604" b="1">
                <a:solidFill>
                  <a:srgbClr val="1A53EA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676838" y="6273800"/>
            <a:ext cx="9719001" cy="6087275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4"/>
          </p:nvPr>
        </p:nvSpPr>
        <p:spPr>
          <a:xfrm>
            <a:off x="1676837" y="3953738"/>
            <a:ext cx="9719001" cy="1862597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5403" b="1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half" idx="15"/>
          </p:nvPr>
        </p:nvSpPr>
        <p:spPr>
          <a:xfrm>
            <a:off x="12279999" y="6245499"/>
            <a:ext cx="10432539" cy="6087275"/>
          </a:xfrm>
        </p:spPr>
        <p:txBody>
          <a:bodyPr>
            <a:normAutofit/>
          </a:bodyPr>
          <a:lstStyle>
            <a:lvl1pPr marL="686211" indent="-686211">
              <a:lnSpc>
                <a:spcPct val="100000"/>
              </a:lnSpc>
              <a:buFont typeface="Arial" panose="020B0604020202020204" pitchFamily="34" charset="0"/>
              <a:buChar char="•"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16"/>
          </p:nvPr>
        </p:nvSpPr>
        <p:spPr>
          <a:xfrm>
            <a:off x="12279998" y="3925438"/>
            <a:ext cx="10432539" cy="1862597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5403" b="1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28730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9793921" y="0"/>
            <a:ext cx="4580343" cy="4570466"/>
          </a:xfrm>
          <a:ln>
            <a:noFill/>
          </a:ln>
        </p:spPr>
      </p:sp>
      <p:sp>
        <p:nvSpPr>
          <p:cNvPr id="2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5245750" y="4570465"/>
            <a:ext cx="4580343" cy="4608088"/>
          </a:xfrm>
          <a:ln>
            <a:noFill/>
          </a:ln>
        </p:spPr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1676836" y="730674"/>
            <a:ext cx="11907857" cy="1243647"/>
          </a:xfrm>
        </p:spPr>
        <p:txBody>
          <a:bodyPr>
            <a:noAutofit/>
          </a:bodyPr>
          <a:lstStyle>
            <a:lvl1pPr>
              <a:defRPr sz="6004" b="1">
                <a:solidFill>
                  <a:schemeClr val="accent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half" idx="1"/>
          </p:nvPr>
        </p:nvSpPr>
        <p:spPr>
          <a:xfrm>
            <a:off x="1676836" y="2359555"/>
            <a:ext cx="11907857" cy="1000152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Rectangle 30"/>
          <p:cNvSpPr/>
          <p:nvPr userDrawn="1"/>
        </p:nvSpPr>
        <p:spPr>
          <a:xfrm>
            <a:off x="19834137" y="4570465"/>
            <a:ext cx="4580343" cy="4608088"/>
          </a:xfrm>
          <a:prstGeom prst="rect">
            <a:avLst/>
          </a:prstGeom>
          <a:solidFill>
            <a:srgbClr val="FFCC0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32" name="Rectangle 31"/>
          <p:cNvSpPr/>
          <p:nvPr userDrawn="1"/>
        </p:nvSpPr>
        <p:spPr>
          <a:xfrm>
            <a:off x="15229664" y="9178554"/>
            <a:ext cx="4604471" cy="4570466"/>
          </a:xfrm>
          <a:prstGeom prst="rect">
            <a:avLst/>
          </a:prstGeom>
          <a:solidFill>
            <a:srgbClr val="1A53E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33" name="Rectangle 32"/>
          <p:cNvSpPr/>
          <p:nvPr userDrawn="1"/>
        </p:nvSpPr>
        <p:spPr>
          <a:xfrm>
            <a:off x="15229664" y="13546"/>
            <a:ext cx="4588385" cy="4556919"/>
          </a:xfrm>
          <a:prstGeom prst="rect">
            <a:avLst/>
          </a:prstGeom>
          <a:solidFill>
            <a:srgbClr val="18B8A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34" name="Rectangle 33"/>
          <p:cNvSpPr/>
          <p:nvPr userDrawn="1"/>
        </p:nvSpPr>
        <p:spPr>
          <a:xfrm>
            <a:off x="19810007" y="9178554"/>
            <a:ext cx="4604472" cy="4570466"/>
          </a:xfrm>
          <a:prstGeom prst="rect">
            <a:avLst/>
          </a:prstGeom>
          <a:solidFill>
            <a:srgbClr val="00125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37" name="Content Placeholder 2"/>
          <p:cNvSpPr>
            <a:spLocks noGrp="1"/>
          </p:cNvSpPr>
          <p:nvPr>
            <p:ph sz="half" idx="16"/>
          </p:nvPr>
        </p:nvSpPr>
        <p:spPr>
          <a:xfrm>
            <a:off x="15585703" y="509155"/>
            <a:ext cx="3868266" cy="3565701"/>
          </a:xfrm>
        </p:spPr>
        <p:txBody>
          <a:bodyPr>
            <a:normAutofit/>
          </a:bodyPr>
          <a:lstStyle>
            <a:lvl1pPr marL="0" indent="0">
              <a:buNone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Content Placeholder 2"/>
          <p:cNvSpPr>
            <a:spLocks noGrp="1"/>
          </p:cNvSpPr>
          <p:nvPr>
            <p:ph sz="half" idx="17"/>
          </p:nvPr>
        </p:nvSpPr>
        <p:spPr>
          <a:xfrm>
            <a:off x="20190175" y="5124335"/>
            <a:ext cx="3868266" cy="3565701"/>
          </a:xfrm>
        </p:spPr>
        <p:txBody>
          <a:bodyPr>
            <a:normAutofit/>
          </a:bodyPr>
          <a:lstStyle>
            <a:lvl1pPr marL="0" indent="0">
              <a:buNone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Content Placeholder 2"/>
          <p:cNvSpPr>
            <a:spLocks noGrp="1"/>
          </p:cNvSpPr>
          <p:nvPr>
            <p:ph sz="half" idx="18"/>
          </p:nvPr>
        </p:nvSpPr>
        <p:spPr>
          <a:xfrm>
            <a:off x="15585702" y="9680936"/>
            <a:ext cx="3868266" cy="3565701"/>
          </a:xfrm>
        </p:spPr>
        <p:txBody>
          <a:bodyPr>
            <a:normAutofit/>
          </a:bodyPr>
          <a:lstStyle>
            <a:lvl1pPr marL="0" indent="0">
              <a:buNone/>
              <a:defRPr sz="48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Content Placeholder 2"/>
          <p:cNvSpPr>
            <a:spLocks noGrp="1"/>
          </p:cNvSpPr>
          <p:nvPr>
            <p:ph sz="half" idx="19"/>
          </p:nvPr>
        </p:nvSpPr>
        <p:spPr>
          <a:xfrm>
            <a:off x="20190175" y="9732423"/>
            <a:ext cx="3868266" cy="3565701"/>
          </a:xfrm>
        </p:spPr>
        <p:txBody>
          <a:bodyPr>
            <a:normAutofit/>
          </a:bodyPr>
          <a:lstStyle>
            <a:lvl1pPr marL="0" indent="0">
              <a:buNone/>
              <a:defRPr sz="48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13664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-340438"/>
            <a:ext cx="24585889" cy="14340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7885189" cy="2569606"/>
          </a:xfrm>
        </p:spPr>
        <p:txBody>
          <a:bodyPr>
            <a:noAutofit/>
          </a:bodyPr>
          <a:lstStyle>
            <a:lvl1pPr>
              <a:defRPr sz="6004" b="1">
                <a:solidFill>
                  <a:schemeClr val="accent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1676837" y="3790421"/>
            <a:ext cx="7885190" cy="85706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803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517740" y="6866149"/>
            <a:ext cx="6872610" cy="6857790"/>
          </a:xfrm>
        </p:spPr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0645130" y="12541"/>
            <a:ext cx="6872610" cy="6857790"/>
          </a:xfrm>
        </p:spPr>
      </p:sp>
      <p:sp>
        <p:nvSpPr>
          <p:cNvPr id="16" name="Rectangle 15"/>
          <p:cNvSpPr/>
          <p:nvPr userDrawn="1"/>
        </p:nvSpPr>
        <p:spPr>
          <a:xfrm>
            <a:off x="17517740" y="8361"/>
            <a:ext cx="6872610" cy="6866148"/>
          </a:xfrm>
          <a:prstGeom prst="rect">
            <a:avLst/>
          </a:prstGeom>
          <a:solidFill>
            <a:srgbClr val="1A53E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17" name="Rectangle 16"/>
          <p:cNvSpPr/>
          <p:nvPr userDrawn="1"/>
        </p:nvSpPr>
        <p:spPr>
          <a:xfrm>
            <a:off x="10645500" y="6864061"/>
            <a:ext cx="6872610" cy="6866148"/>
          </a:xfrm>
          <a:prstGeom prst="rect">
            <a:avLst/>
          </a:prstGeom>
          <a:solidFill>
            <a:srgbClr val="00125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18" name="Content Placeholder 2"/>
          <p:cNvSpPr>
            <a:spLocks noGrp="1"/>
          </p:cNvSpPr>
          <p:nvPr>
            <p:ph sz="half" idx="17"/>
          </p:nvPr>
        </p:nvSpPr>
        <p:spPr>
          <a:xfrm>
            <a:off x="18273023" y="717012"/>
            <a:ext cx="5402813" cy="5393409"/>
          </a:xfrm>
        </p:spPr>
        <p:txBody>
          <a:bodyPr>
            <a:normAutofit/>
          </a:bodyPr>
          <a:lstStyle>
            <a:lvl1pPr marL="0" indent="0">
              <a:buNone/>
              <a:defRPr sz="4803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8"/>
          </p:nvPr>
        </p:nvSpPr>
        <p:spPr>
          <a:xfrm>
            <a:off x="11380027" y="7738733"/>
            <a:ext cx="5402813" cy="5393409"/>
          </a:xfrm>
        </p:spPr>
        <p:txBody>
          <a:bodyPr>
            <a:normAutofit/>
          </a:bodyPr>
          <a:lstStyle>
            <a:lvl1pPr marL="0" indent="0">
              <a:buNone/>
              <a:defRPr sz="4803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912707" indent="0">
              <a:buNone/>
              <a:defRPr sz="6004"/>
            </a:lvl2pPr>
            <a:lvl3pPr marL="1825414" indent="0">
              <a:buNone/>
              <a:defRPr sz="6004"/>
            </a:lvl3pPr>
            <a:lvl4pPr marL="2738121" indent="0">
              <a:buNone/>
              <a:defRPr sz="6004"/>
            </a:lvl4pPr>
            <a:lvl5pPr marL="3650828" indent="0">
              <a:buNone/>
              <a:defRPr sz="6004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003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2010621" y="1"/>
            <a:ext cx="12379729" cy="13723938"/>
          </a:xfrm>
          <a:prstGeom prst="rect">
            <a:avLst/>
          </a:prstGeom>
          <a:solidFill>
            <a:srgbClr val="1A53E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5685" y="12720058"/>
            <a:ext cx="5487829" cy="730673"/>
          </a:xfrm>
        </p:spPr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3819091" y="730673"/>
            <a:ext cx="8894422" cy="11716177"/>
          </a:xfrm>
        </p:spPr>
        <p:txBody>
          <a:bodyPr>
            <a:noAutofit/>
          </a:bodyPr>
          <a:lstStyle>
            <a:lvl1pPr>
              <a:defRPr sz="7204" b="1" i="1">
                <a:solidFill>
                  <a:srgbClr val="FFCC02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60556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2010621" y="1"/>
            <a:ext cx="12379729" cy="13723938"/>
          </a:xfrm>
          <a:prstGeom prst="rect">
            <a:avLst/>
          </a:prstGeom>
          <a:solidFill>
            <a:srgbClr val="18B8A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5685" y="12720058"/>
            <a:ext cx="5487829" cy="730673"/>
          </a:xfrm>
        </p:spPr>
        <p:txBody>
          <a:bodyPr/>
          <a:lstStyle/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010621" cy="13723938"/>
          </a:xfrm>
          <a:solidFill>
            <a:schemeClr val="tx1">
              <a:lumMod val="10000"/>
              <a:lumOff val="90000"/>
            </a:schemeClr>
          </a:solidFill>
          <a:ln w="28575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3819091" y="730673"/>
            <a:ext cx="8894422" cy="11716177"/>
          </a:xfrm>
        </p:spPr>
        <p:txBody>
          <a:bodyPr>
            <a:noAutofit/>
          </a:bodyPr>
          <a:lstStyle>
            <a:lvl1pPr>
              <a:defRPr sz="7204" b="1" i="1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24480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9810007" y="0"/>
            <a:ext cx="4580343" cy="4570466"/>
          </a:xfrm>
          <a:ln>
            <a:noFill/>
          </a:ln>
        </p:spPr>
      </p:sp>
      <p:sp>
        <p:nvSpPr>
          <p:cNvPr id="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9810007" y="4570465"/>
            <a:ext cx="4580343" cy="4570466"/>
          </a:xfrm>
        </p:spPr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9810007" y="9140931"/>
            <a:ext cx="4580343" cy="4570466"/>
          </a:xfrm>
          <a:ln>
            <a:noFill/>
          </a:ln>
        </p:spPr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5229664" y="12541"/>
            <a:ext cx="4580343" cy="4570466"/>
          </a:xfrm>
        </p:spPr>
      </p:sp>
      <p:sp>
        <p:nvSpPr>
          <p:cNvPr id="14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5229664" y="4583007"/>
            <a:ext cx="4580343" cy="4570466"/>
          </a:xfrm>
          <a:ln>
            <a:noFill/>
          </a:ln>
        </p:spPr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5229664" y="9153472"/>
            <a:ext cx="4580343" cy="4570466"/>
          </a:xfrm>
        </p:spPr>
      </p:sp>
    </p:spTree>
    <p:extLst>
      <p:ext uri="{BB962C8B-B14F-4D97-AF65-F5344CB8AC3E}">
        <p14:creationId xmlns:p14="http://schemas.microsoft.com/office/powerpoint/2010/main" val="6381202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517740" y="12541"/>
            <a:ext cx="6872610" cy="6857790"/>
          </a:xfrm>
        </p:spPr>
      </p:sp>
      <p:sp>
        <p:nvSpPr>
          <p:cNvPr id="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517740" y="6866149"/>
            <a:ext cx="6872610" cy="6857790"/>
          </a:xfrm>
        </p:spPr>
      </p:sp>
      <p:sp>
        <p:nvSpPr>
          <p:cNvPr id="10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0645130" y="12541"/>
            <a:ext cx="6872610" cy="6857790"/>
          </a:xfrm>
        </p:spPr>
      </p:sp>
      <p:sp>
        <p:nvSpPr>
          <p:cNvPr id="11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0645130" y="6866149"/>
            <a:ext cx="6872610" cy="6857790"/>
          </a:xfrm>
        </p:spPr>
      </p:sp>
    </p:spTree>
    <p:extLst>
      <p:ext uri="{BB962C8B-B14F-4D97-AF65-F5344CB8AC3E}">
        <p14:creationId xmlns:p14="http://schemas.microsoft.com/office/powerpoint/2010/main" val="325507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42" Type="http://schemas.openxmlformats.org/officeDocument/2006/relationships/slideLayout" Target="../slideLayouts/slideLayout55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3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43" Type="http://schemas.openxmlformats.org/officeDocument/2006/relationships/slideLayout" Target="../slideLayouts/slideLayout56.xml"/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21036677" cy="26526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837" y="3653363"/>
            <a:ext cx="21036677" cy="8707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836" y="12720058"/>
            <a:ext cx="5487829" cy="730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6D345-C067-4015-A884-95E31F5A781F}" type="datetimeFigureOut">
              <a:rPr lang="en-IE" smtClean="0"/>
              <a:t>20/09/2025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9304" y="12720058"/>
            <a:ext cx="8231743" cy="730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5685" y="12720058"/>
            <a:ext cx="5487829" cy="730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A6176-4FDF-427D-ADF2-4C2B2F987110}" type="slidenum">
              <a:rPr lang="en-IE" smtClean="0"/>
              <a:t>‹#›</a:t>
            </a:fld>
            <a:endParaRPr lang="en-IE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4202205">
            <a:off x="13921497" y="-1312653"/>
            <a:ext cx="16239807" cy="1505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1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txStyles>
    <p:titleStyle>
      <a:lvl1pPr algn="l" defTabSz="1829257" rtl="0" eaLnBrk="1" latinLnBrk="0" hangingPunct="1">
        <a:lnSpc>
          <a:spcPct val="90000"/>
        </a:lnSpc>
        <a:spcBef>
          <a:spcPct val="0"/>
        </a:spcBef>
        <a:buNone/>
        <a:defRPr sz="880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314" indent="-457314" algn="l" defTabSz="1829257" rtl="0" eaLnBrk="1" latinLnBrk="0" hangingPunct="1">
        <a:lnSpc>
          <a:spcPct val="90000"/>
        </a:lnSpc>
        <a:spcBef>
          <a:spcPts val="2001"/>
        </a:spcBef>
        <a:buFont typeface="Arial" panose="020B0604020202020204" pitchFamily="34" charset="0"/>
        <a:buChar char="•"/>
        <a:defRPr sz="5601" kern="1200">
          <a:solidFill>
            <a:schemeClr val="tx1"/>
          </a:solidFill>
          <a:latin typeface="+mn-lt"/>
          <a:ea typeface="+mn-ea"/>
          <a:cs typeface="+mn-cs"/>
        </a:defRPr>
      </a:lvl1pPr>
      <a:lvl2pPr marL="1371943" indent="-457314" algn="l" defTabSz="182925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1" kern="1200">
          <a:solidFill>
            <a:schemeClr val="tx1"/>
          </a:solidFill>
          <a:latin typeface="+mn-lt"/>
          <a:ea typeface="+mn-ea"/>
          <a:cs typeface="+mn-cs"/>
        </a:defRPr>
      </a:lvl2pPr>
      <a:lvl3pPr marL="2286572" indent="-457314" algn="l" defTabSz="182925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3pPr>
      <a:lvl4pPr marL="3201200" indent="-457314" algn="l" defTabSz="182925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4115829" indent="-457314" algn="l" defTabSz="182925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5030457" indent="-457314" algn="l" defTabSz="182925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945086" indent="-457314" algn="l" defTabSz="182925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859715" indent="-457314" algn="l" defTabSz="182925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774343" indent="-457314" algn="l" defTabSz="182925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9257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914629" algn="l" defTabSz="1829257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2pPr>
      <a:lvl3pPr marL="1829257" algn="l" defTabSz="1829257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3pPr>
      <a:lvl4pPr marL="2743886" algn="l" defTabSz="1829257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3658514" algn="l" defTabSz="1829257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4573143" algn="l" defTabSz="1829257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487772" algn="l" defTabSz="1829257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402400" algn="l" defTabSz="1829257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317029" algn="l" defTabSz="1829257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837" y="730674"/>
            <a:ext cx="21036677" cy="26526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837" y="3653363"/>
            <a:ext cx="21036677" cy="8707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837" y="12720058"/>
            <a:ext cx="5487829" cy="730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FD864-7D01-4D6D-A999-672658A2FBDB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9304" y="12720058"/>
            <a:ext cx="8231743" cy="730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5685" y="12720058"/>
            <a:ext cx="5487829" cy="730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A93CF-29B1-423F-8996-26EFEE32D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56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  <p:sldLayoutId id="2147483819" r:id="rId19"/>
    <p:sldLayoutId id="2147483820" r:id="rId20"/>
    <p:sldLayoutId id="2147483821" r:id="rId21"/>
    <p:sldLayoutId id="2147483822" r:id="rId22"/>
    <p:sldLayoutId id="2147483823" r:id="rId23"/>
    <p:sldLayoutId id="2147483824" r:id="rId24"/>
    <p:sldLayoutId id="2147483825" r:id="rId25"/>
    <p:sldLayoutId id="2147483826" r:id="rId26"/>
    <p:sldLayoutId id="2147483827" r:id="rId27"/>
    <p:sldLayoutId id="2147483749" r:id="rId28"/>
    <p:sldLayoutId id="2147483723" r:id="rId29"/>
    <p:sldLayoutId id="2147483724" r:id="rId30"/>
    <p:sldLayoutId id="2147483727" r:id="rId31"/>
    <p:sldLayoutId id="2147483728" r:id="rId32"/>
    <p:sldLayoutId id="2147483729" r:id="rId33"/>
    <p:sldLayoutId id="2147483730" r:id="rId34"/>
    <p:sldLayoutId id="2147483735" r:id="rId35"/>
    <p:sldLayoutId id="2147483725" r:id="rId36"/>
    <p:sldLayoutId id="2147483726" r:id="rId37"/>
    <p:sldLayoutId id="2147483713" r:id="rId38"/>
    <p:sldLayoutId id="2147483714" r:id="rId39"/>
    <p:sldLayoutId id="2147483715" r:id="rId40"/>
    <p:sldLayoutId id="2147483733" r:id="rId41"/>
    <p:sldLayoutId id="2147483716" r:id="rId42"/>
    <p:sldLayoutId id="2147483717" r:id="rId43"/>
  </p:sldLayoutIdLst>
  <p:txStyles>
    <p:titleStyle>
      <a:lvl1pPr algn="l" defTabSz="1825414" rtl="0" eaLnBrk="1" latinLnBrk="0" hangingPunct="1">
        <a:lnSpc>
          <a:spcPct val="90000"/>
        </a:lnSpc>
        <a:spcBef>
          <a:spcPct val="0"/>
        </a:spcBef>
        <a:buNone/>
        <a:defRPr sz="87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354" indent="-456354" algn="l" defTabSz="1825414" rtl="0" eaLnBrk="1" latinLnBrk="0" hangingPunct="1">
        <a:lnSpc>
          <a:spcPct val="90000"/>
        </a:lnSpc>
        <a:spcBef>
          <a:spcPts val="1996"/>
        </a:spcBef>
        <a:buFont typeface="Arial" panose="020B0604020202020204" pitchFamily="34" charset="0"/>
        <a:buChar char="•"/>
        <a:defRPr sz="5589" kern="1200">
          <a:solidFill>
            <a:schemeClr val="tx1"/>
          </a:solidFill>
          <a:latin typeface="+mn-lt"/>
          <a:ea typeface="+mn-ea"/>
          <a:cs typeface="+mn-cs"/>
        </a:defRPr>
      </a:lvl1pPr>
      <a:lvl2pPr marL="1369061" indent="-456354" algn="l" defTabSz="182541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4791" kern="1200">
          <a:solidFill>
            <a:schemeClr val="tx1"/>
          </a:solidFill>
          <a:latin typeface="+mn-lt"/>
          <a:ea typeface="+mn-ea"/>
          <a:cs typeface="+mn-cs"/>
        </a:defRPr>
      </a:lvl2pPr>
      <a:lvl3pPr marL="2281767" indent="-456354" algn="l" defTabSz="182541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992" kern="1200">
          <a:solidFill>
            <a:schemeClr val="tx1"/>
          </a:solidFill>
          <a:latin typeface="+mn-lt"/>
          <a:ea typeface="+mn-ea"/>
          <a:cs typeface="+mn-cs"/>
        </a:defRPr>
      </a:lvl3pPr>
      <a:lvl4pPr marL="3194475" indent="-456354" algn="l" defTabSz="182541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593" kern="1200">
          <a:solidFill>
            <a:schemeClr val="tx1"/>
          </a:solidFill>
          <a:latin typeface="+mn-lt"/>
          <a:ea typeface="+mn-ea"/>
          <a:cs typeface="+mn-cs"/>
        </a:defRPr>
      </a:lvl4pPr>
      <a:lvl5pPr marL="4107182" indent="-456354" algn="l" defTabSz="182541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593" kern="1200">
          <a:solidFill>
            <a:schemeClr val="tx1"/>
          </a:solidFill>
          <a:latin typeface="+mn-lt"/>
          <a:ea typeface="+mn-ea"/>
          <a:cs typeface="+mn-cs"/>
        </a:defRPr>
      </a:lvl5pPr>
      <a:lvl6pPr marL="5019888" indent="-456354" algn="l" defTabSz="182541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593" kern="1200">
          <a:solidFill>
            <a:schemeClr val="tx1"/>
          </a:solidFill>
          <a:latin typeface="+mn-lt"/>
          <a:ea typeface="+mn-ea"/>
          <a:cs typeface="+mn-cs"/>
        </a:defRPr>
      </a:lvl6pPr>
      <a:lvl7pPr marL="5932595" indent="-456354" algn="l" defTabSz="182541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593" kern="1200">
          <a:solidFill>
            <a:schemeClr val="tx1"/>
          </a:solidFill>
          <a:latin typeface="+mn-lt"/>
          <a:ea typeface="+mn-ea"/>
          <a:cs typeface="+mn-cs"/>
        </a:defRPr>
      </a:lvl7pPr>
      <a:lvl8pPr marL="6845303" indent="-456354" algn="l" defTabSz="182541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593" kern="1200">
          <a:solidFill>
            <a:schemeClr val="tx1"/>
          </a:solidFill>
          <a:latin typeface="+mn-lt"/>
          <a:ea typeface="+mn-ea"/>
          <a:cs typeface="+mn-cs"/>
        </a:defRPr>
      </a:lvl8pPr>
      <a:lvl9pPr marL="7758010" indent="-456354" algn="l" defTabSz="182541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5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5414" rtl="0" eaLnBrk="1" latinLnBrk="0" hangingPunct="1">
        <a:defRPr sz="3593" kern="1200">
          <a:solidFill>
            <a:schemeClr val="tx1"/>
          </a:solidFill>
          <a:latin typeface="+mn-lt"/>
          <a:ea typeface="+mn-ea"/>
          <a:cs typeface="+mn-cs"/>
        </a:defRPr>
      </a:lvl1pPr>
      <a:lvl2pPr marL="912707" algn="l" defTabSz="1825414" rtl="0" eaLnBrk="1" latinLnBrk="0" hangingPunct="1">
        <a:defRPr sz="3593" kern="1200">
          <a:solidFill>
            <a:schemeClr val="tx1"/>
          </a:solidFill>
          <a:latin typeface="+mn-lt"/>
          <a:ea typeface="+mn-ea"/>
          <a:cs typeface="+mn-cs"/>
        </a:defRPr>
      </a:lvl2pPr>
      <a:lvl3pPr marL="1825414" algn="l" defTabSz="1825414" rtl="0" eaLnBrk="1" latinLnBrk="0" hangingPunct="1">
        <a:defRPr sz="3593" kern="1200">
          <a:solidFill>
            <a:schemeClr val="tx1"/>
          </a:solidFill>
          <a:latin typeface="+mn-lt"/>
          <a:ea typeface="+mn-ea"/>
          <a:cs typeface="+mn-cs"/>
        </a:defRPr>
      </a:lvl3pPr>
      <a:lvl4pPr marL="2738121" algn="l" defTabSz="1825414" rtl="0" eaLnBrk="1" latinLnBrk="0" hangingPunct="1">
        <a:defRPr sz="3593" kern="1200">
          <a:solidFill>
            <a:schemeClr val="tx1"/>
          </a:solidFill>
          <a:latin typeface="+mn-lt"/>
          <a:ea typeface="+mn-ea"/>
          <a:cs typeface="+mn-cs"/>
        </a:defRPr>
      </a:lvl4pPr>
      <a:lvl5pPr marL="3650828" algn="l" defTabSz="1825414" rtl="0" eaLnBrk="1" latinLnBrk="0" hangingPunct="1">
        <a:defRPr sz="3593" kern="1200">
          <a:solidFill>
            <a:schemeClr val="tx1"/>
          </a:solidFill>
          <a:latin typeface="+mn-lt"/>
          <a:ea typeface="+mn-ea"/>
          <a:cs typeface="+mn-cs"/>
        </a:defRPr>
      </a:lvl5pPr>
      <a:lvl6pPr marL="4563535" algn="l" defTabSz="1825414" rtl="0" eaLnBrk="1" latinLnBrk="0" hangingPunct="1">
        <a:defRPr sz="3593" kern="1200">
          <a:solidFill>
            <a:schemeClr val="tx1"/>
          </a:solidFill>
          <a:latin typeface="+mn-lt"/>
          <a:ea typeface="+mn-ea"/>
          <a:cs typeface="+mn-cs"/>
        </a:defRPr>
      </a:lvl6pPr>
      <a:lvl7pPr marL="5476242" algn="l" defTabSz="1825414" rtl="0" eaLnBrk="1" latinLnBrk="0" hangingPunct="1">
        <a:defRPr sz="3593" kern="1200">
          <a:solidFill>
            <a:schemeClr val="tx1"/>
          </a:solidFill>
          <a:latin typeface="+mn-lt"/>
          <a:ea typeface="+mn-ea"/>
          <a:cs typeface="+mn-cs"/>
        </a:defRPr>
      </a:lvl7pPr>
      <a:lvl8pPr marL="6388949" algn="l" defTabSz="1825414" rtl="0" eaLnBrk="1" latinLnBrk="0" hangingPunct="1">
        <a:defRPr sz="3593" kern="1200">
          <a:solidFill>
            <a:schemeClr val="tx1"/>
          </a:solidFill>
          <a:latin typeface="+mn-lt"/>
          <a:ea typeface="+mn-ea"/>
          <a:cs typeface="+mn-cs"/>
        </a:defRPr>
      </a:lvl8pPr>
      <a:lvl9pPr marL="7301656" algn="l" defTabSz="1825414" rtl="0" eaLnBrk="1" latinLnBrk="0" hangingPunct="1">
        <a:defRPr sz="35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68520" y="2438642"/>
            <a:ext cx="18253313" cy="4777963"/>
          </a:xfrm>
        </p:spPr>
        <p:txBody>
          <a:bodyPr anchor="ctr">
            <a:normAutofit/>
          </a:bodyPr>
          <a:lstStyle/>
          <a:p>
            <a:r>
              <a:rPr lang="en-US" sz="8805" dirty="0"/>
              <a:t>Resilient road asset management under the EU Global Gateway</a:t>
            </a:r>
            <a:endParaRPr lang="en-GB" sz="8805" dirty="0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859AA2A6-9F5F-3411-FD9F-03DBCCED398A}"/>
              </a:ext>
            </a:extLst>
          </p:cNvPr>
          <p:cNvSpPr txBox="1">
            <a:spLocks/>
          </p:cNvSpPr>
          <p:nvPr/>
        </p:nvSpPr>
        <p:spPr>
          <a:xfrm>
            <a:off x="5660856" y="8144578"/>
            <a:ext cx="15218270" cy="1866839"/>
          </a:xfrm>
          <a:prstGeom prst="rect">
            <a:avLst/>
          </a:prstGeom>
        </p:spPr>
        <p:txBody>
          <a:bodyPr vert="horz" lIns="91493" tIns="45746" rIns="91493" bIns="45746" rtlCol="0">
            <a:normAutofit/>
          </a:bodyPr>
          <a:lstStyle>
            <a:lvl1pPr marL="0" indent="0" algn="ctr" defTabSz="1824319" rtl="0" eaLnBrk="1" latinLnBrk="0" hangingPunct="1">
              <a:lnSpc>
                <a:spcPct val="90000"/>
              </a:lnSpc>
              <a:spcBef>
                <a:spcPts val="1995"/>
              </a:spcBef>
              <a:buFont typeface="Arial" panose="020B0604020202020204" pitchFamily="34" charset="0"/>
              <a:buNone/>
              <a:defRPr sz="4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2160" indent="0" algn="ctr" defTabSz="1824319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None/>
              <a:defRPr sz="39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4319" indent="0" algn="ctr" defTabSz="1824319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None/>
              <a:defRPr sz="35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36479" indent="0" algn="ctr" defTabSz="1824319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None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48639" indent="0" algn="ctr" defTabSz="1824319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None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60799" indent="0" algn="ctr" defTabSz="1824319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None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72958" indent="0" algn="ctr" defTabSz="1824319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None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85118" indent="0" algn="ctr" defTabSz="1824319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None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297278" indent="0" algn="ctr" defTabSz="1824319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None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5414">
              <a:spcBef>
                <a:spcPts val="1996"/>
              </a:spcBef>
            </a:pPr>
            <a:r>
              <a:rPr lang="en-US" sz="4803" b="1" dirty="0">
                <a:solidFill>
                  <a:prstClr val="white"/>
                </a:solidFill>
              </a:rPr>
              <a:t>AFERA-SSATP Workshop Nairobi </a:t>
            </a:r>
          </a:p>
          <a:p>
            <a:pPr defTabSz="1825414">
              <a:spcBef>
                <a:spcPts val="1996"/>
              </a:spcBef>
            </a:pPr>
            <a:r>
              <a:rPr lang="en-US" sz="4803" b="1" dirty="0">
                <a:solidFill>
                  <a:prstClr val="white"/>
                </a:solidFill>
              </a:rPr>
              <a:t>18th September 2025</a:t>
            </a:r>
            <a:endParaRPr lang="en-IE" sz="4803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59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784425" y="2586513"/>
            <a:ext cx="22821499" cy="11475475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rgbClr val="18B8A6"/>
                </a:solidFill>
              </a:rPr>
              <a:t>Global Gateway: </a:t>
            </a:r>
            <a:r>
              <a:rPr lang="en-US" sz="5400" b="1" dirty="0"/>
              <a:t>concentrating</a:t>
            </a:r>
            <a:r>
              <a:rPr lang="en-US" sz="5400" dirty="0"/>
              <a:t> investments in a limited number of corridors. Why?</a:t>
            </a:r>
          </a:p>
          <a:p>
            <a:pPr marL="1699644">
              <a:buClr>
                <a:srgbClr val="18B8A6"/>
              </a:buClr>
              <a:buFont typeface="Arial" panose="020B0604020202020204" pitchFamily="34" charset="0"/>
              <a:buChar char="→"/>
            </a:pPr>
            <a:r>
              <a:rPr lang="en-US" sz="4800" dirty="0"/>
              <a:t>Higher development </a:t>
            </a:r>
            <a:r>
              <a:rPr lang="en-US" sz="4800" b="1" dirty="0"/>
              <a:t>impact</a:t>
            </a:r>
          </a:p>
          <a:p>
            <a:pPr marL="1699644">
              <a:buClr>
                <a:srgbClr val="18B8A6"/>
              </a:buClr>
              <a:buFont typeface="Arial" panose="020B0604020202020204" pitchFamily="34" charset="0"/>
              <a:buChar char="→"/>
            </a:pPr>
            <a:r>
              <a:rPr lang="en-US" sz="4800" dirty="0"/>
              <a:t>Driven by </a:t>
            </a:r>
            <a:r>
              <a:rPr lang="en-US" sz="4800" b="1" dirty="0"/>
              <a:t>shared interests </a:t>
            </a:r>
            <a:r>
              <a:rPr lang="en-US" sz="4800" dirty="0"/>
              <a:t>(partners’ and EU’s);</a:t>
            </a:r>
          </a:p>
          <a:p>
            <a:pPr>
              <a:spcBef>
                <a:spcPts val="4200"/>
              </a:spcBef>
              <a:buClr>
                <a:srgbClr val="18B8A6"/>
              </a:buClr>
            </a:pPr>
            <a:r>
              <a:rPr lang="en-US" sz="5400" b="1" dirty="0">
                <a:solidFill>
                  <a:srgbClr val="18B8A6"/>
                </a:solidFill>
              </a:rPr>
              <a:t>Green Deal: </a:t>
            </a:r>
            <a:r>
              <a:rPr lang="en-US" sz="5400" dirty="0"/>
              <a:t>supporting more clean and efficient Corridors through the promotion of </a:t>
            </a:r>
            <a:r>
              <a:rPr lang="en-US" sz="5400" b="1" dirty="0"/>
              <a:t>multi-modality</a:t>
            </a:r>
            <a:r>
              <a:rPr lang="en-US" sz="5400" dirty="0"/>
              <a:t> and </a:t>
            </a:r>
            <a:r>
              <a:rPr lang="en-US" sz="5400" b="1" dirty="0"/>
              <a:t>climate ambitions</a:t>
            </a:r>
            <a:r>
              <a:rPr lang="en-US" sz="5400" dirty="0"/>
              <a:t>:</a:t>
            </a:r>
          </a:p>
          <a:p>
            <a:pPr marL="1699644">
              <a:buClr>
                <a:srgbClr val="18B8A6"/>
              </a:buClr>
              <a:buFont typeface="Arial" panose="020B0604020202020204" pitchFamily="34" charset="0"/>
              <a:buChar char="→"/>
            </a:pPr>
            <a:r>
              <a:rPr lang="en-US" sz="4800" dirty="0"/>
              <a:t>Corridor as a </a:t>
            </a:r>
            <a:r>
              <a:rPr lang="en-US" sz="4800" b="1" dirty="0"/>
              <a:t>multimodal buffer</a:t>
            </a:r>
            <a:r>
              <a:rPr lang="en-US" sz="4800" dirty="0"/>
              <a:t>: alternative routes linking cities/nodes;</a:t>
            </a:r>
          </a:p>
          <a:p>
            <a:pPr marL="1699644">
              <a:buClr>
                <a:srgbClr val="18B8A6"/>
              </a:buClr>
              <a:buFont typeface="Arial" panose="020B0604020202020204" pitchFamily="34" charset="0"/>
              <a:buChar char="→"/>
            </a:pPr>
            <a:r>
              <a:rPr lang="en-US" sz="4800" dirty="0"/>
              <a:t>Increased demand for transport in Africa paired with reduced environmental impacts and climate-resilient infrastructure;</a:t>
            </a:r>
          </a:p>
          <a:p>
            <a:pPr marL="1699644">
              <a:buClr>
                <a:srgbClr val="18B8A6"/>
              </a:buClr>
              <a:buFont typeface="Arial" panose="020B0604020202020204" pitchFamily="34" charset="0"/>
              <a:buChar char="→"/>
            </a:pPr>
            <a:r>
              <a:rPr lang="en-US" sz="4800" dirty="0"/>
              <a:t>Relevance of resilient road asset management to ensure </a:t>
            </a:r>
            <a:r>
              <a:rPr lang="en-US" sz="4800" b="1" dirty="0"/>
              <a:t>sustainability of the investments</a:t>
            </a:r>
            <a:r>
              <a:rPr lang="en-US" sz="4800" dirty="0"/>
              <a:t> and </a:t>
            </a:r>
            <a:r>
              <a:rPr lang="en-US" sz="4800" b="1" dirty="0"/>
              <a:t>reliability of supply chains </a:t>
            </a:r>
            <a:r>
              <a:rPr lang="en-US" sz="4800" dirty="0"/>
              <a:t>along the corridors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72495" y="708804"/>
            <a:ext cx="21608105" cy="1804443"/>
          </a:xfrm>
        </p:spPr>
        <p:txBody>
          <a:bodyPr/>
          <a:lstStyle/>
          <a:p>
            <a:r>
              <a:rPr lang="en-US" sz="8000" dirty="0"/>
              <a:t>Roads as parts of multimodal Corridors</a:t>
            </a:r>
            <a:endParaRPr lang="en-GB" sz="7200" dirty="0"/>
          </a:p>
        </p:txBody>
      </p:sp>
    </p:spTree>
    <p:extLst>
      <p:ext uri="{BB962C8B-B14F-4D97-AF65-F5344CB8AC3E}">
        <p14:creationId xmlns:p14="http://schemas.microsoft.com/office/powerpoint/2010/main" val="3312336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4320F3-5A42-2AAC-FC57-4DC14E5E4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78524" y="3014071"/>
            <a:ext cx="10911826" cy="9925277"/>
          </a:xfrm>
          <a:prstGeom prst="rect">
            <a:avLst/>
          </a:prstGeom>
        </p:spPr>
      </p:pic>
      <p:sp>
        <p:nvSpPr>
          <p:cNvPr id="6" name="Segnaposto contenuto 3">
            <a:extLst>
              <a:ext uri="{FF2B5EF4-FFF2-40B4-BE49-F238E27FC236}">
                <a16:creationId xmlns:a16="http://schemas.microsoft.com/office/drawing/2014/main" id="{D10FAA85-1C6D-AA44-9FF3-4A23D29BF240}"/>
              </a:ext>
            </a:extLst>
          </p:cNvPr>
          <p:cNvSpPr txBox="1">
            <a:spLocks/>
          </p:cNvSpPr>
          <p:nvPr/>
        </p:nvSpPr>
        <p:spPr>
          <a:xfrm>
            <a:off x="972495" y="2749378"/>
            <a:ext cx="13818971" cy="10539745"/>
          </a:xfrm>
          <a:prstGeom prst="rect">
            <a:avLst/>
          </a:prstGeom>
        </p:spPr>
        <p:txBody>
          <a:bodyPr vert="horz" lIns="91440" tIns="45720" rIns="91440" bIns="45720" numCol="2" spcCol="360000" rtlCol="0" anchor="t">
            <a:noAutofit/>
          </a:bodyPr>
          <a:lstStyle>
            <a:lvl1pPr marL="457314" indent="-457314" algn="l" defTabSz="1829257" rtl="0" eaLnBrk="1" latinLnBrk="0" hangingPunct="1">
              <a:lnSpc>
                <a:spcPct val="90000"/>
              </a:lnSpc>
              <a:spcBef>
                <a:spcPts val="2001"/>
              </a:spcBef>
              <a:buFont typeface="Arial" panose="020B0604020202020204" pitchFamily="34" charset="0"/>
              <a:buChar char="•"/>
              <a:defRPr sz="5601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1371943" indent="-457314" algn="l" defTabSz="182925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1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2286572" indent="-457314" algn="l" defTabSz="182925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1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3201200" indent="-457314" algn="l" defTabSz="182925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1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4115829" indent="-457314" algn="l" defTabSz="182925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1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5030457" indent="-457314" algn="l" defTabSz="182925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5086" indent="-457314" algn="l" defTabSz="182925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9715" indent="-457314" algn="l" defTabSz="182925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4343" indent="-457314" algn="l" defTabSz="182925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18B8A6"/>
                </a:solidFill>
                <a:latin typeface="Noto Sans"/>
                <a:ea typeface="Noto Sans"/>
                <a:cs typeface="Noto Sans"/>
              </a:rPr>
              <a:t>1. Abidjan-Lagos</a:t>
            </a:r>
            <a:br>
              <a:rPr lang="en-US" sz="2800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West Africa: Côte d’Ivoire, Ghana, Togo, Benin, Nigeria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18B8A6"/>
                </a:solidFill>
                <a:latin typeface="Noto Sans"/>
                <a:ea typeface="Noto Sans"/>
                <a:cs typeface="Noto Sans"/>
              </a:rPr>
              <a:t>2. Abidjan-Ouagadougou </a:t>
            </a:r>
            <a:br>
              <a:rPr lang="en-US" sz="2800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West Africa: Côte d’Ivoire, Burkina Faso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18B8A6"/>
                </a:solidFill>
                <a:latin typeface="Noto Sans"/>
                <a:ea typeface="Noto Sans"/>
                <a:cs typeface="Noto Sans"/>
              </a:rPr>
              <a:t>3. Dakar-Abidjan </a:t>
            </a:r>
            <a:br>
              <a:rPr lang="en-US" sz="2800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West Africa: Senegal, Gambia, Guinea-Bissau, Guinea, Sierra Leone, Liberia, Côte d’Ivoire, Cabo Verde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18B8A6"/>
                </a:solidFill>
                <a:latin typeface="Noto Sans"/>
                <a:ea typeface="Noto Sans"/>
                <a:cs typeface="Noto Sans"/>
              </a:rPr>
              <a:t>4. Cotonou-Niamey </a:t>
            </a:r>
            <a:br>
              <a:rPr lang="en-US" sz="2800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West Africa: Benin, Niger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18B8A6"/>
                </a:solidFill>
                <a:latin typeface="Noto Sans"/>
                <a:ea typeface="Noto Sans"/>
                <a:cs typeface="Noto Sans"/>
              </a:rPr>
              <a:t>5. Libreville-Kribi-Douala-N’Djamena</a:t>
            </a:r>
            <a:br>
              <a:rPr lang="en-US" sz="2800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Central Africa: Gabon, Equatorial Guinea, Cameroon, Chad, São Tomé and Príncipe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18B8A6"/>
                </a:solidFill>
                <a:latin typeface="Noto Sans"/>
                <a:ea typeface="Noto Sans"/>
                <a:cs typeface="Noto Sans"/>
              </a:rPr>
              <a:t>6. Douala-Kribi-Kampala</a:t>
            </a:r>
            <a:br>
              <a:rPr lang="en-US" sz="2800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Central Africa: Cameroon, Central African Republic, Democratic Republic of the Congo, Uganda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18B8A6"/>
                </a:solidFill>
                <a:latin typeface="Noto Sans"/>
                <a:ea typeface="Noto Sans"/>
                <a:cs typeface="Noto Sans"/>
              </a:rPr>
              <a:t>7. Dar es Salaam-Nairobi-Addis Ababa-Berbera-Djibouti</a:t>
            </a:r>
            <a:br>
              <a:rPr lang="en-US" sz="2800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East Africa: Tanzania, Kenya, Ethiopia, Somalia, Djibouti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18B8A6"/>
                </a:solidFill>
                <a:latin typeface="Noto Sans"/>
                <a:ea typeface="Noto Sans"/>
                <a:cs typeface="Noto Sans"/>
              </a:rPr>
              <a:t>8. Mombasa-Kisangani </a:t>
            </a:r>
            <a:br>
              <a:rPr lang="en-US" sz="2800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East Africa: Kenya, Uganda, Rwanda, Democratic Republic </a:t>
            </a:r>
            <a:br>
              <a:rPr lang="en-US" sz="2800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of the Congo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18B8A6"/>
                </a:solidFill>
                <a:latin typeface="Noto Sans"/>
                <a:ea typeface="Noto Sans"/>
                <a:cs typeface="Noto Sans"/>
              </a:rPr>
              <a:t>9. Maputo-Gaborone-Walvis Bay </a:t>
            </a:r>
            <a:br>
              <a:rPr lang="en-US" sz="2800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Southern Africa: Mozambique, South Africa, Eswatini, Botswana, Namibia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18B8A6"/>
                </a:solidFill>
                <a:latin typeface="Noto Sans"/>
                <a:ea typeface="Noto Sans"/>
                <a:cs typeface="Noto Sans"/>
              </a:rPr>
              <a:t>10. Durban-Lusaka-Lubumbashi</a:t>
            </a:r>
            <a:br>
              <a:rPr lang="en-US" sz="2800" b="1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Southern Africa: South Africa, Botswana, Zimbabwe, Zambia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18B8A6"/>
                </a:solidFill>
                <a:latin typeface="Noto Sans"/>
                <a:ea typeface="Noto Sans"/>
                <a:cs typeface="Noto Sans"/>
              </a:rPr>
              <a:t>11. Cairo-Khartoum-Juba-Kampala</a:t>
            </a:r>
            <a:br>
              <a:rPr lang="en-US" sz="2800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North and East Africa: Egypt, Soudan, South Sudan, Uganda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18B8A6"/>
                </a:solidFill>
                <a:latin typeface="Noto Sans"/>
                <a:ea typeface="Noto Sans"/>
                <a:cs typeface="Noto Sans"/>
              </a:rPr>
              <a:t>12. Lobito-Kolwezi-Lubumbashi/Solwezi-Ndola</a:t>
            </a:r>
            <a:br>
              <a:rPr lang="en-US" sz="2800" dirty="0"/>
            </a:br>
            <a:r>
              <a:rPr lang="en-US" sz="2800" dirty="0">
                <a:latin typeface="Noto Sans"/>
                <a:ea typeface="Noto Sans"/>
                <a:cs typeface="Noto Sans"/>
              </a:rPr>
              <a:t>Southern and Central Africa: Angola, Democratic Republic of the Congo, Zambia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800" dirty="0"/>
          </a:p>
          <a:p>
            <a:pPr marL="457200" indent="-457200"/>
            <a:endParaRPr lang="en-GB" sz="2800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C07B356-865D-8FC5-B977-A0D5178C40F9}"/>
              </a:ext>
            </a:extLst>
          </p:cNvPr>
          <p:cNvSpPr txBox="1">
            <a:spLocks/>
          </p:cNvSpPr>
          <p:nvPr/>
        </p:nvSpPr>
        <p:spPr>
          <a:xfrm>
            <a:off x="972495" y="708804"/>
            <a:ext cx="18759294" cy="1804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defTabSz="1829257">
              <a:lnSpc>
                <a:spcPct val="90000"/>
              </a:lnSpc>
              <a:spcBef>
                <a:spcPct val="0"/>
              </a:spcBef>
              <a:buNone/>
              <a:defRPr sz="8000" b="1">
                <a:solidFill>
                  <a:srgbClr val="1A53E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12 Global Gateway supported corridors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855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CBAE0-44D0-F2CE-3017-0E2245D57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E9DEA6F7-FC8B-A22B-8181-C291A50321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90789" y="3115484"/>
            <a:ext cx="8101655" cy="989965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1F8852C-B03D-6B31-7EFE-CC0289F78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2495" y="2794000"/>
            <a:ext cx="14918294" cy="109299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18B8A6"/>
                </a:solidFill>
              </a:rPr>
              <a:t>Roads: </a:t>
            </a:r>
            <a:r>
              <a:rPr lang="en-US" sz="5400" dirty="0"/>
              <a:t>EU traditional field of intervention</a:t>
            </a:r>
          </a:p>
          <a:p>
            <a:pPr marL="0" indent="0">
              <a:buNone/>
            </a:pPr>
            <a:r>
              <a:rPr lang="en-US" sz="5400" dirty="0"/>
              <a:t>Currently mainly through </a:t>
            </a:r>
            <a:r>
              <a:rPr lang="en-US" sz="5400" b="1" dirty="0">
                <a:solidFill>
                  <a:srgbClr val="18B8A6"/>
                </a:solidFill>
              </a:rPr>
              <a:t>blending with DFIs</a:t>
            </a:r>
          </a:p>
          <a:p>
            <a:pPr marL="685800" indent="-685800"/>
            <a:r>
              <a:rPr lang="en-US" sz="4800" dirty="0"/>
              <a:t>EU less involved in project design and monitoring</a:t>
            </a:r>
          </a:p>
          <a:p>
            <a:pPr marL="685800" indent="-685800"/>
            <a:r>
              <a:rPr lang="en-US" sz="4800" dirty="0"/>
              <a:t>Less policy dialogue with partner countries – new tools such as PBF allow for closer sectoral dialogue</a:t>
            </a:r>
          </a:p>
          <a:p>
            <a:pPr marL="685800" indent="-685800"/>
            <a:r>
              <a:rPr lang="en-US" sz="4800" dirty="0"/>
              <a:t>~1,5 bill€ in grants (for all transport sectors)</a:t>
            </a:r>
          </a:p>
          <a:p>
            <a:pPr marL="0" indent="0">
              <a:buNone/>
            </a:pPr>
            <a:r>
              <a:rPr lang="en-US" sz="5400" b="1" dirty="0">
                <a:solidFill>
                  <a:srgbClr val="18B8A6"/>
                </a:solidFill>
              </a:rPr>
              <a:t>Pipeline of road projects</a:t>
            </a:r>
          </a:p>
          <a:p>
            <a:pPr marL="1769110" lvl="1" indent="-857250">
              <a:buFont typeface="Courier New" panose="020B0604020202020204" pitchFamily="34" charset="0"/>
              <a:buChar char="o"/>
            </a:pPr>
            <a:r>
              <a:rPr lang="en-US" sz="3600" dirty="0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Chad – Ndjamena-Moundou-</a:t>
            </a:r>
            <a:r>
              <a:rPr lang="en-US" sz="3600" dirty="0" err="1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Koutéré</a:t>
            </a:r>
            <a:r>
              <a:rPr lang="en-US" sz="3600" dirty="0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 (OPBRD WB/EIB)</a:t>
            </a:r>
          </a:p>
          <a:p>
            <a:pPr marL="1769110" lvl="1" indent="-857250">
              <a:buFont typeface="Courier New" panose="020B0604020202020204" pitchFamily="34" charset="0"/>
              <a:buChar char="o"/>
            </a:pPr>
            <a:r>
              <a:rPr lang="en-US" sz="3600" dirty="0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Cameron - RN3 Cameroon; </a:t>
            </a:r>
            <a:r>
              <a:rPr lang="en-US" sz="3600" dirty="0" err="1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Yaounde</a:t>
            </a:r>
            <a:r>
              <a:rPr lang="en-US" sz="3600" dirty="0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 bypass; </a:t>
            </a:r>
            <a:r>
              <a:rPr lang="en-US" sz="3600" dirty="0" err="1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Ntem</a:t>
            </a:r>
            <a:r>
              <a:rPr lang="en-US" sz="3600" dirty="0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 bridge</a:t>
            </a:r>
            <a:endParaRPr lang="en-US"/>
          </a:p>
          <a:p>
            <a:pPr marL="1769110" lvl="1" indent="-857250">
              <a:buFont typeface="Courier New" panose="020B0604020202020204" pitchFamily="34" charset="0"/>
              <a:buChar char="o"/>
            </a:pPr>
            <a:r>
              <a:rPr lang="en-US" sz="3600" dirty="0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Cameroon -DRC - Zongo-Akula </a:t>
            </a:r>
          </a:p>
          <a:p>
            <a:pPr marL="1769110" lvl="1" indent="-857250">
              <a:buFont typeface="Courier New" panose="020B0604020202020204" pitchFamily="34" charset="0"/>
              <a:buChar char="o"/>
            </a:pPr>
            <a:r>
              <a:rPr lang="en-US" sz="3600" dirty="0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Guinea Bissau – </a:t>
            </a:r>
            <a:r>
              <a:rPr lang="en-US" sz="3600" dirty="0" err="1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Safim-Mpack</a:t>
            </a:r>
            <a:r>
              <a:rPr lang="en-US" sz="3600" dirty="0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 (border SN) </a:t>
            </a:r>
          </a:p>
          <a:p>
            <a:pPr marL="1769110" lvl="1" indent="-857250">
              <a:buFont typeface="Courier New" panose="020B0604020202020204" pitchFamily="34" charset="0"/>
              <a:buChar char="o"/>
            </a:pPr>
            <a:r>
              <a:rPr lang="en-US" sz="3600" dirty="0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Djibouti: RN1 </a:t>
            </a:r>
            <a:r>
              <a:rPr lang="en-US" sz="3600" err="1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Doudoubalala</a:t>
            </a:r>
            <a:r>
              <a:rPr lang="en-US" sz="3600" dirty="0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 – </a:t>
            </a:r>
            <a:r>
              <a:rPr lang="en-US" sz="3600" err="1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Iskoutir</a:t>
            </a:r>
            <a:endParaRPr lang="en-US" sz="3600" dirty="0" err="1">
              <a:solidFill>
                <a:srgbClr val="00125C"/>
              </a:solidFill>
              <a:latin typeface="Noto Sans"/>
              <a:ea typeface="Noto Sans"/>
              <a:cs typeface="Noto Sans"/>
            </a:endParaRPr>
          </a:p>
          <a:p>
            <a:pPr marL="1769110" lvl="1" indent="-857250">
              <a:buFont typeface="Courier New" panose="020B0604020202020204" pitchFamily="34" charset="0"/>
              <a:buChar char="o"/>
            </a:pPr>
            <a:r>
              <a:rPr lang="en-US" sz="3600" dirty="0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Mali- </a:t>
            </a:r>
            <a:r>
              <a:rPr lang="en-US" sz="3600" dirty="0" err="1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Banfora</a:t>
            </a:r>
            <a:r>
              <a:rPr lang="en-US" sz="3600" dirty="0">
                <a:solidFill>
                  <a:srgbClr val="00125C"/>
                </a:solidFill>
                <a:latin typeface="Noto Sans"/>
                <a:ea typeface="Noto Sans"/>
                <a:cs typeface="Noto Sans"/>
              </a:rPr>
              <a:t> – Border IC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D2F12E4-EEDC-E963-1F27-5739ABEF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495" y="708804"/>
            <a:ext cx="22954305" cy="1804443"/>
          </a:xfrm>
        </p:spPr>
        <p:txBody>
          <a:bodyPr/>
          <a:lstStyle/>
          <a:p>
            <a:r>
              <a:rPr lang="en-US" sz="8000" dirty="0"/>
              <a:t>EU investments in hard infrastructure</a:t>
            </a:r>
            <a:endParaRPr lang="en-GB" sz="7200" dirty="0"/>
          </a:p>
        </p:txBody>
      </p:sp>
    </p:spTree>
    <p:extLst>
      <p:ext uri="{BB962C8B-B14F-4D97-AF65-F5344CB8AC3E}">
        <p14:creationId xmlns:p14="http://schemas.microsoft.com/office/powerpoint/2010/main" val="1618209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B3900-FDA8-48CA-D703-A48BDE7E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781296-B389-0F5D-D895-26C17DE8BF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63812" y="4577876"/>
            <a:ext cx="7554473" cy="7537924"/>
          </a:xfrm>
          <a:prstGeom prst="rect">
            <a:avLst/>
          </a:prstGeom>
          <a:ln w="3175">
            <a:solidFill>
              <a:schemeClr val="bg1">
                <a:lumMod val="50000"/>
              </a:schemeClr>
            </a:solidFill>
          </a:ln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EAC5FFC-AFB7-02C0-CF86-1A1694F43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9026" y="2768600"/>
            <a:ext cx="16787570" cy="9789334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rgbClr val="18B8A6"/>
                </a:solidFill>
              </a:rPr>
              <a:t>At policy level: </a:t>
            </a:r>
            <a:r>
              <a:rPr lang="en-US" sz="5400" dirty="0"/>
              <a:t>main donor of SSATP (total ~11M€)</a:t>
            </a:r>
          </a:p>
          <a:p>
            <a:r>
              <a:rPr lang="en-US" sz="5400" b="1" dirty="0">
                <a:solidFill>
                  <a:srgbClr val="18B8A6"/>
                </a:solidFill>
              </a:rPr>
              <a:t>At regional level (RECs): </a:t>
            </a:r>
            <a:r>
              <a:rPr lang="en-US" sz="5200" dirty="0"/>
              <a:t>harmonize transport and transit policies and regulations (total ~32M€)</a:t>
            </a:r>
          </a:p>
          <a:p>
            <a:pPr marL="1598507" lvl="1" indent="-685800">
              <a:buFont typeface="Wingdings" panose="05000000000000000000" pitchFamily="2" charset="2"/>
              <a:buChar char="Ø"/>
            </a:pPr>
            <a:r>
              <a:rPr lang="en-US" sz="4800" dirty="0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COMESA/EAC/SADC: Tripartite Transport &amp; Transit Facilitation </a:t>
            </a:r>
            <a:r>
              <a:rPr lang="en-US" sz="4800" dirty="0" err="1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Programme</a:t>
            </a:r>
            <a:endParaRPr lang="en-US" sz="4800" dirty="0">
              <a:solidFill>
                <a:srgbClr val="00125C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  <a:p>
            <a:pPr marL="1769957" lvl="1" indent="-857250">
              <a:buFont typeface="Wingdings" panose="05000000000000000000" pitchFamily="2" charset="2"/>
              <a:buChar char="Ø"/>
            </a:pPr>
            <a:r>
              <a:rPr lang="en-US" sz="4800" dirty="0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ECOWAS and Central Africa: under preparation</a:t>
            </a:r>
          </a:p>
          <a:p>
            <a:pPr marL="889000" indent="-857250"/>
            <a:r>
              <a:rPr lang="en-US" sz="5400" b="1" dirty="0">
                <a:solidFill>
                  <a:srgbClr val="18B8A6"/>
                </a:solidFill>
              </a:rPr>
              <a:t>At corridor level: </a:t>
            </a:r>
            <a:r>
              <a:rPr lang="en-US" sz="5400" dirty="0"/>
              <a:t>~</a:t>
            </a:r>
            <a:r>
              <a:rPr lang="en-US" sz="5200" dirty="0"/>
              <a:t>25M€/ corridor for trade and transport facilitation measures (total ~300M€)</a:t>
            </a:r>
          </a:p>
          <a:p>
            <a:pPr marL="889000" indent="-857250"/>
            <a:r>
              <a:rPr lang="en-US" sz="5400" b="1" dirty="0">
                <a:solidFill>
                  <a:srgbClr val="18B8A6"/>
                </a:solidFill>
              </a:rPr>
              <a:t>At country level: </a:t>
            </a:r>
            <a:r>
              <a:rPr lang="en-US" sz="5200" dirty="0"/>
              <a:t>innovative approaches being prepared/tested, such as OPRBC (Chad/Djibouti), PBF Cameroon Road Fund, PBL Senegal with EIB</a:t>
            </a:r>
          </a:p>
          <a:p>
            <a:pPr marL="889000" indent="-857250"/>
            <a:endParaRPr lang="en-US" sz="5400" b="1" dirty="0">
              <a:solidFill>
                <a:srgbClr val="18B8A6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FB3AF5B-45AC-FC96-A0DC-63A45451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495" y="708804"/>
            <a:ext cx="23417855" cy="1804443"/>
          </a:xfrm>
        </p:spPr>
        <p:txBody>
          <a:bodyPr/>
          <a:lstStyle/>
          <a:p>
            <a:r>
              <a:rPr lang="en-US" sz="7400" dirty="0"/>
              <a:t>EU support to road governance (incl. maintenance)</a:t>
            </a:r>
            <a:endParaRPr lang="en-GB" sz="7400" dirty="0"/>
          </a:p>
        </p:txBody>
      </p:sp>
    </p:spTree>
    <p:extLst>
      <p:ext uri="{BB962C8B-B14F-4D97-AF65-F5344CB8AC3E}">
        <p14:creationId xmlns:p14="http://schemas.microsoft.com/office/powerpoint/2010/main" val="2661076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55D4-5EEF-1C22-CA53-86DB03F73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8A6972D-CF25-E3CD-F88D-77A24AA1B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495" y="708804"/>
            <a:ext cx="22954305" cy="1804443"/>
          </a:xfrm>
        </p:spPr>
        <p:txBody>
          <a:bodyPr/>
          <a:lstStyle/>
          <a:p>
            <a:r>
              <a:rPr lang="en-US" sz="8000" dirty="0"/>
              <a:t>Main challenges and opportunities</a:t>
            </a:r>
            <a:endParaRPr lang="en-GB" sz="7200" dirty="0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ADD5BA08-E91A-BB9C-CEE1-BC5A8338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9025" y="2540000"/>
            <a:ext cx="22532775" cy="11183938"/>
          </a:xfrm>
        </p:spPr>
        <p:txBody>
          <a:bodyPr>
            <a:noAutofit/>
          </a:bodyPr>
          <a:lstStyle/>
          <a:p>
            <a:r>
              <a:rPr lang="en-US" sz="4700" b="1" dirty="0">
                <a:solidFill>
                  <a:srgbClr val="18B8A6"/>
                </a:solidFill>
              </a:rPr>
              <a:t>Institutional fragmentation: </a:t>
            </a:r>
            <a:r>
              <a:rPr lang="en-US" sz="4700" dirty="0"/>
              <a:t>lack of clear arrangements/mandates between national, corridor and regional bodies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4700" dirty="0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Opportunity for donors to align at different levels and avoid </a:t>
            </a:r>
            <a:r>
              <a:rPr lang="en-US" sz="4700" dirty="0" err="1">
                <a:solidFill>
                  <a:srgbClr val="00125C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overlapss</a:t>
            </a:r>
            <a:endParaRPr lang="en-US" sz="4700" dirty="0">
              <a:solidFill>
                <a:srgbClr val="00125C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  <a:p>
            <a:r>
              <a:rPr lang="en-US" sz="4700" b="1" dirty="0">
                <a:solidFill>
                  <a:srgbClr val="18B8A6"/>
                </a:solidFill>
              </a:rPr>
              <a:t>Non-physical barriers and cross-border coordination: </a:t>
            </a:r>
            <a:r>
              <a:rPr lang="en-US" sz="4700" dirty="0"/>
              <a:t>lack of consistent standards, procedures and enforcement mechanism across neighboring countries, especially in corridors crossing different RECs</a:t>
            </a:r>
          </a:p>
          <a:p>
            <a:pPr marL="1447800" indent="-558800">
              <a:buFont typeface="Wingdings" panose="05000000000000000000" pitchFamily="2" charset="2"/>
              <a:buChar char="Ø"/>
            </a:pPr>
            <a:r>
              <a:rPr lang="en-US" sz="4700" dirty="0"/>
              <a:t>Opportunity to support cross-border initiatives (e.g. harmonized axle load control, interoperability and domestication of international conventions, etc.)</a:t>
            </a:r>
          </a:p>
          <a:p>
            <a:pPr marL="889000" indent="-857250"/>
            <a:r>
              <a:rPr lang="en-US" sz="4700" b="1" dirty="0">
                <a:solidFill>
                  <a:srgbClr val="18B8A6"/>
                </a:solidFill>
              </a:rPr>
              <a:t>Under-funding of road maintenance: </a:t>
            </a:r>
            <a:r>
              <a:rPr lang="en-US" sz="4700" dirty="0"/>
              <a:t>role of the Road Funds</a:t>
            </a:r>
          </a:p>
          <a:p>
            <a:pPr marL="1447800" indent="-558800">
              <a:buFont typeface="Wingdings" panose="05000000000000000000" pitchFamily="2" charset="2"/>
              <a:buChar char="Ø"/>
            </a:pPr>
            <a:r>
              <a:rPr lang="en-US" sz="4700" dirty="0"/>
              <a:t>Opportunity to incorporate alternative sources of financing, such as PBF by donors and private sector</a:t>
            </a:r>
          </a:p>
          <a:p>
            <a:pPr marL="989013" indent="-685800"/>
            <a:r>
              <a:rPr lang="en-US" sz="4700" b="1" dirty="0">
                <a:solidFill>
                  <a:srgbClr val="18B8A6"/>
                </a:solidFill>
              </a:rPr>
              <a:t>Climate change: </a:t>
            </a:r>
            <a:r>
              <a:rPr lang="en-US" sz="4700" dirty="0"/>
              <a:t>need to consider incorporate resilience aspects</a:t>
            </a:r>
          </a:p>
          <a:p>
            <a:pPr marL="1531938" indent="-685800">
              <a:buFont typeface="Wingdings" panose="05000000000000000000" pitchFamily="2" charset="2"/>
              <a:buChar char="Ø"/>
            </a:pPr>
            <a:r>
              <a:rPr lang="en-US" sz="4700" dirty="0"/>
              <a:t>Opportunity to incorporate resilience since the planning phases</a:t>
            </a:r>
          </a:p>
          <a:p>
            <a:pPr marL="989013" indent="-685800"/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558878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CAA-E62E-2ED3-0AA6-BD19523D3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FE16-CFBE-0FFA-BA14-6D00E28DE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8518" y="3773172"/>
            <a:ext cx="18253313" cy="4777963"/>
          </a:xfrm>
        </p:spPr>
        <p:txBody>
          <a:bodyPr anchor="ctr">
            <a:normAutofit/>
          </a:bodyPr>
          <a:lstStyle/>
          <a:p>
            <a:r>
              <a:rPr lang="en-US" sz="8805" dirty="0"/>
              <a:t>Thank you!</a:t>
            </a:r>
            <a:endParaRPr lang="en-GB" sz="8805" dirty="0"/>
          </a:p>
        </p:txBody>
      </p:sp>
    </p:spTree>
    <p:extLst>
      <p:ext uri="{BB962C8B-B14F-4D97-AF65-F5344CB8AC3E}">
        <p14:creationId xmlns:p14="http://schemas.microsoft.com/office/powerpoint/2010/main" val="21746978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Custom 2">
      <a:dk1>
        <a:srgbClr val="171616"/>
      </a:dk1>
      <a:lt1>
        <a:sysClr val="window" lastClr="FFFFFF"/>
      </a:lt1>
      <a:dk2>
        <a:srgbClr val="44546A"/>
      </a:dk2>
      <a:lt2>
        <a:srgbClr val="FF5C55"/>
      </a:lt2>
      <a:accent1>
        <a:srgbClr val="1A54EB"/>
      </a:accent1>
      <a:accent2>
        <a:srgbClr val="FFCC03"/>
      </a:accent2>
      <a:accent3>
        <a:srgbClr val="8F4099"/>
      </a:accent3>
      <a:accent4>
        <a:srgbClr val="18BAA8"/>
      </a:accent4>
      <a:accent5>
        <a:srgbClr val="404042"/>
      </a:accent5>
      <a:accent6>
        <a:srgbClr val="00125C"/>
      </a:accent6>
      <a:hlink>
        <a:srgbClr val="0563C1"/>
      </a:hlink>
      <a:folHlink>
        <a:srgbClr val="FF5C55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E84F999B26149BAD494A5506E81F3" ma:contentTypeVersion="25" ma:contentTypeDescription="Create a new document." ma:contentTypeScope="" ma:versionID="cd295e73000c6148a28815fbef325cf0">
  <xsd:schema xmlns:xsd="http://www.w3.org/2001/XMLSchema" xmlns:xs="http://www.w3.org/2001/XMLSchema" xmlns:p="http://schemas.microsoft.com/office/2006/metadata/properties" xmlns:ns1="http://schemas.microsoft.com/sharepoint/v3" xmlns:ns2="80f4c7fb-5be7-48ae-9ddb-a5c46a443b58" xmlns:ns3="b39bf1ee-6b4f-479f-9ce9-7241d6522d55" targetNamespace="http://schemas.microsoft.com/office/2006/metadata/properties" ma:root="true" ma:fieldsID="443c52d966bc38211c74f43f1a24c477" ns1:_="" ns2:_="" ns3:_="">
    <xsd:import namespace="http://schemas.microsoft.com/sharepoint/v3"/>
    <xsd:import namespace="80f4c7fb-5be7-48ae-9ddb-a5c46a443b58"/>
    <xsd:import namespace="b39bf1ee-6b4f-479f-9ce9-7241d6522d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dlc_ExpireDateSaved" minOccurs="0"/>
                <xsd:element ref="ns1:_dlc_ExpireDate" minOccurs="0"/>
                <xsd:element ref="ns1:_dlc_Exempt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pireDateSaved" ma:index="10" nillable="true" ma:displayName="Original Expiration Date" ma:hidden="true" ma:internalName="_dlc_ExpireDateSaved" ma:readOnly="true">
      <xsd:simpleType>
        <xsd:restriction base="dms:DateTime"/>
      </xsd:simpleType>
    </xsd:element>
    <xsd:element name="_dlc_ExpireDate" ma:index="11" nillable="true" ma:displayName="Expiration Date" ma:description="" ma:hidden="true" ma:indexed="true" ma:internalName="_dlc_ExpireDate" ma:readOnly="true">
      <xsd:simpleType>
        <xsd:restriction base="dms:DateTime"/>
      </xsd:simpleType>
    </xsd:element>
    <xsd:element name="_dlc_Exempt" ma:index="12" nillable="true" ma:displayName="Exempt from Policy" ma:hidden="true" ma:internalName="_dlc_Exempt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f4c7fb-5be7-48ae-9ddb-a5c46a443b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556e139c-3976-4f37-8cfc-4ca6bb14bc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9bf1ee-6b4f-479f-9ce9-7241d6522d5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f521ea0d-b711-45dc-8afd-6539f8507523}" ma:internalName="TaxCatchAll" ma:showField="CatchAllData" ma:web="b39bf1ee-6b4f-479f-9ce9-7241d6522d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0f4c7fb-5be7-48ae-9ddb-a5c46a443b58">
      <Terms xmlns="http://schemas.microsoft.com/office/infopath/2007/PartnerControls"/>
    </lcf76f155ced4ddcb4097134ff3c332f>
    <_Flow_SignoffStatus xmlns="80f4c7fb-5be7-48ae-9ddb-a5c46a443b58" xsi:nil="true"/>
    <TaxCatchAll xmlns="b39bf1ee-6b4f-479f-9ce9-7241d6522d55" xsi:nil="true"/>
    <_dlc_ExpireDateSaved xmlns="http://schemas.microsoft.com/sharepoint/v3" xsi:nil="true"/>
    <_dlc_ExpireDate xmlns="http://schemas.microsoft.com/sharepoint/v3">2025-10-06T08:23:06+00:00</_dlc_ExpireDate>
  </documentManagement>
</p:properties>
</file>

<file path=customXml/itemProps1.xml><?xml version="1.0" encoding="utf-8"?>
<ds:datastoreItem xmlns:ds="http://schemas.openxmlformats.org/officeDocument/2006/customXml" ds:itemID="{5D35BD61-FD89-43E2-84F4-98C38EE89B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A5BD86-0C40-4C54-A48A-49D892D42854}"/>
</file>

<file path=customXml/itemProps3.xml><?xml version="1.0" encoding="utf-8"?>
<ds:datastoreItem xmlns:ds="http://schemas.openxmlformats.org/officeDocument/2006/customXml" ds:itemID="{5DE34D89-C08C-4A22-8003-94B333B638F5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052835cd-1b05-4d87-be05-3fadb68b6607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</TotalTime>
  <Words>690</Words>
  <Application>Microsoft Macintosh PowerPoint</Application>
  <PresentationFormat>Custom</PresentationFormat>
  <Paragraphs>62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Noto Sans</vt:lpstr>
      <vt:lpstr>Wingdings</vt:lpstr>
      <vt:lpstr>1_Office Theme</vt:lpstr>
      <vt:lpstr>4_Office Theme</vt:lpstr>
      <vt:lpstr>Resilient road asset management under the EU Global Gateway</vt:lpstr>
      <vt:lpstr>Roads as parts of multimodal Corridors</vt:lpstr>
      <vt:lpstr>PowerPoint Presentation</vt:lpstr>
      <vt:lpstr>EU investments in hard infrastructure</vt:lpstr>
      <vt:lpstr>EU support to road governance (incl. maintenance)</vt:lpstr>
      <vt:lpstr>Main challenges and opportunities</vt:lpstr>
      <vt:lpstr>Thank you!</vt:lpstr>
    </vt:vector>
  </TitlesOfParts>
  <Company>European Commission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COELHO Catarina (COMM-EXT)</dc:creator>
  <cp:lastModifiedBy>Jose Cordovilla</cp:lastModifiedBy>
  <cp:revision>19</cp:revision>
  <cp:lastPrinted>2022-03-02T07:12:22Z</cp:lastPrinted>
  <dcterms:created xsi:type="dcterms:W3CDTF">2021-11-10T13:16:55Z</dcterms:created>
  <dcterms:modified xsi:type="dcterms:W3CDTF">2025-09-20T14:21:30Z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d9ddd1-4d20-43f6-abfa-fc3c07406f94_Enabled">
    <vt:lpwstr>true</vt:lpwstr>
  </property>
  <property fmtid="{D5CDD505-2E9C-101B-9397-08002B2CF9AE}" pid="3" name="MSIP_Label_6bd9ddd1-4d20-43f6-abfa-fc3c07406f94_SetDate">
    <vt:lpwstr>2023-03-14T23:26:06Z</vt:lpwstr>
  </property>
  <property fmtid="{D5CDD505-2E9C-101B-9397-08002B2CF9AE}" pid="4" name="MSIP_Label_6bd9ddd1-4d20-43f6-abfa-fc3c07406f94_Method">
    <vt:lpwstr>Standard</vt:lpwstr>
  </property>
  <property fmtid="{D5CDD505-2E9C-101B-9397-08002B2CF9AE}" pid="5" name="MSIP_Label_6bd9ddd1-4d20-43f6-abfa-fc3c07406f94_Name">
    <vt:lpwstr>Commission Use</vt:lpwstr>
  </property>
  <property fmtid="{D5CDD505-2E9C-101B-9397-08002B2CF9AE}" pid="6" name="MSIP_Label_6bd9ddd1-4d20-43f6-abfa-fc3c07406f94_SiteId">
    <vt:lpwstr>b24c8b06-522c-46fe-9080-70926f8dddb1</vt:lpwstr>
  </property>
  <property fmtid="{D5CDD505-2E9C-101B-9397-08002B2CF9AE}" pid="7" name="MSIP_Label_6bd9ddd1-4d20-43f6-abfa-fc3c07406f94_ActionId">
    <vt:lpwstr>77a3b854-80ca-42c1-9da0-51919eef18a2</vt:lpwstr>
  </property>
  <property fmtid="{D5CDD505-2E9C-101B-9397-08002B2CF9AE}" pid="8" name="MSIP_Label_6bd9ddd1-4d20-43f6-abfa-fc3c07406f94_ContentBits">
    <vt:lpwstr>0</vt:lpwstr>
  </property>
  <property fmtid="{D5CDD505-2E9C-101B-9397-08002B2CF9AE}" pid="9" name="ContentTypeId">
    <vt:lpwstr>0x01010064AE84F999B26149BAD494A5506E81F3</vt:lpwstr>
  </property>
  <property fmtid="{D5CDD505-2E9C-101B-9397-08002B2CF9AE}" pid="10" name="MediaServiceImageTags">
    <vt:lpwstr/>
  </property>
  <property fmtid="{D5CDD505-2E9C-101B-9397-08002B2CF9AE}" pid="11" name="_dlc_policyId">
    <vt:lpwstr>/sites/FileTransfer/AFRICA</vt:lpwstr>
  </property>
  <property fmtid="{D5CDD505-2E9C-101B-9397-08002B2CF9AE}" pid="12" name="ItemRetentionFormula">
    <vt:lpwstr>&lt;formula id="Microsoft.Office.RecordsManagement.PolicyFeatures.Expiration.Formula.BuiltIn"&gt;&lt;number&gt;15&lt;/number&gt;&lt;property&gt;Created&lt;/property&gt;&lt;propertyId&gt;8c06beca-0777-48f7-91c7-6da68bc07b69&lt;/propertyId&gt;&lt;period&gt;days&lt;/period&gt;&lt;/formula&gt;</vt:lpwstr>
  </property>
</Properties>
</file>