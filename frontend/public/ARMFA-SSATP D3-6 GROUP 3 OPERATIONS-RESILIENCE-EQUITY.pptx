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2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embeddedFontLst>
    <p:embeddedFont>
      <p:font typeface="Kalinga" panose="020B0502040204020203" pitchFamily="34" charset="0"/>
      <p:regular r:id="rId13"/>
      <p:bold r:id="rId14"/>
    </p:embeddedFont>
    <p:embeddedFont>
      <p:font typeface="Play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jgeQV3qqfN9aDnWuNUTxSU2cmj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DC1B7-6E0E-D04D-A023-BC25C19720A5}" v="9" dt="2025-09-18T09:28:52.764"/>
  </p1510:revLst>
</p1510:revInfo>
</file>

<file path=ppt/tableStyles.xml><?xml version="1.0" encoding="utf-8"?>
<a:tblStyleLst xmlns:a="http://schemas.openxmlformats.org/drawingml/2006/main" def="{D279FA82-C67E-4F00-A040-18F45B381A43}">
  <a:tblStyle styleId="{D279FA82-C67E-4F00-A040-18F45B381A43}" styleName="Table_0">
    <a:wholeTbl>
      <a:tcTxStyle b="off" i="off">
        <a:font>
          <a:latin typeface="Verdana"/>
          <a:ea typeface="Verdana"/>
          <a:cs typeface="Verdana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8D2BA57-521E-4D2C-BBA6-3BB788A7C9F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87F4BAB-E031-4B13-A655-99A20CF12724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0"/>
  </p:normalViewPr>
  <p:slideViewPr>
    <p:cSldViewPr snapToGrid="0">
      <p:cViewPr varScale="1">
        <p:scale>
          <a:sx n="113" d="100"/>
          <a:sy n="113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5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DOVILLA JOSÉ" userId="3e432d2a-0840-4c3e-813e-0721a328213c" providerId="ADAL" clId="{74CA89A3-2F77-53C5-A871-4955137D542F}"/>
    <pc:docChg chg="undo custSel addSld modSld sldOrd modMainMaster">
      <pc:chgData name="CORDOVILLA JOSÉ" userId="3e432d2a-0840-4c3e-813e-0721a328213c" providerId="ADAL" clId="{74CA89A3-2F77-53C5-A871-4955137D542F}" dt="2025-09-18T09:33:37.100" v="1482" actId="20577"/>
      <pc:docMkLst>
        <pc:docMk/>
      </pc:docMkLst>
      <pc:sldChg chg="addSp delSp modSp mod">
        <pc:chgData name="CORDOVILLA JOSÉ" userId="3e432d2a-0840-4c3e-813e-0721a328213c" providerId="ADAL" clId="{74CA89A3-2F77-53C5-A871-4955137D542F}" dt="2025-09-18T09:33:37.100" v="1482" actId="20577"/>
        <pc:sldMkLst>
          <pc:docMk/>
          <pc:sldMk cId="0" sldId="257"/>
        </pc:sldMkLst>
        <pc:spChg chg="mod">
          <ac:chgData name="CORDOVILLA JOSÉ" userId="3e432d2a-0840-4c3e-813e-0721a328213c" providerId="ADAL" clId="{74CA89A3-2F77-53C5-A871-4955137D542F}" dt="2025-09-18T09:33:37.100" v="1482" actId="20577"/>
          <ac:spMkLst>
            <pc:docMk/>
            <pc:sldMk cId="0" sldId="257"/>
            <ac:spMk id="190" creationId="{00000000-0000-0000-0000-000000000000}"/>
          </ac:spMkLst>
        </pc:spChg>
      </pc:sldChg>
      <pc:sldChg chg="modSp mod">
        <pc:chgData name="CORDOVILLA JOSÉ" userId="3e432d2a-0840-4c3e-813e-0721a328213c" providerId="ADAL" clId="{74CA89A3-2F77-53C5-A871-4955137D542F}" dt="2025-09-18T09:24:19.034" v="1209" actId="113"/>
        <pc:sldMkLst>
          <pc:docMk/>
          <pc:sldMk cId="0" sldId="258"/>
        </pc:sldMkLst>
        <pc:spChg chg="mod">
          <ac:chgData name="CORDOVILLA JOSÉ" userId="3e432d2a-0840-4c3e-813e-0721a328213c" providerId="ADAL" clId="{74CA89A3-2F77-53C5-A871-4955137D542F}" dt="2025-09-18T09:24:19.034" v="1209" actId="113"/>
          <ac:spMkLst>
            <pc:docMk/>
            <pc:sldMk cId="0" sldId="258"/>
            <ac:spMk id="3" creationId="{88BA7EE1-0588-6FDC-01FB-0DD55C92FA9B}"/>
          </ac:spMkLst>
        </pc:spChg>
        <pc:spChg chg="mod">
          <ac:chgData name="CORDOVILLA JOSÉ" userId="3e432d2a-0840-4c3e-813e-0721a328213c" providerId="ADAL" clId="{74CA89A3-2F77-53C5-A871-4955137D542F}" dt="2025-09-18T09:20:57.526" v="1134" actId="20577"/>
          <ac:spMkLst>
            <pc:docMk/>
            <pc:sldMk cId="0" sldId="258"/>
            <ac:spMk id="196" creationId="{00000000-0000-0000-0000-000000000000}"/>
          </ac:spMkLst>
        </pc:spChg>
      </pc:sldChg>
      <pc:sldChg chg="addSp delSp modSp mod">
        <pc:chgData name="CORDOVILLA JOSÉ" userId="3e432d2a-0840-4c3e-813e-0721a328213c" providerId="ADAL" clId="{74CA89A3-2F77-53C5-A871-4955137D542F}" dt="2025-09-18T09:29:43.496" v="1313" actId="1076"/>
        <pc:sldMkLst>
          <pc:docMk/>
          <pc:sldMk cId="0" sldId="259"/>
        </pc:sldMkLst>
        <pc:spChg chg="add del mod">
          <ac:chgData name="CORDOVILLA JOSÉ" userId="3e432d2a-0840-4c3e-813e-0721a328213c" providerId="ADAL" clId="{74CA89A3-2F77-53C5-A871-4955137D542F}" dt="2025-09-18T09:23:20.759" v="1195" actId="478"/>
          <ac:spMkLst>
            <pc:docMk/>
            <pc:sldMk cId="0" sldId="259"/>
            <ac:spMk id="2" creationId="{3A65EAB1-5960-BCD6-7D8E-8CD7E6786879}"/>
          </ac:spMkLst>
        </pc:spChg>
        <pc:spChg chg="del mod">
          <ac:chgData name="CORDOVILLA JOSÉ" userId="3e432d2a-0840-4c3e-813e-0721a328213c" providerId="ADAL" clId="{74CA89A3-2F77-53C5-A871-4955137D542F}" dt="2025-09-18T09:23:01.098" v="1164" actId="478"/>
          <ac:spMkLst>
            <pc:docMk/>
            <pc:sldMk cId="0" sldId="259"/>
            <ac:spMk id="3" creationId="{01CD9948-55EF-6113-F11F-CF76F41A9AE5}"/>
          </ac:spMkLst>
        </pc:spChg>
        <pc:spChg chg="add mod">
          <ac:chgData name="CORDOVILLA JOSÉ" userId="3e432d2a-0840-4c3e-813e-0721a328213c" providerId="ADAL" clId="{74CA89A3-2F77-53C5-A871-4955137D542F}" dt="2025-09-18T09:25:17.814" v="1230" actId="20577"/>
          <ac:spMkLst>
            <pc:docMk/>
            <pc:sldMk cId="0" sldId="259"/>
            <ac:spMk id="4" creationId="{D6405EB3-CFFB-4F19-BB45-FC4AE1D2088B}"/>
          </ac:spMkLst>
        </pc:spChg>
        <pc:spChg chg="add del mod">
          <ac:chgData name="CORDOVILLA JOSÉ" userId="3e432d2a-0840-4c3e-813e-0721a328213c" providerId="ADAL" clId="{74CA89A3-2F77-53C5-A871-4955137D542F}" dt="2025-09-18T09:23:20.759" v="1195" actId="478"/>
          <ac:spMkLst>
            <pc:docMk/>
            <pc:sldMk cId="0" sldId="259"/>
            <ac:spMk id="5" creationId="{B6C0722C-C8E9-1107-ED73-CF40758D3F4E}"/>
          </ac:spMkLst>
        </pc:spChg>
        <pc:spChg chg="add del mod">
          <ac:chgData name="CORDOVILLA JOSÉ" userId="3e432d2a-0840-4c3e-813e-0721a328213c" providerId="ADAL" clId="{74CA89A3-2F77-53C5-A871-4955137D542F}" dt="2025-09-18T09:23:20.759" v="1195" actId="478"/>
          <ac:spMkLst>
            <pc:docMk/>
            <pc:sldMk cId="0" sldId="259"/>
            <ac:spMk id="6" creationId="{66A88435-7A05-02E9-3DBA-6A526A63CDC8}"/>
          </ac:spMkLst>
        </pc:spChg>
        <pc:spChg chg="add del mod">
          <ac:chgData name="CORDOVILLA JOSÉ" userId="3e432d2a-0840-4c3e-813e-0721a328213c" providerId="ADAL" clId="{74CA89A3-2F77-53C5-A871-4955137D542F}" dt="2025-09-18T09:23:23.061" v="1197"/>
          <ac:spMkLst>
            <pc:docMk/>
            <pc:sldMk cId="0" sldId="259"/>
            <ac:spMk id="7" creationId="{FC73945E-0824-71F3-D5F9-EEEDD77CDC2C}"/>
          </ac:spMkLst>
        </pc:spChg>
        <pc:spChg chg="add del">
          <ac:chgData name="CORDOVILLA JOSÉ" userId="3e432d2a-0840-4c3e-813e-0721a328213c" providerId="ADAL" clId="{74CA89A3-2F77-53C5-A871-4955137D542F}" dt="2025-09-18T09:24:26.400" v="1210" actId="478"/>
          <ac:spMkLst>
            <pc:docMk/>
            <pc:sldMk cId="0" sldId="259"/>
            <ac:spMk id="14" creationId="{2F61738C-BC0D-A02E-669B-10DE9187A85A}"/>
          </ac:spMkLst>
        </pc:spChg>
        <pc:spChg chg="add mod">
          <ac:chgData name="CORDOVILLA JOSÉ" userId="3e432d2a-0840-4c3e-813e-0721a328213c" providerId="ADAL" clId="{74CA89A3-2F77-53C5-A871-4955137D542F}" dt="2025-09-18T09:29:43.496" v="1313" actId="1076"/>
          <ac:spMkLst>
            <pc:docMk/>
            <pc:sldMk cId="0" sldId="259"/>
            <ac:spMk id="15" creationId="{BCBD3E8D-49B0-2876-EB77-D4E68E65057F}"/>
          </ac:spMkLst>
        </pc:spChg>
        <pc:spChg chg="add mod">
          <ac:chgData name="CORDOVILLA JOSÉ" userId="3e432d2a-0840-4c3e-813e-0721a328213c" providerId="ADAL" clId="{74CA89A3-2F77-53C5-A871-4955137D542F}" dt="2025-09-18T09:29:43.496" v="1313" actId="1076"/>
          <ac:spMkLst>
            <pc:docMk/>
            <pc:sldMk cId="0" sldId="259"/>
            <ac:spMk id="16" creationId="{1E97A67A-7371-E0D1-4C59-3ECA82965033}"/>
          </ac:spMkLst>
        </pc:spChg>
        <pc:spChg chg="del mod">
          <ac:chgData name="CORDOVILLA JOSÉ" userId="3e432d2a-0840-4c3e-813e-0721a328213c" providerId="ADAL" clId="{74CA89A3-2F77-53C5-A871-4955137D542F}" dt="2025-09-18T09:23:20.759" v="1195" actId="478"/>
          <ac:spMkLst>
            <pc:docMk/>
            <pc:sldMk cId="0" sldId="259"/>
            <ac:spMk id="18" creationId="{CCFF9757-D5DF-A3DD-3BCF-F5DFE2E214E6}"/>
          </ac:spMkLst>
        </pc:spChg>
        <pc:inkChg chg="del">
          <ac:chgData name="CORDOVILLA JOSÉ" userId="3e432d2a-0840-4c3e-813e-0721a328213c" providerId="ADAL" clId="{74CA89A3-2F77-53C5-A871-4955137D542F}" dt="2025-09-18T09:23:20.759" v="1195" actId="478"/>
          <ac:inkMkLst>
            <pc:docMk/>
            <pc:sldMk cId="0" sldId="259"/>
            <ac:inkMk id="8" creationId="{3FE1C371-EFE6-14A7-4062-F27B8239E9BD}"/>
          </ac:inkMkLst>
        </pc:inkChg>
        <pc:inkChg chg="del">
          <ac:chgData name="CORDOVILLA JOSÉ" userId="3e432d2a-0840-4c3e-813e-0721a328213c" providerId="ADAL" clId="{74CA89A3-2F77-53C5-A871-4955137D542F}" dt="2025-09-18T09:23:20.759" v="1195" actId="478"/>
          <ac:inkMkLst>
            <pc:docMk/>
            <pc:sldMk cId="0" sldId="259"/>
            <ac:inkMk id="9" creationId="{450D5DA7-4860-5F45-7523-C6E8FA039928}"/>
          </ac:inkMkLst>
        </pc:inkChg>
        <pc:inkChg chg="del">
          <ac:chgData name="CORDOVILLA JOSÉ" userId="3e432d2a-0840-4c3e-813e-0721a328213c" providerId="ADAL" clId="{74CA89A3-2F77-53C5-A871-4955137D542F}" dt="2025-09-18T09:23:20.759" v="1195" actId="478"/>
          <ac:inkMkLst>
            <pc:docMk/>
            <pc:sldMk cId="0" sldId="259"/>
            <ac:inkMk id="10" creationId="{6AEE9DA1-DA8A-439E-5B5E-A33329293BF5}"/>
          </ac:inkMkLst>
        </pc:inkChg>
        <pc:inkChg chg="del">
          <ac:chgData name="CORDOVILLA JOSÉ" userId="3e432d2a-0840-4c3e-813e-0721a328213c" providerId="ADAL" clId="{74CA89A3-2F77-53C5-A871-4955137D542F}" dt="2025-09-18T09:23:20.759" v="1195" actId="478"/>
          <ac:inkMkLst>
            <pc:docMk/>
            <pc:sldMk cId="0" sldId="259"/>
            <ac:inkMk id="11" creationId="{515E9D51-4289-F746-7E32-CF8E18FBE653}"/>
          </ac:inkMkLst>
        </pc:inkChg>
        <pc:inkChg chg="del">
          <ac:chgData name="CORDOVILLA JOSÉ" userId="3e432d2a-0840-4c3e-813e-0721a328213c" providerId="ADAL" clId="{74CA89A3-2F77-53C5-A871-4955137D542F}" dt="2025-09-18T09:23:20.759" v="1195" actId="478"/>
          <ac:inkMkLst>
            <pc:docMk/>
            <pc:sldMk cId="0" sldId="259"/>
            <ac:inkMk id="12" creationId="{B8AC96E6-F38B-957D-6132-82948DC39486}"/>
          </ac:inkMkLst>
        </pc:inkChg>
      </pc:sldChg>
      <pc:sldChg chg="addSp delSp modSp add mod">
        <pc:chgData name="CORDOVILLA JOSÉ" userId="3e432d2a-0840-4c3e-813e-0721a328213c" providerId="ADAL" clId="{74CA89A3-2F77-53C5-A871-4955137D542F}" dt="2025-09-18T09:29:40.460" v="1312" actId="1076"/>
        <pc:sldMkLst>
          <pc:docMk/>
          <pc:sldMk cId="2321552830" sldId="260"/>
        </pc:sldMkLst>
        <pc:spChg chg="add del mod">
          <ac:chgData name="CORDOVILLA JOSÉ" userId="3e432d2a-0840-4c3e-813e-0721a328213c" providerId="ADAL" clId="{74CA89A3-2F77-53C5-A871-4955137D542F}" dt="2025-09-18T09:28:52.101" v="1289" actId="478"/>
          <ac:spMkLst>
            <pc:docMk/>
            <pc:sldMk cId="2321552830" sldId="260"/>
            <ac:spMk id="2" creationId="{F704821F-9B9F-E048-0172-7617348C5A9C}"/>
          </ac:spMkLst>
        </pc:spChg>
        <pc:spChg chg="add del mod">
          <ac:chgData name="CORDOVILLA JOSÉ" userId="3e432d2a-0840-4c3e-813e-0721a328213c" providerId="ADAL" clId="{74CA89A3-2F77-53C5-A871-4955137D542F}" dt="2025-09-18T09:28:52.101" v="1289" actId="478"/>
          <ac:spMkLst>
            <pc:docMk/>
            <pc:sldMk cId="2321552830" sldId="260"/>
            <ac:spMk id="3" creationId="{6FB8A036-B4A3-AC4A-8036-38086DB85734}"/>
          </ac:spMkLst>
        </pc:spChg>
        <pc:spChg chg="mod">
          <ac:chgData name="CORDOVILLA JOSÉ" userId="3e432d2a-0840-4c3e-813e-0721a328213c" providerId="ADAL" clId="{74CA89A3-2F77-53C5-A871-4955137D542F}" dt="2025-09-18T09:25:42.745" v="1247" actId="20577"/>
          <ac:spMkLst>
            <pc:docMk/>
            <pc:sldMk cId="2321552830" sldId="260"/>
            <ac:spMk id="4" creationId="{A1FD12D4-0872-CA7F-E0B0-6EE3902C453B}"/>
          </ac:spMkLst>
        </pc:spChg>
        <pc:spChg chg="add mod">
          <ac:chgData name="CORDOVILLA JOSÉ" userId="3e432d2a-0840-4c3e-813e-0721a328213c" providerId="ADAL" clId="{74CA89A3-2F77-53C5-A871-4955137D542F}" dt="2025-09-18T09:29:40.460" v="1312" actId="1076"/>
          <ac:spMkLst>
            <pc:docMk/>
            <pc:sldMk cId="2321552830" sldId="260"/>
            <ac:spMk id="5" creationId="{A659D51E-8FD1-EC80-480B-C11CE045AD18}"/>
          </ac:spMkLst>
        </pc:spChg>
        <pc:spChg chg="add mod">
          <ac:chgData name="CORDOVILLA JOSÉ" userId="3e432d2a-0840-4c3e-813e-0721a328213c" providerId="ADAL" clId="{74CA89A3-2F77-53C5-A871-4955137D542F}" dt="2025-09-18T09:29:40.460" v="1312" actId="1076"/>
          <ac:spMkLst>
            <pc:docMk/>
            <pc:sldMk cId="2321552830" sldId="260"/>
            <ac:spMk id="6" creationId="{FF7F3FD5-1157-6C3E-D047-5A4B78ED9D58}"/>
          </ac:spMkLst>
        </pc:spChg>
        <pc:spChg chg="del">
          <ac:chgData name="CORDOVILLA JOSÉ" userId="3e432d2a-0840-4c3e-813e-0721a328213c" providerId="ADAL" clId="{74CA89A3-2F77-53C5-A871-4955137D542F}" dt="2025-09-18T09:26:39.620" v="1256" actId="478"/>
          <ac:spMkLst>
            <pc:docMk/>
            <pc:sldMk cId="2321552830" sldId="260"/>
            <ac:spMk id="15" creationId="{82D20F8F-3C9D-99E7-6A24-2A1259D1E65F}"/>
          </ac:spMkLst>
        </pc:spChg>
      </pc:sldChg>
      <pc:sldChg chg="modSp add mod">
        <pc:chgData name="CORDOVILLA JOSÉ" userId="3e432d2a-0840-4c3e-813e-0721a328213c" providerId="ADAL" clId="{74CA89A3-2F77-53C5-A871-4955137D542F}" dt="2025-09-18T09:30:33.475" v="1348"/>
        <pc:sldMkLst>
          <pc:docMk/>
          <pc:sldMk cId="2772416348" sldId="261"/>
        </pc:sldMkLst>
        <pc:spChg chg="mod">
          <ac:chgData name="CORDOVILLA JOSÉ" userId="3e432d2a-0840-4c3e-813e-0721a328213c" providerId="ADAL" clId="{74CA89A3-2F77-53C5-A871-4955137D542F}" dt="2025-09-18T09:29:58.327" v="1339" actId="20577"/>
          <ac:spMkLst>
            <pc:docMk/>
            <pc:sldMk cId="2772416348" sldId="261"/>
            <ac:spMk id="4" creationId="{9AF3BE98-5CEF-97D6-6FFB-3FD1F4A40285}"/>
          </ac:spMkLst>
        </pc:spChg>
        <pc:spChg chg="mod">
          <ac:chgData name="CORDOVILLA JOSÉ" userId="3e432d2a-0840-4c3e-813e-0721a328213c" providerId="ADAL" clId="{74CA89A3-2F77-53C5-A871-4955137D542F}" dt="2025-09-18T09:30:19.437" v="1347" actId="20577"/>
          <ac:spMkLst>
            <pc:docMk/>
            <pc:sldMk cId="2772416348" sldId="261"/>
            <ac:spMk id="5" creationId="{8CFEF0F4-013F-7604-5F5E-CE919256072A}"/>
          </ac:spMkLst>
        </pc:spChg>
        <pc:spChg chg="mod">
          <ac:chgData name="CORDOVILLA JOSÉ" userId="3e432d2a-0840-4c3e-813e-0721a328213c" providerId="ADAL" clId="{74CA89A3-2F77-53C5-A871-4955137D542F}" dt="2025-09-18T09:30:33.475" v="1348"/>
          <ac:spMkLst>
            <pc:docMk/>
            <pc:sldMk cId="2772416348" sldId="261"/>
            <ac:spMk id="6" creationId="{F3652773-E9F7-9618-D5D6-B4611F61AB6E}"/>
          </ac:spMkLst>
        </pc:spChg>
      </pc:sldChg>
      <pc:sldChg chg="modSp add mod">
        <pc:chgData name="CORDOVILLA JOSÉ" userId="3e432d2a-0840-4c3e-813e-0721a328213c" providerId="ADAL" clId="{74CA89A3-2F77-53C5-A871-4955137D542F}" dt="2025-09-18T09:33:01.656" v="1467" actId="20577"/>
        <pc:sldMkLst>
          <pc:docMk/>
          <pc:sldMk cId="3591476307" sldId="262"/>
        </pc:sldMkLst>
        <pc:spChg chg="mod">
          <ac:chgData name="CORDOVILLA JOSÉ" userId="3e432d2a-0840-4c3e-813e-0721a328213c" providerId="ADAL" clId="{74CA89A3-2F77-53C5-A871-4955137D542F}" dt="2025-09-18T09:31:09.970" v="1396" actId="20577"/>
          <ac:spMkLst>
            <pc:docMk/>
            <pc:sldMk cId="3591476307" sldId="262"/>
            <ac:spMk id="4" creationId="{1BA30E42-7DF8-5D4B-3243-AF79B4257FCA}"/>
          </ac:spMkLst>
        </pc:spChg>
        <pc:spChg chg="mod">
          <ac:chgData name="CORDOVILLA JOSÉ" userId="3e432d2a-0840-4c3e-813e-0721a328213c" providerId="ADAL" clId="{74CA89A3-2F77-53C5-A871-4955137D542F}" dt="2025-09-18T09:32:16.234" v="1433" actId="20577"/>
          <ac:spMkLst>
            <pc:docMk/>
            <pc:sldMk cId="3591476307" sldId="262"/>
            <ac:spMk id="5" creationId="{56501EAF-B182-6114-A3BA-9E98A4CB42FF}"/>
          </ac:spMkLst>
        </pc:spChg>
        <pc:spChg chg="mod">
          <ac:chgData name="CORDOVILLA JOSÉ" userId="3e432d2a-0840-4c3e-813e-0721a328213c" providerId="ADAL" clId="{74CA89A3-2F77-53C5-A871-4955137D542F}" dt="2025-09-18T09:33:01.656" v="1467" actId="20577"/>
          <ac:spMkLst>
            <pc:docMk/>
            <pc:sldMk cId="3591476307" sldId="262"/>
            <ac:spMk id="6" creationId="{13E723CF-B375-7A8E-C704-4F1C8B5F3A92}"/>
          </ac:spMkLst>
        </pc:spChg>
      </pc:sldChg>
      <pc:sldChg chg="modSp add mod ord">
        <pc:chgData name="CORDOVILLA JOSÉ" userId="3e432d2a-0840-4c3e-813e-0721a328213c" providerId="ADAL" clId="{74CA89A3-2F77-53C5-A871-4955137D542F}" dt="2025-09-18T09:33:30.382" v="1481" actId="20577"/>
        <pc:sldMkLst>
          <pc:docMk/>
          <pc:sldMk cId="2998769485" sldId="263"/>
        </pc:sldMkLst>
        <pc:spChg chg="mod">
          <ac:chgData name="CORDOVILLA JOSÉ" userId="3e432d2a-0840-4c3e-813e-0721a328213c" providerId="ADAL" clId="{74CA89A3-2F77-53C5-A871-4955137D542F}" dt="2025-09-18T09:33:30.382" v="1481" actId="20577"/>
          <ac:spMkLst>
            <pc:docMk/>
            <pc:sldMk cId="2998769485" sldId="263"/>
            <ac:spMk id="190" creationId="{BD34648C-CD2B-B8CA-D128-8BB4CC9EEF64}"/>
          </ac:spMkLst>
        </pc:spChg>
      </pc:sldChg>
      <pc:sldMasterChg chg="modSldLayout">
        <pc:chgData name="CORDOVILLA JOSÉ" userId="3e432d2a-0840-4c3e-813e-0721a328213c" providerId="ADAL" clId="{74CA89A3-2F77-53C5-A871-4955137D542F}" dt="2025-09-16T21:36:55.843" v="1116" actId="1076"/>
        <pc:sldMasterMkLst>
          <pc:docMk/>
          <pc:sldMasterMk cId="0" sldId="2147483648"/>
        </pc:sldMasterMkLst>
        <pc:sldLayoutChg chg="addSp delSp modSp mod">
          <pc:chgData name="CORDOVILLA JOSÉ" userId="3e432d2a-0840-4c3e-813e-0721a328213c" providerId="ADAL" clId="{74CA89A3-2F77-53C5-A871-4955137D542F}" dt="2025-09-16T21:36:55.843" v="1116" actId="1076"/>
          <pc:sldLayoutMkLst>
            <pc:docMk/>
            <pc:sldMasterMk cId="0" sldId="2147483648"/>
            <pc:sldLayoutMk cId="0" sldId="2147483650"/>
          </pc:sldLayoutMkLst>
          <pc:picChg chg="add mod">
            <ac:chgData name="CORDOVILLA JOSÉ" userId="3e432d2a-0840-4c3e-813e-0721a328213c" providerId="ADAL" clId="{74CA89A3-2F77-53C5-A871-4955137D542F}" dt="2025-09-16T21:36:55.843" v="1116" actId="1076"/>
            <ac:picMkLst>
              <pc:docMk/>
              <pc:sldMasterMk cId="0" sldId="2147483648"/>
              <pc:sldLayoutMk cId="0" sldId="2147483650"/>
              <ac:picMk id="2" creationId="{7D157DE7-FE3C-B1C4-C91E-C5991C17F7DB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582182f26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582182f26_1_3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6582182f26_1_3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582182f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6582182f2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6582182f2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582182f2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582182f2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g36582182f2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1F6C1FDD-5B06-7D3D-2F6B-F4265251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582182f26_1_2:notes">
            <a:extLst>
              <a:ext uri="{FF2B5EF4-FFF2-40B4-BE49-F238E27FC236}">
                <a16:creationId xmlns:a16="http://schemas.microsoft.com/office/drawing/2014/main" id="{23FAFB9C-1EAD-4031-15D6-1783AC0F2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582182f26_1_2:notes">
            <a:extLst>
              <a:ext uri="{FF2B5EF4-FFF2-40B4-BE49-F238E27FC236}">
                <a16:creationId xmlns:a16="http://schemas.microsoft.com/office/drawing/2014/main" id="{3421BDAC-8FB8-75A0-51E1-4DBB16B9C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g36582182f26_1_2:notes">
            <a:extLst>
              <a:ext uri="{FF2B5EF4-FFF2-40B4-BE49-F238E27FC236}">
                <a16:creationId xmlns:a16="http://schemas.microsoft.com/office/drawing/2014/main" id="{8E40D4C7-0131-A743-D4BA-1DE44374C5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3784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B687BFDE-D431-E378-9B1C-120442F7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582182f26_1_2:notes">
            <a:extLst>
              <a:ext uri="{FF2B5EF4-FFF2-40B4-BE49-F238E27FC236}">
                <a16:creationId xmlns:a16="http://schemas.microsoft.com/office/drawing/2014/main" id="{8213A50E-443C-D37C-1FFD-9CFAA7257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582182f26_1_2:notes">
            <a:extLst>
              <a:ext uri="{FF2B5EF4-FFF2-40B4-BE49-F238E27FC236}">
                <a16:creationId xmlns:a16="http://schemas.microsoft.com/office/drawing/2014/main" id="{C0A50064-6DA1-E4C0-98EB-89522A801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g36582182f26_1_2:notes">
            <a:extLst>
              <a:ext uri="{FF2B5EF4-FFF2-40B4-BE49-F238E27FC236}">
                <a16:creationId xmlns:a16="http://schemas.microsoft.com/office/drawing/2014/main" id="{BF4D763A-5B2D-18E4-3F65-5F0598A066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2734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DE588858-134B-704A-3071-1A7804C9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582182f26_1_2:notes">
            <a:extLst>
              <a:ext uri="{FF2B5EF4-FFF2-40B4-BE49-F238E27FC236}">
                <a16:creationId xmlns:a16="http://schemas.microsoft.com/office/drawing/2014/main" id="{662D302C-85C1-F26F-E9EB-799FE4F8D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582182f26_1_2:notes">
            <a:extLst>
              <a:ext uri="{FF2B5EF4-FFF2-40B4-BE49-F238E27FC236}">
                <a16:creationId xmlns:a16="http://schemas.microsoft.com/office/drawing/2014/main" id="{AC9ACB2D-0FEF-7DAC-6444-B50EB9505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g36582182f26_1_2:notes">
            <a:extLst>
              <a:ext uri="{FF2B5EF4-FFF2-40B4-BE49-F238E27FC236}">
                <a16:creationId xmlns:a16="http://schemas.microsoft.com/office/drawing/2014/main" id="{5C42E1A5-DC8A-64D2-DE72-8414B7DAB1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98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182477DE-CE89-2016-F08E-6AF9DFAE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582182f26_1_360:notes">
            <a:extLst>
              <a:ext uri="{FF2B5EF4-FFF2-40B4-BE49-F238E27FC236}">
                <a16:creationId xmlns:a16="http://schemas.microsoft.com/office/drawing/2014/main" id="{9319CF0A-0D17-CDBC-0F37-18E43CC8F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582182f26_1_360:notes">
            <a:extLst>
              <a:ext uri="{FF2B5EF4-FFF2-40B4-BE49-F238E27FC236}">
                <a16:creationId xmlns:a16="http://schemas.microsoft.com/office/drawing/2014/main" id="{17DE6893-7E69-8D79-88FA-DA301495D1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6582182f26_1_360:notes">
            <a:extLst>
              <a:ext uri="{FF2B5EF4-FFF2-40B4-BE49-F238E27FC236}">
                <a16:creationId xmlns:a16="http://schemas.microsoft.com/office/drawing/2014/main" id="{6704161B-8BA5-4E81-D0D2-B6F1B1EE8B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5407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Imagen 1">
  <p:cSld name="Texto e Imagen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2" y="3"/>
            <a:ext cx="194471" cy="1028733"/>
          </a:xfrm>
          <a:prstGeom prst="rect">
            <a:avLst/>
          </a:prstGeom>
          <a:solidFill>
            <a:srgbClr val="E2081E"/>
          </a:solidFill>
          <a:ln>
            <a:noFill/>
          </a:ln>
        </p:spPr>
        <p:txBody>
          <a:bodyPr spcFirstLastPara="1" wrap="square" lIns="107250" tIns="53625" rIns="107250" bIns="53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9"/>
          <p:cNvCxnSpPr/>
          <p:nvPr/>
        </p:nvCxnSpPr>
        <p:spPr>
          <a:xfrm>
            <a:off x="378184" y="1013409"/>
            <a:ext cx="11109067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20" name="Google Shape;20;p19" descr="Home | SSATP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6589" y="283908"/>
            <a:ext cx="1562044" cy="546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9" descr="European Union Logo, symbol, meaning, history, PNG, brand"/>
          <p:cNvPicPr preferRelativeResize="0"/>
          <p:nvPr/>
        </p:nvPicPr>
        <p:blipFill rotWithShape="1">
          <a:blip r:embed="rId3">
            <a:alphaModFix/>
          </a:blip>
          <a:srcRect t="23355" b="23486"/>
          <a:stretch/>
        </p:blipFill>
        <p:spPr>
          <a:xfrm>
            <a:off x="7253882" y="338983"/>
            <a:ext cx="1562045" cy="467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4" descr="TYPSA, Técnica y Proyectos S.A. - Asociación Española del Hidrógeno">
            <a:extLst>
              <a:ext uri="{FF2B5EF4-FFF2-40B4-BE49-F238E27FC236}">
                <a16:creationId xmlns:a16="http://schemas.microsoft.com/office/drawing/2014/main" id="{7D157DE7-FE3C-B1C4-C91E-C5991C17F7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8633" y="239881"/>
            <a:ext cx="1188011" cy="66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582182f26_1_360"/>
          <p:cNvSpPr txBox="1"/>
          <p:nvPr/>
        </p:nvSpPr>
        <p:spPr>
          <a:xfrm>
            <a:off x="731700" y="2392050"/>
            <a:ext cx="105270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E2081E"/>
                </a:solidFill>
              </a:rPr>
              <a:t>OPERATIONS, RESILIENCE AND EQUITY</a:t>
            </a:r>
          </a:p>
          <a:p>
            <a:pPr marL="0" marR="0" algn="ctr">
              <a:buNone/>
            </a:pPr>
            <a:endParaRPr lang="en-GB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buNone/>
            </a:pPr>
            <a:endParaRPr lang="en-GB" sz="2400" b="1" u="sng" dirty="0">
              <a:solidFill>
                <a:srgbClr val="000000"/>
              </a:solidFill>
              <a:effectLst/>
              <a:latin typeface="Kalinga" panose="020B0502040204020203" pitchFamily="34" charset="0"/>
              <a:ea typeface="Kalinga" panose="020B0502040204020203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2400" b="1" u="sng" dirty="0">
                <a:solidFill>
                  <a:srgbClr val="000000"/>
                </a:solidFill>
                <a:effectLst/>
                <a:latin typeface="Kalinga" panose="020B0502040204020203" pitchFamily="34" charset="0"/>
                <a:ea typeface="Kalinga" panose="020B0502040204020203" pitchFamily="34" charset="0"/>
                <a:cs typeface="Times New Roman" panose="02020603050405020304" pitchFamily="18" charset="0"/>
              </a:rPr>
              <a:t>MAINSTREAMING CLIMATE RESILIENCE AND EQUITY IN ROAD FUNDS OPERATIONS: CURRENT SITUATION AND DISCUSSION</a:t>
            </a:r>
          </a:p>
          <a:p>
            <a:pPr marL="0" marR="0" algn="ctr"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rgbClr val="E2081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8BA7EE1-0588-6FDC-01FB-0DD55C92FA9B}"/>
              </a:ext>
            </a:extLst>
          </p:cNvPr>
          <p:cNvSpPr txBox="1"/>
          <p:nvPr/>
        </p:nvSpPr>
        <p:spPr>
          <a:xfrm>
            <a:off x="841734" y="1341884"/>
            <a:ext cx="10266533" cy="176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Arial"/>
              <a:buNone/>
              <a:tabLst>
                <a:tab pos="457200" algn="l"/>
              </a:tabLst>
              <a:defRPr/>
            </a:pPr>
            <a:endParaRPr kumimoji="0" lang="en-US" sz="1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Kalinga" panose="020B0502040204020203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Arial"/>
              <a:buNone/>
              <a:tabLst>
                <a:tab pos="457200" algn="l"/>
              </a:tabLst>
              <a:defRPr/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Kalinga" panose="020B0502040204020203" pitchFamily="34" charset="0"/>
                <a:cs typeface="Times New Roman" panose="02020603050405020304" pitchFamily="18" charset="0"/>
              </a:rPr>
              <a:t>Our group has 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identified </a:t>
            </a: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practical ways to mainstream climate resilience and equity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:</a:t>
            </a:r>
          </a:p>
          <a:p>
            <a:pPr marL="285750" marR="0" lvl="0" indent="-28575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through their planning, allocation, disbursement, and monitoring processes</a:t>
            </a:r>
          </a:p>
          <a:p>
            <a:pPr marL="285750" marR="0" lvl="0" indent="-28575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without stepping on the mandates of road agencies and at reasonable cost. </a:t>
            </a:r>
          </a:p>
        </p:txBody>
      </p:sp>
      <p:sp>
        <p:nvSpPr>
          <p:cNvPr id="196" name="Google Shape;196;g36582182f26_0_0"/>
          <p:cNvSpPr txBox="1"/>
          <p:nvPr/>
        </p:nvSpPr>
        <p:spPr>
          <a:xfrm>
            <a:off x="392847" y="446241"/>
            <a:ext cx="765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E2081E"/>
                </a:solidFill>
              </a:rPr>
              <a:t>Summary of Results</a:t>
            </a:r>
            <a:endParaRPr sz="2000" b="1" dirty="0">
              <a:solidFill>
                <a:srgbClr val="E2081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6;g36582182f26_0_0">
            <a:extLst>
              <a:ext uri="{FF2B5EF4-FFF2-40B4-BE49-F238E27FC236}">
                <a16:creationId xmlns:a16="http://schemas.microsoft.com/office/drawing/2014/main" id="{D6405EB3-CFFB-4F19-BB45-FC4AE1D2088B}"/>
              </a:ext>
            </a:extLst>
          </p:cNvPr>
          <p:cNvSpPr txBox="1"/>
          <p:nvPr/>
        </p:nvSpPr>
        <p:spPr>
          <a:xfrm>
            <a:off x="392847" y="446241"/>
            <a:ext cx="765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E2081E"/>
                </a:solidFill>
              </a:rPr>
              <a:t>Results – 1. Planning and Budgeting</a:t>
            </a:r>
            <a:endParaRPr sz="2000" b="1" dirty="0">
              <a:solidFill>
                <a:srgbClr val="E2081E"/>
              </a:solidFill>
            </a:endParaRPr>
          </a:p>
        </p:txBody>
      </p:sp>
      <p:sp>
        <p:nvSpPr>
          <p:cNvPr id="15" name="CuadroTexto 2">
            <a:extLst>
              <a:ext uri="{FF2B5EF4-FFF2-40B4-BE49-F238E27FC236}">
                <a16:creationId xmlns:a16="http://schemas.microsoft.com/office/drawing/2014/main" id="{BCBD3E8D-49B0-2876-EB77-D4E68E65057F}"/>
              </a:ext>
            </a:extLst>
          </p:cNvPr>
          <p:cNvSpPr txBox="1"/>
          <p:nvPr/>
        </p:nvSpPr>
        <p:spPr>
          <a:xfrm>
            <a:off x="874890" y="1657972"/>
            <a:ext cx="4814712" cy="305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Resilience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Use climate-risk layers in RAMS to </a:t>
            </a:r>
            <a:r>
              <a:rPr kumimoji="0" lang="en-US" sz="190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prioritise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 maintenance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Apply life-cycle costing to justify resilient designs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Kalinga" panose="020B0502040204020203" pitchFamily="34" charset="0"/>
                <a:cs typeface="Times New Roman" panose="02020603050405020304" pitchFamily="18" charset="0"/>
              </a:rPr>
              <a:t>S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et a contingency reserve (e.g., ~5%) for rapid recovery after extreme events.</a:t>
            </a:r>
          </a:p>
        </p:txBody>
      </p:sp>
      <p:sp>
        <p:nvSpPr>
          <p:cNvPr id="16" name="CuadroTexto 2">
            <a:extLst>
              <a:ext uri="{FF2B5EF4-FFF2-40B4-BE49-F238E27FC236}">
                <a16:creationId xmlns:a16="http://schemas.microsoft.com/office/drawing/2014/main" id="{1E97A67A-7371-E0D1-4C59-3ECA82965033}"/>
              </a:ext>
            </a:extLst>
          </p:cNvPr>
          <p:cNvSpPr txBox="1"/>
          <p:nvPr/>
        </p:nvSpPr>
        <p:spPr>
          <a:xfrm>
            <a:off x="6502399" y="1657972"/>
            <a:ext cx="4459112" cy="215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Equity</a:t>
            </a:r>
            <a:endParaRPr lang="en-US" sz="1900" b="1" dirty="0">
              <a:solidFill>
                <a:schemeClr val="tx1">
                  <a:lumMod val="85000"/>
                  <a:lumOff val="15000"/>
                </a:schemeClr>
              </a:solidFill>
              <a:latin typeface="Kalinga" panose="020B0502040204020203" pitchFamily="34" charset="0"/>
              <a:cs typeface="Times New Roman" panose="02020603050405020304" pitchFamily="18" charset="0"/>
            </a:endParaRPr>
          </a:p>
          <a:p>
            <a:pPr marL="347663" lvl="1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Create targeted budget lines and access pathways for SMEs and women-/youth-led firms so they can participate in funded maintenance </a:t>
            </a:r>
            <a:r>
              <a:rPr kumimoji="0" lang="en-US" sz="190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programmes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2060743A-BFF2-5B69-A653-E78D9440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6;g36582182f26_0_0">
            <a:extLst>
              <a:ext uri="{FF2B5EF4-FFF2-40B4-BE49-F238E27FC236}">
                <a16:creationId xmlns:a16="http://schemas.microsoft.com/office/drawing/2014/main" id="{A1FD12D4-0872-CA7F-E0B0-6EE3902C453B}"/>
              </a:ext>
            </a:extLst>
          </p:cNvPr>
          <p:cNvSpPr txBox="1"/>
          <p:nvPr/>
        </p:nvSpPr>
        <p:spPr>
          <a:xfrm>
            <a:off x="392847" y="446241"/>
            <a:ext cx="765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E2081E"/>
                </a:solidFill>
              </a:rPr>
              <a:t>Results – 2. Disbursement &amp; Delivery (execution)</a:t>
            </a:r>
            <a:endParaRPr sz="2000" b="1" dirty="0">
              <a:solidFill>
                <a:srgbClr val="E2081E"/>
              </a:solidFill>
            </a:endParaRPr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A659D51E-8FD1-EC80-480B-C11CE045AD18}"/>
              </a:ext>
            </a:extLst>
          </p:cNvPr>
          <p:cNvSpPr txBox="1"/>
          <p:nvPr/>
        </p:nvSpPr>
        <p:spPr>
          <a:xfrm>
            <a:off x="874890" y="1646683"/>
            <a:ext cx="4814712" cy="4143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Resilience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Make funding eligibility contingent on climate-resilient standards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Kalinga" panose="020B0502040204020203" pitchFamily="34" charset="0"/>
                <a:cs typeface="Times New Roman" panose="02020603050405020304" pitchFamily="18" charset="0"/>
              </a:rPr>
              <a:t>R</a:t>
            </a:r>
            <a:r>
              <a:rPr kumimoji="0" lang="en-US" sz="190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equire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 RAMS-based maintenance plans with current datasets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Embed resilience/serviceability indicators in performance-based contracts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Activate pre-approved emergency procedures (including framework contracts) after shocks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FF7F3FD5-1157-6C3E-D047-5A4B78ED9D58}"/>
              </a:ext>
            </a:extLst>
          </p:cNvPr>
          <p:cNvSpPr txBox="1"/>
          <p:nvPr/>
        </p:nvSpPr>
        <p:spPr>
          <a:xfrm>
            <a:off x="6502399" y="1646683"/>
            <a:ext cx="4459112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Equity</a:t>
            </a:r>
            <a:endParaRPr lang="en-US" sz="1900" b="1" dirty="0">
              <a:solidFill>
                <a:schemeClr val="tx1">
                  <a:lumMod val="85000"/>
                  <a:lumOff val="15000"/>
                </a:schemeClr>
              </a:solidFill>
              <a:latin typeface="Kalinga" panose="020B0502040204020203" pitchFamily="34" charset="0"/>
              <a:cs typeface="Times New Roman" panose="02020603050405020304" pitchFamily="18" charset="0"/>
            </a:endParaRPr>
          </a:p>
          <a:p>
            <a:pPr marL="347663" lvl="1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Offer enablers (e.g., advance payments and training) for local SMEs.</a:t>
            </a:r>
          </a:p>
          <a:p>
            <a:pPr marL="347663" lvl="1">
              <a:lnSpc>
                <a:spcPct val="110000"/>
              </a:lnSpc>
              <a:spcAft>
                <a:spcPts val="1000"/>
              </a:spcAft>
              <a:defRPr/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Kalinga" panose="020B0502040204020203" pitchFamily="34" charset="0"/>
                <a:cs typeface="Times New Roman" panose="02020603050405020304" pitchFamily="18" charset="0"/>
              </a:rPr>
              <a:t>A</a:t>
            </a:r>
            <a:r>
              <a:rPr kumimoji="0" lang="en-US" sz="1900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ttach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 basic social safeguards to financed works; track and report who benefits from contracts.</a:t>
            </a:r>
          </a:p>
        </p:txBody>
      </p:sp>
    </p:spTree>
    <p:extLst>
      <p:ext uri="{BB962C8B-B14F-4D97-AF65-F5344CB8AC3E}">
        <p14:creationId xmlns:p14="http://schemas.microsoft.com/office/powerpoint/2010/main" val="2321552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0B62CBD7-D9F1-955A-FD46-B31D5DE9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6;g36582182f26_0_0">
            <a:extLst>
              <a:ext uri="{FF2B5EF4-FFF2-40B4-BE49-F238E27FC236}">
                <a16:creationId xmlns:a16="http://schemas.microsoft.com/office/drawing/2014/main" id="{9AF3BE98-5CEF-97D6-6FFB-3FD1F4A40285}"/>
              </a:ext>
            </a:extLst>
          </p:cNvPr>
          <p:cNvSpPr txBox="1"/>
          <p:nvPr/>
        </p:nvSpPr>
        <p:spPr>
          <a:xfrm>
            <a:off x="392847" y="446241"/>
            <a:ext cx="765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E2081E"/>
                </a:solidFill>
              </a:rPr>
              <a:t>Results – 3. Fund allocation rules</a:t>
            </a:r>
            <a:endParaRPr sz="2000" b="1" dirty="0">
              <a:solidFill>
                <a:srgbClr val="E2081E"/>
              </a:solidFill>
            </a:endParaRPr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8CFEF0F4-013F-7604-5F5E-CE919256072A}"/>
              </a:ext>
            </a:extLst>
          </p:cNvPr>
          <p:cNvSpPr txBox="1"/>
          <p:nvPr/>
        </p:nvSpPr>
        <p:spPr>
          <a:xfrm>
            <a:off x="874890" y="1646683"/>
            <a:ext cx="4814712" cy="3050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Resilience</a:t>
            </a: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Earmark a minimum share of the maintenance budget for resilience measures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Balance rural/urban allocations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Publish transparent formulas and evaluation scores to reduce interference.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F3652773-E9F7-9618-D5D6-B4611F61AB6E}"/>
              </a:ext>
            </a:extLst>
          </p:cNvPr>
          <p:cNvSpPr txBox="1"/>
          <p:nvPr/>
        </p:nvSpPr>
        <p:spPr>
          <a:xfrm>
            <a:off x="6502399" y="1646683"/>
            <a:ext cx="4459112" cy="215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Equity</a:t>
            </a:r>
            <a:endParaRPr lang="en-US" sz="1900" b="1" dirty="0">
              <a:solidFill>
                <a:schemeClr val="tx1">
                  <a:lumMod val="85000"/>
                  <a:lumOff val="15000"/>
                </a:schemeClr>
              </a:solidFill>
              <a:latin typeface="Kalinga" panose="020B0502040204020203" pitchFamily="34" charset="0"/>
              <a:cs typeface="Times New Roman" panose="02020603050405020304" pitchFamily="18" charset="0"/>
            </a:endParaRPr>
          </a:p>
          <a:p>
            <a:pPr marL="347663" lvl="1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Weight allocations toward vulnerable regions and essential access (schools, clinics, markets) to protect connectivity for priority users.</a:t>
            </a:r>
          </a:p>
        </p:txBody>
      </p:sp>
    </p:spTree>
    <p:extLst>
      <p:ext uri="{BB962C8B-B14F-4D97-AF65-F5344CB8AC3E}">
        <p14:creationId xmlns:p14="http://schemas.microsoft.com/office/powerpoint/2010/main" val="2772416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B761F00C-4B2F-7C03-72A8-DBFA57EF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6;g36582182f26_0_0">
            <a:extLst>
              <a:ext uri="{FF2B5EF4-FFF2-40B4-BE49-F238E27FC236}">
                <a16:creationId xmlns:a16="http://schemas.microsoft.com/office/drawing/2014/main" id="{1BA30E42-7DF8-5D4B-3243-AF79B4257FCA}"/>
              </a:ext>
            </a:extLst>
          </p:cNvPr>
          <p:cNvSpPr txBox="1"/>
          <p:nvPr/>
        </p:nvSpPr>
        <p:spPr>
          <a:xfrm>
            <a:off x="392847" y="446241"/>
            <a:ext cx="765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E2081E"/>
                </a:solidFill>
              </a:rPr>
              <a:t>Results – 4. Transparency &amp; Accountability</a:t>
            </a:r>
            <a:endParaRPr sz="2000" b="1" dirty="0">
              <a:solidFill>
                <a:srgbClr val="E2081E"/>
              </a:solidFill>
            </a:endParaRPr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56501EAF-B182-6114-A3BA-9E98A4CB42FF}"/>
              </a:ext>
            </a:extLst>
          </p:cNvPr>
          <p:cNvSpPr txBox="1"/>
          <p:nvPr/>
        </p:nvSpPr>
        <p:spPr>
          <a:xfrm>
            <a:off x="874890" y="1646683"/>
            <a:ext cx="4814712" cy="3178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What to Monitor?</a:t>
            </a:r>
            <a:endParaRPr kumimoji="0" lang="en-US" sz="1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Kalinga" panose="020B0502040204020203" pitchFamily="34" charset="0"/>
              <a:cs typeface="Times New Roman" panose="02020603050405020304" pitchFamily="18" charset="0"/>
              <a:sym typeface="Arial"/>
            </a:endParaRP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% of planned works delivered; time to restore traffic after events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% of network maintained to resilient standards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Accident/disruption trends</a:t>
            </a:r>
          </a:p>
          <a:p>
            <a:pPr marL="347663" lvl="3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Portion of contracts by priority groups/regions.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13E723CF-B375-7A8E-C704-4F1C8B5F3A92}"/>
              </a:ext>
            </a:extLst>
          </p:cNvPr>
          <p:cNvSpPr txBox="1"/>
          <p:nvPr/>
        </p:nvSpPr>
        <p:spPr>
          <a:xfrm>
            <a:off x="6502399" y="1646683"/>
            <a:ext cx="4459112" cy="240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Tx/>
              <a:buFont typeface="Wingdings" pitchFamily="2" charset="2"/>
              <a:buChar char="Ø"/>
              <a:tabLst>
                <a:tab pos="457200" algn="l"/>
              </a:tabLst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How to assure</a:t>
            </a:r>
            <a:endParaRPr lang="en-US" sz="1900" b="1" dirty="0">
              <a:solidFill>
                <a:schemeClr val="tx1">
                  <a:lumMod val="85000"/>
                  <a:lumOff val="15000"/>
                </a:schemeClr>
              </a:solidFill>
              <a:latin typeface="Kalinga" panose="020B0502040204020203" pitchFamily="34" charset="0"/>
              <a:cs typeface="Times New Roman" panose="02020603050405020304" pitchFamily="18" charset="0"/>
            </a:endParaRPr>
          </a:p>
          <a:p>
            <a:pPr marL="347663" lvl="1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Simple, understandable public dashboards</a:t>
            </a:r>
          </a:p>
          <a:p>
            <a:pPr marL="347663" lvl="1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Regular independent technical/financial audits</a:t>
            </a:r>
          </a:p>
          <a:p>
            <a:pPr marL="347663" lvl="1">
              <a:lnSpc>
                <a:spcPct val="110000"/>
              </a:lnSpc>
              <a:spcAft>
                <a:spcPts val="1000"/>
              </a:spcAft>
              <a:defRPr/>
            </a:pPr>
            <a:r>
              <a:rPr kumimoji="0" lang="en-US" sz="19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alinga" panose="020B0502040204020203" pitchFamily="34" charset="0"/>
                <a:cs typeface="Times New Roman" panose="02020603050405020304" pitchFamily="18" charset="0"/>
                <a:sym typeface="Arial"/>
              </a:rPr>
              <a:t>Accessible grievance channels.</a:t>
            </a:r>
          </a:p>
        </p:txBody>
      </p:sp>
    </p:spTree>
    <p:extLst>
      <p:ext uri="{BB962C8B-B14F-4D97-AF65-F5344CB8AC3E}">
        <p14:creationId xmlns:p14="http://schemas.microsoft.com/office/powerpoint/2010/main" val="3591476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AC9E3F65-FBEB-F4C7-B92F-BAAC3D52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582182f26_1_360">
            <a:extLst>
              <a:ext uri="{FF2B5EF4-FFF2-40B4-BE49-F238E27FC236}">
                <a16:creationId xmlns:a16="http://schemas.microsoft.com/office/drawing/2014/main" id="{BD34648C-CD2B-B8CA-D128-8BB4CC9EEF64}"/>
              </a:ext>
            </a:extLst>
          </p:cNvPr>
          <p:cNvSpPr txBox="1"/>
          <p:nvPr/>
        </p:nvSpPr>
        <p:spPr>
          <a:xfrm>
            <a:off x="731700" y="2392050"/>
            <a:ext cx="105270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E2081E"/>
                </a:solidFill>
              </a:rPr>
              <a:t>OPERATIONS, RESILIENCE AND EQUITY</a:t>
            </a:r>
          </a:p>
          <a:p>
            <a:pPr marL="0" marR="0" algn="ctr">
              <a:buNone/>
            </a:pPr>
            <a:endParaRPr lang="en-GB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buNone/>
            </a:pPr>
            <a:endParaRPr lang="en-GB" sz="2400" b="1" u="sng" dirty="0">
              <a:solidFill>
                <a:srgbClr val="000000"/>
              </a:solidFill>
              <a:effectLst/>
              <a:latin typeface="Kalinga" panose="020B0502040204020203" pitchFamily="34" charset="0"/>
              <a:ea typeface="Kalinga" panose="020B0502040204020203" pitchFamily="34" charset="0"/>
              <a:cs typeface="Times New Roman" panose="02020603050405020304" pitchFamily="18" charset="0"/>
            </a:endParaRPr>
          </a:p>
          <a:p>
            <a:pPr marL="0" marR="0" algn="ctr"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ctr">
              <a:buNone/>
            </a:pPr>
            <a:r>
              <a:rPr lang="en-US" sz="2400" b="1" u="sng" dirty="0">
                <a:solidFill>
                  <a:srgbClr val="000000"/>
                </a:solidFill>
                <a:effectLst/>
                <a:latin typeface="Kalinga" panose="020B0502040204020203" pitchFamily="34" charset="0"/>
                <a:ea typeface="Kalinga" panose="020B0502040204020203" pitchFamily="34" charset="0"/>
                <a:cs typeface="Times New Roman" panose="02020603050405020304" pitchFamily="18" charset="0"/>
              </a:rPr>
              <a:t>THANK YOU</a:t>
            </a:r>
          </a:p>
          <a:p>
            <a:pPr marL="0" marR="0" algn="ctr"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rgbClr val="E2081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769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f4c7fb-5be7-48ae-9ddb-a5c46a443b58">
      <Terms xmlns="http://schemas.microsoft.com/office/infopath/2007/PartnerControls"/>
    </lcf76f155ced4ddcb4097134ff3c332f>
    <_Flow_SignoffStatus xmlns="80f4c7fb-5be7-48ae-9ddb-a5c46a443b58" xsi:nil="true"/>
    <TaxCatchAll xmlns="b39bf1ee-6b4f-479f-9ce9-7241d6522d55" xsi:nil="true"/>
    <_dlc_ExpireDateSaved xmlns="http://schemas.microsoft.com/sharepoint/v3" xsi:nil="true"/>
    <_dlc_ExpireDate xmlns="http://schemas.microsoft.com/sharepoint/v3">2025-10-06T08:23:08+00:00</_dlc_ExpireDat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E84F999B26149BAD494A5506E81F3" ma:contentTypeVersion="25" ma:contentTypeDescription="Create a new document." ma:contentTypeScope="" ma:versionID="cd295e73000c6148a28815fbef325cf0">
  <xsd:schema xmlns:xsd="http://www.w3.org/2001/XMLSchema" xmlns:xs="http://www.w3.org/2001/XMLSchema" xmlns:p="http://schemas.microsoft.com/office/2006/metadata/properties" xmlns:ns1="http://schemas.microsoft.com/sharepoint/v3" xmlns:ns2="80f4c7fb-5be7-48ae-9ddb-a5c46a443b58" xmlns:ns3="b39bf1ee-6b4f-479f-9ce9-7241d6522d55" targetNamespace="http://schemas.microsoft.com/office/2006/metadata/properties" ma:root="true" ma:fieldsID="443c52d966bc38211c74f43f1a24c477" ns1:_="" ns2:_="" ns3:_="">
    <xsd:import namespace="http://schemas.microsoft.com/sharepoint/v3"/>
    <xsd:import namespace="80f4c7fb-5be7-48ae-9ddb-a5c46a443b58"/>
    <xsd:import namespace="b39bf1ee-6b4f-479f-9ce9-7241d6522d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dlc_ExpireDateSaved" minOccurs="0"/>
                <xsd:element ref="ns1:_dlc_ExpireDate" minOccurs="0"/>
                <xsd:element ref="ns1:_dlc_Exempt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pireDateSaved" ma:index="10" nillable="true" ma:displayName="Original Expiration Date" ma:hidden="true" ma:internalName="_dlc_ExpireDateSaved" ma:readOnly="true">
      <xsd:simpleType>
        <xsd:restriction base="dms:DateTime"/>
      </xsd:simpleType>
    </xsd:element>
    <xsd:element name="_dlc_ExpireDate" ma:index="11" nillable="true" ma:displayName="Expiration Date" ma:description="" ma:hidden="true" ma:indexed="true" ma:internalName="_dlc_ExpireDate" ma:readOnly="true">
      <xsd:simpleType>
        <xsd:restriction base="dms:DateTime"/>
      </xsd:simpleType>
    </xsd:element>
    <xsd:element name="_dlc_Exempt" ma:index="12" nillable="true" ma:displayName="Exempt from Policy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f4c7fb-5be7-48ae-9ddb-a5c46a443b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556e139c-3976-4f37-8cfc-4ca6bb14bc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9bf1ee-6b4f-479f-9ce9-7241d6522d5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f521ea0d-b711-45dc-8afd-6539f8507523}" ma:internalName="TaxCatchAll" ma:showField="CatchAllData" ma:web="b39bf1ee-6b4f-479f-9ce9-7241d6522d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52D66D-CDAB-4983-96A2-73DBA46BF21D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52835cd-1b05-4d87-be05-3fadb68b6607"/>
  </ds:schemaRefs>
</ds:datastoreItem>
</file>

<file path=customXml/itemProps2.xml><?xml version="1.0" encoding="utf-8"?>
<ds:datastoreItem xmlns:ds="http://schemas.openxmlformats.org/officeDocument/2006/customXml" ds:itemID="{90F4BDBA-B95E-4D22-83BD-8B05C05CCF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4B3DEF-B001-470E-8749-58059AC19EC0}"/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337</Words>
  <Application>Microsoft Macintosh PowerPoint</Application>
  <PresentationFormat>Widescreen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Wingdings</vt:lpstr>
      <vt:lpstr>Arial</vt:lpstr>
      <vt:lpstr>Kalinga</vt:lpstr>
      <vt:lpstr>Times New Roman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 Boubekeur</dc:creator>
  <cp:lastModifiedBy>Jose Cordovilla</cp:lastModifiedBy>
  <cp:revision>3</cp:revision>
  <dcterms:created xsi:type="dcterms:W3CDTF">2025-09-10T08:44:17Z</dcterms:created>
  <dcterms:modified xsi:type="dcterms:W3CDTF">2025-09-18T09:33:46Z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0x01010064AE84F999B26149BAD494A5506E81F3</vt:lpwstr>
  </property>
  <property fmtid="{D5CDD505-2E9C-101B-9397-08002B2CF9AE}" pid="3" name="MediaServiceImageTags">
    <vt:lpwstr/>
  </property>
  <property fmtid="{D5CDD505-2E9C-101B-9397-08002B2CF9AE}" pid="4" name="_dlc_policyId">
    <vt:lpwstr>/sites/FileTransfer/AFRICA</vt:lpwstr>
  </property>
  <property fmtid="{D5CDD505-2E9C-101B-9397-08002B2CF9AE}" pid="5" name="ItemRetentionFormula">
    <vt:lpwstr>&lt;formula id="Microsoft.Office.RecordsManagement.PolicyFeatures.Expiration.Formula.BuiltIn"&gt;&lt;number&gt;15&lt;/number&gt;&lt;property&gt;Created&lt;/property&gt;&lt;propertyId&gt;8c06beca-0777-48f7-91c7-6da68bc07b69&lt;/propertyId&gt;&lt;period&gt;days&lt;/period&gt;&lt;/formula&gt;</vt:lpwstr>
  </property>
</Properties>
</file>