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471" r:id="rId6"/>
    <p:sldId id="472" r:id="rId7"/>
    <p:sldId id="270" r:id="rId8"/>
    <p:sldId id="725" r:id="rId9"/>
    <p:sldId id="726" r:id="rId10"/>
    <p:sldId id="727" r:id="rId11"/>
    <p:sldId id="724" r:id="rId12"/>
    <p:sldId id="475" r:id="rId13"/>
    <p:sldId id="717" r:id="rId14"/>
    <p:sldId id="713" r:id="rId15"/>
    <p:sldId id="718" r:id="rId16"/>
    <p:sldId id="479" r:id="rId17"/>
    <p:sldId id="480" r:id="rId18"/>
    <p:sldId id="481" r:id="rId19"/>
    <p:sldId id="719" r:id="rId20"/>
    <p:sldId id="71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F4CDE-2FA7-4363-A41A-FFBCA8261B06}" v="2" dt="2025-11-05T09:40:39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 Haiya" userId="8072afe5-680d-4704-a814-fbd6355f74e8" providerId="ADAL" clId="{31C00EF1-A484-456D-86DD-B6760A81D9BF}"/>
    <pc:docChg chg="undo custSel modSld sldOrd">
      <pc:chgData name="Francis Haiya" userId="8072afe5-680d-4704-a814-fbd6355f74e8" providerId="ADAL" clId="{31C00EF1-A484-456D-86DD-B6760A81D9BF}" dt="2025-11-05T09:46:37.695" v="1189" actId="27636"/>
      <pc:docMkLst>
        <pc:docMk/>
      </pc:docMkLst>
      <pc:sldChg chg="modSp mod">
        <pc:chgData name="Francis Haiya" userId="8072afe5-680d-4704-a814-fbd6355f74e8" providerId="ADAL" clId="{31C00EF1-A484-456D-86DD-B6760A81D9BF}" dt="2025-11-05T09:25:45.693" v="371" actId="113"/>
        <pc:sldMkLst>
          <pc:docMk/>
          <pc:sldMk cId="58328095" sldId="270"/>
        </pc:sldMkLst>
        <pc:spChg chg="mod">
          <ac:chgData name="Francis Haiya" userId="8072afe5-680d-4704-a814-fbd6355f74e8" providerId="ADAL" clId="{31C00EF1-A484-456D-86DD-B6760A81D9BF}" dt="2025-11-05T09:25:45.693" v="371" actId="113"/>
          <ac:spMkLst>
            <pc:docMk/>
            <pc:sldMk cId="58328095" sldId="270"/>
            <ac:spMk id="3" creationId="{00000000-0000-0000-0000-000000000000}"/>
          </ac:spMkLst>
        </pc:spChg>
        <pc:spChg chg="mod">
          <ac:chgData name="Francis Haiya" userId="8072afe5-680d-4704-a814-fbd6355f74e8" providerId="ADAL" clId="{31C00EF1-A484-456D-86DD-B6760A81D9BF}" dt="2025-11-05T05:44:31.791" v="18" actId="6549"/>
          <ac:spMkLst>
            <pc:docMk/>
            <pc:sldMk cId="58328095" sldId="270"/>
            <ac:spMk id="7" creationId="{863AA412-32E5-9B86-6055-4062A475F55A}"/>
          </ac:spMkLst>
        </pc:spChg>
      </pc:sldChg>
      <pc:sldChg chg="modSp mod">
        <pc:chgData name="Francis Haiya" userId="8072afe5-680d-4704-a814-fbd6355f74e8" providerId="ADAL" clId="{31C00EF1-A484-456D-86DD-B6760A81D9BF}" dt="2025-11-05T09:26:03.318" v="375" actId="113"/>
        <pc:sldMkLst>
          <pc:docMk/>
          <pc:sldMk cId="2486204724" sldId="471"/>
        </pc:sldMkLst>
        <pc:spChg chg="mod">
          <ac:chgData name="Francis Haiya" userId="8072afe5-680d-4704-a814-fbd6355f74e8" providerId="ADAL" clId="{31C00EF1-A484-456D-86DD-B6760A81D9BF}" dt="2025-11-05T09:26:03.318" v="375" actId="113"/>
          <ac:spMkLst>
            <pc:docMk/>
            <pc:sldMk cId="2486204724" sldId="471"/>
            <ac:spMk id="4" creationId="{2FD71066-E544-63E9-2DF8-2A34E4E98122}"/>
          </ac:spMkLst>
        </pc:spChg>
        <pc:spChg chg="mod">
          <ac:chgData name="Francis Haiya" userId="8072afe5-680d-4704-a814-fbd6355f74e8" providerId="ADAL" clId="{31C00EF1-A484-456D-86DD-B6760A81D9BF}" dt="2025-11-05T05:42:22.362" v="0" actId="20577"/>
          <ac:spMkLst>
            <pc:docMk/>
            <pc:sldMk cId="2486204724" sldId="471"/>
            <ac:spMk id="5" creationId="{3AB98204-985A-8818-624F-A2875CBB0D26}"/>
          </ac:spMkLst>
        </pc:spChg>
      </pc:sldChg>
      <pc:sldChg chg="modSp mod">
        <pc:chgData name="Francis Haiya" userId="8072afe5-680d-4704-a814-fbd6355f74e8" providerId="ADAL" clId="{31C00EF1-A484-456D-86DD-B6760A81D9BF}" dt="2025-11-05T09:46:37.695" v="1189" actId="27636"/>
        <pc:sldMkLst>
          <pc:docMk/>
          <pc:sldMk cId="4072693720" sldId="472"/>
        </pc:sldMkLst>
        <pc:spChg chg="mod">
          <ac:chgData name="Francis Haiya" userId="8072afe5-680d-4704-a814-fbd6355f74e8" providerId="ADAL" clId="{31C00EF1-A484-456D-86DD-B6760A81D9BF}" dt="2025-11-05T09:43:41.428" v="1152" actId="1076"/>
          <ac:spMkLst>
            <pc:docMk/>
            <pc:sldMk cId="4072693720" sldId="472"/>
            <ac:spMk id="2" creationId="{EB67773A-A430-EE99-AC73-CF968C18D8A5}"/>
          </ac:spMkLst>
        </pc:spChg>
        <pc:spChg chg="mod">
          <ac:chgData name="Francis Haiya" userId="8072afe5-680d-4704-a814-fbd6355f74e8" providerId="ADAL" clId="{31C00EF1-A484-456D-86DD-B6760A81D9BF}" dt="2025-11-05T09:46:37.695" v="1189" actId="27636"/>
          <ac:spMkLst>
            <pc:docMk/>
            <pc:sldMk cId="4072693720" sldId="472"/>
            <ac:spMk id="7" creationId="{B0590364-3CC3-57BB-E41E-3B15220FF434}"/>
          </ac:spMkLst>
        </pc:spChg>
      </pc:sldChg>
      <pc:sldChg chg="modSp mod">
        <pc:chgData name="Francis Haiya" userId="8072afe5-680d-4704-a814-fbd6355f74e8" providerId="ADAL" clId="{31C00EF1-A484-456D-86DD-B6760A81D9BF}" dt="2025-11-05T09:31:12.726" v="380" actId="255"/>
        <pc:sldMkLst>
          <pc:docMk/>
          <pc:sldMk cId="3339488025" sldId="475"/>
        </pc:sldMkLst>
        <pc:spChg chg="mod">
          <ac:chgData name="Francis Haiya" userId="8072afe5-680d-4704-a814-fbd6355f74e8" providerId="ADAL" clId="{31C00EF1-A484-456D-86DD-B6760A81D9BF}" dt="2025-11-05T09:25:08.777" v="365" actId="113"/>
          <ac:spMkLst>
            <pc:docMk/>
            <pc:sldMk cId="3339488025" sldId="475"/>
            <ac:spMk id="2" creationId="{C21B8721-E989-1F7E-6AA9-D743AC5361A0}"/>
          </ac:spMkLst>
        </pc:spChg>
        <pc:spChg chg="mod">
          <ac:chgData name="Francis Haiya" userId="8072afe5-680d-4704-a814-fbd6355f74e8" providerId="ADAL" clId="{31C00EF1-A484-456D-86DD-B6760A81D9BF}" dt="2025-11-05T09:31:12.726" v="380" actId="255"/>
          <ac:spMkLst>
            <pc:docMk/>
            <pc:sldMk cId="3339488025" sldId="475"/>
            <ac:spMk id="8" creationId="{17B678A8-EE03-D648-9D4C-C34837AFA48A}"/>
          </ac:spMkLst>
        </pc:spChg>
      </pc:sldChg>
      <pc:sldChg chg="modSp mod ord">
        <pc:chgData name="Francis Haiya" userId="8072afe5-680d-4704-a814-fbd6355f74e8" providerId="ADAL" clId="{31C00EF1-A484-456D-86DD-B6760A81D9BF}" dt="2025-11-05T09:41:17.056" v="962" actId="1076"/>
        <pc:sldMkLst>
          <pc:docMk/>
          <pc:sldMk cId="2161179208" sldId="479"/>
        </pc:sldMkLst>
        <pc:spChg chg="mod">
          <ac:chgData name="Francis Haiya" userId="8072afe5-680d-4704-a814-fbd6355f74e8" providerId="ADAL" clId="{31C00EF1-A484-456D-86DD-B6760A81D9BF}" dt="2025-11-05T09:40:28.022" v="951" actId="113"/>
          <ac:spMkLst>
            <pc:docMk/>
            <pc:sldMk cId="2161179208" sldId="479"/>
            <ac:spMk id="2" creationId="{8B4E0BBF-A6E1-62DC-4653-92C140B61577}"/>
          </ac:spMkLst>
        </pc:spChg>
        <pc:graphicFrameChg chg="mod modGraphic">
          <ac:chgData name="Francis Haiya" userId="8072afe5-680d-4704-a814-fbd6355f74e8" providerId="ADAL" clId="{31C00EF1-A484-456D-86DD-B6760A81D9BF}" dt="2025-11-05T09:41:17.056" v="962" actId="1076"/>
          <ac:graphicFrameMkLst>
            <pc:docMk/>
            <pc:sldMk cId="2161179208" sldId="479"/>
            <ac:graphicFrameMk id="7" creationId="{C03413E2-3098-732D-57B7-DF7530DF7519}"/>
          </ac:graphicFrameMkLst>
        </pc:graphicFrameChg>
      </pc:sldChg>
      <pc:sldChg chg="modSp mod">
        <pc:chgData name="Francis Haiya" userId="8072afe5-680d-4704-a814-fbd6355f74e8" providerId="ADAL" clId="{31C00EF1-A484-456D-86DD-B6760A81D9BF}" dt="2025-11-05T09:39:00.109" v="870" actId="255"/>
        <pc:sldMkLst>
          <pc:docMk/>
          <pc:sldMk cId="1342485760" sldId="480"/>
        </pc:sldMkLst>
        <pc:spChg chg="mod">
          <ac:chgData name="Francis Haiya" userId="8072afe5-680d-4704-a814-fbd6355f74e8" providerId="ADAL" clId="{31C00EF1-A484-456D-86DD-B6760A81D9BF}" dt="2025-11-05T09:39:00.109" v="870" actId="255"/>
          <ac:spMkLst>
            <pc:docMk/>
            <pc:sldMk cId="1342485760" sldId="480"/>
            <ac:spMk id="2" creationId="{528461B5-98B3-3E51-F8CA-9A1AF4F24290}"/>
          </ac:spMkLst>
        </pc:spChg>
        <pc:spChg chg="mod">
          <ac:chgData name="Francis Haiya" userId="8072afe5-680d-4704-a814-fbd6355f74e8" providerId="ADAL" clId="{31C00EF1-A484-456D-86DD-B6760A81D9BF}" dt="2025-11-05T09:38:30.455" v="866" actId="113"/>
          <ac:spMkLst>
            <pc:docMk/>
            <pc:sldMk cId="1342485760" sldId="480"/>
            <ac:spMk id="3" creationId="{ED690226-CD28-2EA9-39F1-39C2E8F9A30C}"/>
          </ac:spMkLst>
        </pc:spChg>
      </pc:sldChg>
      <pc:sldChg chg="modSp mod">
        <pc:chgData name="Francis Haiya" userId="8072afe5-680d-4704-a814-fbd6355f74e8" providerId="ADAL" clId="{31C00EF1-A484-456D-86DD-B6760A81D9BF}" dt="2025-11-05T09:42:51.297" v="1087" actId="5793"/>
        <pc:sldMkLst>
          <pc:docMk/>
          <pc:sldMk cId="3006002773" sldId="481"/>
        </pc:sldMkLst>
        <pc:spChg chg="mod">
          <ac:chgData name="Francis Haiya" userId="8072afe5-680d-4704-a814-fbd6355f74e8" providerId="ADAL" clId="{31C00EF1-A484-456D-86DD-B6760A81D9BF}" dt="2025-11-05T09:42:33.830" v="1085" actId="113"/>
          <ac:spMkLst>
            <pc:docMk/>
            <pc:sldMk cId="3006002773" sldId="481"/>
            <ac:spMk id="2" creationId="{13446C67-41E1-5F9D-1697-706F022CE5A9}"/>
          </ac:spMkLst>
        </pc:spChg>
        <pc:spChg chg="mod">
          <ac:chgData name="Francis Haiya" userId="8072afe5-680d-4704-a814-fbd6355f74e8" providerId="ADAL" clId="{31C00EF1-A484-456D-86DD-B6760A81D9BF}" dt="2025-11-05T09:42:51.297" v="1087" actId="5793"/>
          <ac:spMkLst>
            <pc:docMk/>
            <pc:sldMk cId="3006002773" sldId="481"/>
            <ac:spMk id="4" creationId="{A433EB8D-5D80-D10F-E6B8-5AB982279DA5}"/>
          </ac:spMkLst>
        </pc:spChg>
      </pc:sldChg>
      <pc:sldChg chg="modSp mod">
        <pc:chgData name="Francis Haiya" userId="8072afe5-680d-4704-a814-fbd6355f74e8" providerId="ADAL" clId="{31C00EF1-A484-456D-86DD-B6760A81D9BF}" dt="2025-11-05T09:36:29.013" v="671" actId="20577"/>
        <pc:sldMkLst>
          <pc:docMk/>
          <pc:sldMk cId="3781716214" sldId="713"/>
        </pc:sldMkLst>
        <pc:spChg chg="mod">
          <ac:chgData name="Francis Haiya" userId="8072afe5-680d-4704-a814-fbd6355f74e8" providerId="ADAL" clId="{31C00EF1-A484-456D-86DD-B6760A81D9BF}" dt="2025-11-05T09:35:57.112" v="650" actId="113"/>
          <ac:spMkLst>
            <pc:docMk/>
            <pc:sldMk cId="3781716214" sldId="713"/>
            <ac:spMk id="2" creationId="{A629D921-306D-A0B6-75DD-8BF636B8174B}"/>
          </ac:spMkLst>
        </pc:spChg>
        <pc:graphicFrameChg chg="modGraphic">
          <ac:chgData name="Francis Haiya" userId="8072afe5-680d-4704-a814-fbd6355f74e8" providerId="ADAL" clId="{31C00EF1-A484-456D-86DD-B6760A81D9BF}" dt="2025-11-05T09:36:29.013" v="671" actId="20577"/>
          <ac:graphicFrameMkLst>
            <pc:docMk/>
            <pc:sldMk cId="3781716214" sldId="713"/>
            <ac:graphicFrameMk id="7" creationId="{0D950C5A-B0C4-77B3-25CD-F4A2D0D194D0}"/>
          </ac:graphicFrameMkLst>
        </pc:graphicFrameChg>
      </pc:sldChg>
      <pc:sldChg chg="modSp mod">
        <pc:chgData name="Francis Haiya" userId="8072afe5-680d-4704-a814-fbd6355f74e8" providerId="ADAL" clId="{31C00EF1-A484-456D-86DD-B6760A81D9BF}" dt="2025-11-05T09:44:38.406" v="1159" actId="1076"/>
        <pc:sldMkLst>
          <pc:docMk/>
          <pc:sldMk cId="3487421458" sldId="716"/>
        </pc:sldMkLst>
        <pc:spChg chg="mod">
          <ac:chgData name="Francis Haiya" userId="8072afe5-680d-4704-a814-fbd6355f74e8" providerId="ADAL" clId="{31C00EF1-A484-456D-86DD-B6760A81D9BF}" dt="2025-11-05T09:44:38.406" v="1159" actId="1076"/>
          <ac:spMkLst>
            <pc:docMk/>
            <pc:sldMk cId="3487421458" sldId="716"/>
            <ac:spMk id="20482" creationId="{53F235B2-48BA-ED93-FB57-DE80230C0276}"/>
          </ac:spMkLst>
        </pc:spChg>
      </pc:sldChg>
      <pc:sldChg chg="modSp mod">
        <pc:chgData name="Francis Haiya" userId="8072afe5-680d-4704-a814-fbd6355f74e8" providerId="ADAL" clId="{31C00EF1-A484-456D-86DD-B6760A81D9BF}" dt="2025-11-05T09:34:05.006" v="436" actId="6549"/>
        <pc:sldMkLst>
          <pc:docMk/>
          <pc:sldMk cId="4216688292" sldId="717"/>
        </pc:sldMkLst>
        <pc:spChg chg="mod">
          <ac:chgData name="Francis Haiya" userId="8072afe5-680d-4704-a814-fbd6355f74e8" providerId="ADAL" clId="{31C00EF1-A484-456D-86DD-B6760A81D9BF}" dt="2025-11-05T09:32:37.508" v="393" actId="113"/>
          <ac:spMkLst>
            <pc:docMk/>
            <pc:sldMk cId="4216688292" sldId="717"/>
            <ac:spMk id="2" creationId="{BAC0B97F-E3FA-89DA-15B7-52A19683DAD3}"/>
          </ac:spMkLst>
        </pc:spChg>
        <pc:spChg chg="mod">
          <ac:chgData name="Francis Haiya" userId="8072afe5-680d-4704-a814-fbd6355f74e8" providerId="ADAL" clId="{31C00EF1-A484-456D-86DD-B6760A81D9BF}" dt="2025-11-05T09:34:05.006" v="436" actId="6549"/>
          <ac:spMkLst>
            <pc:docMk/>
            <pc:sldMk cId="4216688292" sldId="717"/>
            <ac:spMk id="4" creationId="{E349590A-AD3F-5FB1-6885-83945963C3C1}"/>
          </ac:spMkLst>
        </pc:spChg>
      </pc:sldChg>
      <pc:sldChg chg="modSp mod">
        <pc:chgData name="Francis Haiya" userId="8072afe5-680d-4704-a814-fbd6355f74e8" providerId="ADAL" clId="{31C00EF1-A484-456D-86DD-B6760A81D9BF}" dt="2025-11-05T09:37:28.847" v="765" actId="14100"/>
        <pc:sldMkLst>
          <pc:docMk/>
          <pc:sldMk cId="3062468827" sldId="718"/>
        </pc:sldMkLst>
        <pc:spChg chg="mod">
          <ac:chgData name="Francis Haiya" userId="8072afe5-680d-4704-a814-fbd6355f74e8" providerId="ADAL" clId="{31C00EF1-A484-456D-86DD-B6760A81D9BF}" dt="2025-11-05T09:37:28.847" v="765" actId="14100"/>
          <ac:spMkLst>
            <pc:docMk/>
            <pc:sldMk cId="3062468827" sldId="718"/>
            <ac:spMk id="2" creationId="{B749B77A-6BF4-9982-8460-B33F5C4BEB7C}"/>
          </ac:spMkLst>
        </pc:spChg>
      </pc:sldChg>
      <pc:sldChg chg="modSp mod">
        <pc:chgData name="Francis Haiya" userId="8072afe5-680d-4704-a814-fbd6355f74e8" providerId="ADAL" clId="{31C00EF1-A484-456D-86DD-B6760A81D9BF}" dt="2025-11-05T09:44:17.756" v="1158" actId="113"/>
        <pc:sldMkLst>
          <pc:docMk/>
          <pc:sldMk cId="1964432716" sldId="719"/>
        </pc:sldMkLst>
        <pc:spChg chg="mod">
          <ac:chgData name="Francis Haiya" userId="8072afe5-680d-4704-a814-fbd6355f74e8" providerId="ADAL" clId="{31C00EF1-A484-456D-86DD-B6760A81D9BF}" dt="2025-11-05T09:44:17.756" v="1158" actId="113"/>
          <ac:spMkLst>
            <pc:docMk/>
            <pc:sldMk cId="1964432716" sldId="719"/>
            <ac:spMk id="2" creationId="{E3EDA711-72AB-6747-0D1E-67EC7349C2F1}"/>
          </ac:spMkLst>
        </pc:spChg>
      </pc:sldChg>
      <pc:sldChg chg="modSp mod">
        <pc:chgData name="Francis Haiya" userId="8072afe5-680d-4704-a814-fbd6355f74e8" providerId="ADAL" clId="{31C00EF1-A484-456D-86DD-B6760A81D9BF}" dt="2025-11-05T09:25:16.706" v="367" actId="113"/>
        <pc:sldMkLst>
          <pc:docMk/>
          <pc:sldMk cId="4028257324" sldId="724"/>
        </pc:sldMkLst>
        <pc:spChg chg="mod">
          <ac:chgData name="Francis Haiya" userId="8072afe5-680d-4704-a814-fbd6355f74e8" providerId="ADAL" clId="{31C00EF1-A484-456D-86DD-B6760A81D9BF}" dt="2025-11-05T09:25:16.706" v="367" actId="113"/>
          <ac:spMkLst>
            <pc:docMk/>
            <pc:sldMk cId="4028257324" sldId="724"/>
            <ac:spMk id="3" creationId="{EFC0678C-5605-1EAF-A6A1-CE6141FCB2F6}"/>
          </ac:spMkLst>
        </pc:spChg>
        <pc:spChg chg="mod">
          <ac:chgData name="Francis Haiya" userId="8072afe5-680d-4704-a814-fbd6355f74e8" providerId="ADAL" clId="{31C00EF1-A484-456D-86DD-B6760A81D9BF}" dt="2025-11-05T09:22:14.049" v="233" actId="14100"/>
          <ac:spMkLst>
            <pc:docMk/>
            <pc:sldMk cId="4028257324" sldId="724"/>
            <ac:spMk id="7" creationId="{74375398-1E5C-9237-482C-3837584D3357}"/>
          </ac:spMkLst>
        </pc:spChg>
      </pc:sldChg>
      <pc:sldChg chg="modSp mod">
        <pc:chgData name="Francis Haiya" userId="8072afe5-680d-4704-a814-fbd6355f74e8" providerId="ADAL" clId="{31C00EF1-A484-456D-86DD-B6760A81D9BF}" dt="2025-11-05T09:25:38.851" v="370" actId="113"/>
        <pc:sldMkLst>
          <pc:docMk/>
          <pc:sldMk cId="3785852958" sldId="725"/>
        </pc:sldMkLst>
        <pc:spChg chg="mod">
          <ac:chgData name="Francis Haiya" userId="8072afe5-680d-4704-a814-fbd6355f74e8" providerId="ADAL" clId="{31C00EF1-A484-456D-86DD-B6760A81D9BF}" dt="2025-11-05T09:25:38.851" v="370" actId="113"/>
          <ac:spMkLst>
            <pc:docMk/>
            <pc:sldMk cId="3785852958" sldId="725"/>
            <ac:spMk id="3" creationId="{02FD9A32-BC52-FE93-67CF-4F3FAF9A49D5}"/>
          </ac:spMkLst>
        </pc:spChg>
        <pc:spChg chg="mod">
          <ac:chgData name="Francis Haiya" userId="8072afe5-680d-4704-a814-fbd6355f74e8" providerId="ADAL" clId="{31C00EF1-A484-456D-86DD-B6760A81D9BF}" dt="2025-11-05T05:49:50.154" v="72" actId="255"/>
          <ac:spMkLst>
            <pc:docMk/>
            <pc:sldMk cId="3785852958" sldId="725"/>
            <ac:spMk id="6" creationId="{ABC7F8D8-91EE-04BD-34D7-2672827B711C}"/>
          </ac:spMkLst>
        </pc:spChg>
        <pc:picChg chg="mod">
          <ac:chgData name="Francis Haiya" userId="8072afe5-680d-4704-a814-fbd6355f74e8" providerId="ADAL" clId="{31C00EF1-A484-456D-86DD-B6760A81D9BF}" dt="2025-11-05T05:47:10.184" v="54" actId="14100"/>
          <ac:picMkLst>
            <pc:docMk/>
            <pc:sldMk cId="3785852958" sldId="725"/>
            <ac:picMk id="5" creationId="{64592F3D-F201-070D-7BB4-B43553F5412C}"/>
          </ac:picMkLst>
        </pc:picChg>
      </pc:sldChg>
      <pc:sldChg chg="modSp mod">
        <pc:chgData name="Francis Haiya" userId="8072afe5-680d-4704-a814-fbd6355f74e8" providerId="ADAL" clId="{31C00EF1-A484-456D-86DD-B6760A81D9BF}" dt="2025-11-05T09:25:34.012" v="369" actId="113"/>
        <pc:sldMkLst>
          <pc:docMk/>
          <pc:sldMk cId="3677812945" sldId="726"/>
        </pc:sldMkLst>
        <pc:spChg chg="mod">
          <ac:chgData name="Francis Haiya" userId="8072afe5-680d-4704-a814-fbd6355f74e8" providerId="ADAL" clId="{31C00EF1-A484-456D-86DD-B6760A81D9BF}" dt="2025-11-05T09:25:34.012" v="369" actId="113"/>
          <ac:spMkLst>
            <pc:docMk/>
            <pc:sldMk cId="3677812945" sldId="726"/>
            <ac:spMk id="5" creationId="{CB410DE5-1928-FA4D-88A9-5315113587B2}"/>
          </ac:spMkLst>
        </pc:spChg>
        <pc:spChg chg="mod">
          <ac:chgData name="Francis Haiya" userId="8072afe5-680d-4704-a814-fbd6355f74e8" providerId="ADAL" clId="{31C00EF1-A484-456D-86DD-B6760A81D9BF}" dt="2025-11-05T05:55:58.617" v="199" actId="255"/>
          <ac:spMkLst>
            <pc:docMk/>
            <pc:sldMk cId="3677812945" sldId="726"/>
            <ac:spMk id="6" creationId="{32140B11-4E2B-29D7-0004-C16B9D2B0589}"/>
          </ac:spMkLst>
        </pc:spChg>
      </pc:sldChg>
      <pc:sldChg chg="modSp mod">
        <pc:chgData name="Francis Haiya" userId="8072afe5-680d-4704-a814-fbd6355f74e8" providerId="ADAL" clId="{31C00EF1-A484-456D-86DD-B6760A81D9BF}" dt="2025-11-05T09:25:29.577" v="368" actId="113"/>
        <pc:sldMkLst>
          <pc:docMk/>
          <pc:sldMk cId="763531794" sldId="727"/>
        </pc:sldMkLst>
        <pc:spChg chg="mod">
          <ac:chgData name="Francis Haiya" userId="8072afe5-680d-4704-a814-fbd6355f74e8" providerId="ADAL" clId="{31C00EF1-A484-456D-86DD-B6760A81D9BF}" dt="2025-11-05T09:25:29.577" v="368" actId="113"/>
          <ac:spMkLst>
            <pc:docMk/>
            <pc:sldMk cId="763531794" sldId="727"/>
            <ac:spMk id="2" creationId="{8FBC1689-456B-AA6E-DA06-A6982E99804A}"/>
          </ac:spMkLst>
        </pc:spChg>
        <pc:spChg chg="mod">
          <ac:chgData name="Francis Haiya" userId="8072afe5-680d-4704-a814-fbd6355f74e8" providerId="ADAL" clId="{31C00EF1-A484-456D-86DD-B6760A81D9BF}" dt="2025-11-05T05:57:12.855" v="203" actId="14100"/>
          <ac:spMkLst>
            <pc:docMk/>
            <pc:sldMk cId="763531794" sldId="727"/>
            <ac:spMk id="6" creationId="{A40F2A01-DA33-B0A7-2012-3C8B3C56A2D8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716181-062B-48D6-A6F6-DB48DA30732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909604-1AB5-4BEF-9D23-375849E8CA91}">
      <dgm:prSet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 algn="l"/>
          <a:r>
            <a:rPr lang="en-US" dirty="0"/>
            <a:t>The dwindling fuel levies call for alternative sources of Road Fund revenues and better road management systems and practices, including:</a:t>
          </a:r>
        </a:p>
      </dgm:t>
    </dgm:pt>
    <dgm:pt modelId="{6901D4D2-AE71-4B9E-97BF-D3B16A661F75}" type="parTrans" cxnId="{62D26A4B-371A-400F-B1FA-F8CA297EC953}">
      <dgm:prSet/>
      <dgm:spPr/>
      <dgm:t>
        <a:bodyPr/>
        <a:lstStyle/>
        <a:p>
          <a:endParaRPr lang="en-US"/>
        </a:p>
      </dgm:t>
    </dgm:pt>
    <dgm:pt modelId="{5F7D88FA-F741-4EDA-92D4-11635D99C91B}" type="sibTrans" cxnId="{62D26A4B-371A-400F-B1FA-F8CA297EC953}">
      <dgm:prSet/>
      <dgm:spPr/>
      <dgm:t>
        <a:bodyPr/>
        <a:lstStyle/>
        <a:p>
          <a:endParaRPr lang="en-US"/>
        </a:p>
      </dgm:t>
    </dgm:pt>
    <dgm:pt modelId="{4B4053AC-CD42-4D98-8F2F-6D6EDF195F8C}">
      <dgm:prSet/>
      <dgm:spPr/>
      <dgm:t>
        <a:bodyPr/>
        <a:lstStyle/>
        <a:p>
          <a:r>
            <a:rPr lang="en-US" b="1"/>
            <a:t>Road tolling</a:t>
          </a:r>
          <a:r>
            <a:rPr lang="en-US"/>
            <a:t>. Tolling is derisking fuel levy overreliance in Zambia and Zimbabwe</a:t>
          </a:r>
        </a:p>
      </dgm:t>
    </dgm:pt>
    <dgm:pt modelId="{7377D37A-3E80-4C1E-B354-447DE2CC9B62}" type="parTrans" cxnId="{38128F03-D819-4C28-8F4E-B9F1DB06AEA7}">
      <dgm:prSet/>
      <dgm:spPr/>
      <dgm:t>
        <a:bodyPr/>
        <a:lstStyle/>
        <a:p>
          <a:endParaRPr lang="en-US"/>
        </a:p>
      </dgm:t>
    </dgm:pt>
    <dgm:pt modelId="{5C3D8904-248E-43E5-9038-051BC6AA8FC1}" type="sibTrans" cxnId="{38128F03-D819-4C28-8F4E-B9F1DB06AEA7}">
      <dgm:prSet/>
      <dgm:spPr/>
      <dgm:t>
        <a:bodyPr/>
        <a:lstStyle/>
        <a:p>
          <a:endParaRPr lang="en-US"/>
        </a:p>
      </dgm:t>
    </dgm:pt>
    <dgm:pt modelId="{BF42F01A-72C3-4333-802A-8F115473A6CB}">
      <dgm:prSet/>
      <dgm:spPr/>
      <dgm:t>
        <a:bodyPr/>
        <a:lstStyle/>
        <a:p>
          <a:r>
            <a:rPr lang="en-US" b="1"/>
            <a:t>Distance-based RUCs</a:t>
          </a:r>
          <a:r>
            <a:rPr lang="en-US"/>
            <a:t>. Namibia is implementing Mass Distance Charges</a:t>
          </a:r>
        </a:p>
      </dgm:t>
    </dgm:pt>
    <dgm:pt modelId="{D58189A6-A521-413D-9077-C95B223D7D34}" type="parTrans" cxnId="{BA35B484-E9EB-4EBD-914D-F906632A717E}">
      <dgm:prSet/>
      <dgm:spPr/>
      <dgm:t>
        <a:bodyPr/>
        <a:lstStyle/>
        <a:p>
          <a:endParaRPr lang="en-US"/>
        </a:p>
      </dgm:t>
    </dgm:pt>
    <dgm:pt modelId="{BB040527-9500-432E-A30B-0031D9AA0F75}" type="sibTrans" cxnId="{BA35B484-E9EB-4EBD-914D-F906632A717E}">
      <dgm:prSet/>
      <dgm:spPr/>
      <dgm:t>
        <a:bodyPr/>
        <a:lstStyle/>
        <a:p>
          <a:endParaRPr lang="en-US"/>
        </a:p>
      </dgm:t>
    </dgm:pt>
    <dgm:pt modelId="{93A370D2-6E97-4E80-B13B-7E0B099690EB}">
      <dgm:prSet/>
      <dgm:spPr/>
      <dgm:t>
        <a:bodyPr/>
        <a:lstStyle/>
        <a:p>
          <a:r>
            <a:rPr lang="en-US" b="1"/>
            <a:t>Public Private Partnerships (PPPs)</a:t>
          </a:r>
          <a:r>
            <a:rPr lang="en-US"/>
            <a:t>. The case of Zimbabwe and Zambia </a:t>
          </a:r>
        </a:p>
      </dgm:t>
    </dgm:pt>
    <dgm:pt modelId="{4A0D6516-C5C8-4A1A-AC9A-E25246A7B25F}" type="parTrans" cxnId="{9DE411AB-D604-42D9-8652-0672B5621F1F}">
      <dgm:prSet/>
      <dgm:spPr/>
      <dgm:t>
        <a:bodyPr/>
        <a:lstStyle/>
        <a:p>
          <a:endParaRPr lang="en-US"/>
        </a:p>
      </dgm:t>
    </dgm:pt>
    <dgm:pt modelId="{B48A03A1-E70B-4CEC-B22F-212CF8BD8AA9}" type="sibTrans" cxnId="{9DE411AB-D604-42D9-8652-0672B5621F1F}">
      <dgm:prSet/>
      <dgm:spPr/>
      <dgm:t>
        <a:bodyPr/>
        <a:lstStyle/>
        <a:p>
          <a:endParaRPr lang="en-US"/>
        </a:p>
      </dgm:t>
    </dgm:pt>
    <dgm:pt modelId="{CF3C7D64-A918-442A-AF5B-01B1B45E3336}">
      <dgm:prSet/>
      <dgm:spPr/>
      <dgm:t>
        <a:bodyPr/>
        <a:lstStyle/>
        <a:p>
          <a:r>
            <a:rPr lang="en-US" b="1"/>
            <a:t>All potential sources</a:t>
          </a:r>
          <a:r>
            <a:rPr lang="en-US"/>
            <a:t>. Collecting from all current potential sources – Vehicle licenses and registration, overload fines and abnormal load fees</a:t>
          </a:r>
        </a:p>
      </dgm:t>
    </dgm:pt>
    <dgm:pt modelId="{60D85464-DE53-4900-B286-0611D8096DF4}" type="parTrans" cxnId="{F7F2E46D-81FF-40D7-A815-1239C7A33E83}">
      <dgm:prSet/>
      <dgm:spPr/>
      <dgm:t>
        <a:bodyPr/>
        <a:lstStyle/>
        <a:p>
          <a:endParaRPr lang="en-US"/>
        </a:p>
      </dgm:t>
    </dgm:pt>
    <dgm:pt modelId="{2DF13591-0805-4C91-ADEE-4B1C8EB176F1}" type="sibTrans" cxnId="{F7F2E46D-81FF-40D7-A815-1239C7A33E83}">
      <dgm:prSet/>
      <dgm:spPr/>
      <dgm:t>
        <a:bodyPr/>
        <a:lstStyle/>
        <a:p>
          <a:endParaRPr lang="en-US"/>
        </a:p>
      </dgm:t>
    </dgm:pt>
    <dgm:pt modelId="{CEFC3FEA-12F0-4B18-B565-408795E061EB}">
      <dgm:prSet/>
      <dgm:spPr/>
      <dgm:t>
        <a:bodyPr/>
        <a:lstStyle/>
        <a:p>
          <a:r>
            <a:rPr lang="en-US" b="1" dirty="0"/>
            <a:t>Road Funds bonds</a:t>
          </a:r>
          <a:r>
            <a:rPr lang="en-US" dirty="0"/>
            <a:t>: Issuance of bonds to frontload maintenance backlog clearance. The case of Malawi.</a:t>
          </a:r>
        </a:p>
      </dgm:t>
    </dgm:pt>
    <dgm:pt modelId="{620271D9-3C19-42A9-9494-3C4C3EB4A046}" type="parTrans" cxnId="{6300816D-73AE-4680-B99C-CDCD0249A3C2}">
      <dgm:prSet/>
      <dgm:spPr/>
      <dgm:t>
        <a:bodyPr/>
        <a:lstStyle/>
        <a:p>
          <a:endParaRPr lang="en-US"/>
        </a:p>
      </dgm:t>
    </dgm:pt>
    <dgm:pt modelId="{38ED2AF3-84AD-4B09-AB39-6EA204FB82C9}" type="sibTrans" cxnId="{6300816D-73AE-4680-B99C-CDCD0249A3C2}">
      <dgm:prSet/>
      <dgm:spPr/>
      <dgm:t>
        <a:bodyPr/>
        <a:lstStyle/>
        <a:p>
          <a:endParaRPr lang="en-US"/>
        </a:p>
      </dgm:t>
    </dgm:pt>
    <dgm:pt modelId="{CCC2BB3D-E319-4ACB-BC5E-D546C8CCFAAC}">
      <dgm:prSet/>
      <dgm:spPr/>
      <dgm:t>
        <a:bodyPr/>
        <a:lstStyle/>
        <a:p>
          <a:r>
            <a:rPr lang="en-US" b="1"/>
            <a:t>OPRC and RAMS</a:t>
          </a:r>
          <a:r>
            <a:rPr lang="en-US"/>
            <a:t>: Output and Performance-based Road Contracting (OPRC) and robust Road Asset Management Systems (RAMS)</a:t>
          </a:r>
        </a:p>
      </dgm:t>
    </dgm:pt>
    <dgm:pt modelId="{CE444B3E-35D3-45BA-9A37-FABC06B3A5C6}" type="parTrans" cxnId="{6A841753-BA27-46F6-BADC-1807BB421124}">
      <dgm:prSet/>
      <dgm:spPr/>
      <dgm:t>
        <a:bodyPr/>
        <a:lstStyle/>
        <a:p>
          <a:endParaRPr lang="en-US"/>
        </a:p>
      </dgm:t>
    </dgm:pt>
    <dgm:pt modelId="{87DF4401-B286-454C-BB6F-7254778C061E}" type="sibTrans" cxnId="{6A841753-BA27-46F6-BADC-1807BB421124}">
      <dgm:prSet/>
      <dgm:spPr/>
      <dgm:t>
        <a:bodyPr/>
        <a:lstStyle/>
        <a:p>
          <a:endParaRPr lang="en-US"/>
        </a:p>
      </dgm:t>
    </dgm:pt>
    <dgm:pt modelId="{FEFB85CD-BAFA-472C-802B-DCF17218B24D}" type="pres">
      <dgm:prSet presAssocID="{6D716181-062B-48D6-A6F6-DB48DA307328}" presName="vert0" presStyleCnt="0">
        <dgm:presLayoutVars>
          <dgm:dir/>
          <dgm:animOne val="branch"/>
          <dgm:animLvl val="lvl"/>
        </dgm:presLayoutVars>
      </dgm:prSet>
      <dgm:spPr/>
    </dgm:pt>
    <dgm:pt modelId="{4DF6B54F-5390-4CCE-9D52-B7E27CF5E550}" type="pres">
      <dgm:prSet presAssocID="{1B909604-1AB5-4BEF-9D23-375849E8CA91}" presName="thickLine" presStyleLbl="alignNode1" presStyleIdx="0" presStyleCnt="1"/>
      <dgm:spPr/>
    </dgm:pt>
    <dgm:pt modelId="{819B7E73-EA05-401E-9C5E-680F85AAABA0}" type="pres">
      <dgm:prSet presAssocID="{1B909604-1AB5-4BEF-9D23-375849E8CA91}" presName="horz1" presStyleCnt="0"/>
      <dgm:spPr/>
    </dgm:pt>
    <dgm:pt modelId="{56AC0D09-F25E-4DA7-A522-5E422DABA430}" type="pres">
      <dgm:prSet presAssocID="{1B909604-1AB5-4BEF-9D23-375849E8CA91}" presName="tx1" presStyleLbl="revTx" presStyleIdx="0" presStyleCnt="7"/>
      <dgm:spPr/>
    </dgm:pt>
    <dgm:pt modelId="{BA102B0F-1211-4FAE-BCC5-F5A50BD2A532}" type="pres">
      <dgm:prSet presAssocID="{1B909604-1AB5-4BEF-9D23-375849E8CA91}" presName="vert1" presStyleCnt="0"/>
      <dgm:spPr/>
    </dgm:pt>
    <dgm:pt modelId="{54F47373-7B20-4EF2-97AB-A9987E6F77D2}" type="pres">
      <dgm:prSet presAssocID="{4B4053AC-CD42-4D98-8F2F-6D6EDF195F8C}" presName="vertSpace2a" presStyleCnt="0"/>
      <dgm:spPr/>
    </dgm:pt>
    <dgm:pt modelId="{3ADF25CB-C7E0-4B38-8E1F-025B48823DE1}" type="pres">
      <dgm:prSet presAssocID="{4B4053AC-CD42-4D98-8F2F-6D6EDF195F8C}" presName="horz2" presStyleCnt="0"/>
      <dgm:spPr/>
    </dgm:pt>
    <dgm:pt modelId="{C349FE71-A6D9-4E1F-8003-181C0CE8616D}" type="pres">
      <dgm:prSet presAssocID="{4B4053AC-CD42-4D98-8F2F-6D6EDF195F8C}" presName="horzSpace2" presStyleCnt="0"/>
      <dgm:spPr/>
    </dgm:pt>
    <dgm:pt modelId="{B7B04EF8-4195-4E6A-9427-1558EDE09F19}" type="pres">
      <dgm:prSet presAssocID="{4B4053AC-CD42-4D98-8F2F-6D6EDF195F8C}" presName="tx2" presStyleLbl="revTx" presStyleIdx="1" presStyleCnt="7"/>
      <dgm:spPr/>
    </dgm:pt>
    <dgm:pt modelId="{0A7BA21A-DE13-47F0-9A39-DCB4687280EC}" type="pres">
      <dgm:prSet presAssocID="{4B4053AC-CD42-4D98-8F2F-6D6EDF195F8C}" presName="vert2" presStyleCnt="0"/>
      <dgm:spPr/>
    </dgm:pt>
    <dgm:pt modelId="{28BE4CB2-02EE-456C-AB0D-833EB4901230}" type="pres">
      <dgm:prSet presAssocID="{4B4053AC-CD42-4D98-8F2F-6D6EDF195F8C}" presName="thinLine2b" presStyleLbl="callout" presStyleIdx="0" presStyleCnt="6"/>
      <dgm:spPr/>
    </dgm:pt>
    <dgm:pt modelId="{30A722A6-FD25-409F-9788-6862E9FC0464}" type="pres">
      <dgm:prSet presAssocID="{4B4053AC-CD42-4D98-8F2F-6D6EDF195F8C}" presName="vertSpace2b" presStyleCnt="0"/>
      <dgm:spPr/>
    </dgm:pt>
    <dgm:pt modelId="{D40908D9-8E88-40C6-8974-4ABA930EC017}" type="pres">
      <dgm:prSet presAssocID="{BF42F01A-72C3-4333-802A-8F115473A6CB}" presName="horz2" presStyleCnt="0"/>
      <dgm:spPr/>
    </dgm:pt>
    <dgm:pt modelId="{ABC15963-FF19-46B1-B0AC-CC25082CE066}" type="pres">
      <dgm:prSet presAssocID="{BF42F01A-72C3-4333-802A-8F115473A6CB}" presName="horzSpace2" presStyleCnt="0"/>
      <dgm:spPr/>
    </dgm:pt>
    <dgm:pt modelId="{6C2C3B9D-E2B3-4C9A-869F-CBFA9828CB51}" type="pres">
      <dgm:prSet presAssocID="{BF42F01A-72C3-4333-802A-8F115473A6CB}" presName="tx2" presStyleLbl="revTx" presStyleIdx="2" presStyleCnt="7"/>
      <dgm:spPr/>
    </dgm:pt>
    <dgm:pt modelId="{504CF1BC-C732-431B-B878-E61A95A5B646}" type="pres">
      <dgm:prSet presAssocID="{BF42F01A-72C3-4333-802A-8F115473A6CB}" presName="vert2" presStyleCnt="0"/>
      <dgm:spPr/>
    </dgm:pt>
    <dgm:pt modelId="{9ECAEA00-9692-49C5-B6B2-0F66880E90BD}" type="pres">
      <dgm:prSet presAssocID="{BF42F01A-72C3-4333-802A-8F115473A6CB}" presName="thinLine2b" presStyleLbl="callout" presStyleIdx="1" presStyleCnt="6"/>
      <dgm:spPr/>
    </dgm:pt>
    <dgm:pt modelId="{DF31E986-F785-427E-9057-217869E5B8C8}" type="pres">
      <dgm:prSet presAssocID="{BF42F01A-72C3-4333-802A-8F115473A6CB}" presName="vertSpace2b" presStyleCnt="0"/>
      <dgm:spPr/>
    </dgm:pt>
    <dgm:pt modelId="{274BA629-DE9B-4F24-8386-0DDB7B58F03F}" type="pres">
      <dgm:prSet presAssocID="{93A370D2-6E97-4E80-B13B-7E0B099690EB}" presName="horz2" presStyleCnt="0"/>
      <dgm:spPr/>
    </dgm:pt>
    <dgm:pt modelId="{A2EF4D48-6D26-41B4-A644-E06D16C6F675}" type="pres">
      <dgm:prSet presAssocID="{93A370D2-6E97-4E80-B13B-7E0B099690EB}" presName="horzSpace2" presStyleCnt="0"/>
      <dgm:spPr/>
    </dgm:pt>
    <dgm:pt modelId="{237EFCBF-CB3F-4761-AF00-CCB1A16080FC}" type="pres">
      <dgm:prSet presAssocID="{93A370D2-6E97-4E80-B13B-7E0B099690EB}" presName="tx2" presStyleLbl="revTx" presStyleIdx="3" presStyleCnt="7"/>
      <dgm:spPr/>
    </dgm:pt>
    <dgm:pt modelId="{5BB23878-2996-4743-877F-3DC48DCF4B1A}" type="pres">
      <dgm:prSet presAssocID="{93A370D2-6E97-4E80-B13B-7E0B099690EB}" presName="vert2" presStyleCnt="0"/>
      <dgm:spPr/>
    </dgm:pt>
    <dgm:pt modelId="{75976605-75A9-4372-A512-B8E6D681050A}" type="pres">
      <dgm:prSet presAssocID="{93A370D2-6E97-4E80-B13B-7E0B099690EB}" presName="thinLine2b" presStyleLbl="callout" presStyleIdx="2" presStyleCnt="6"/>
      <dgm:spPr/>
    </dgm:pt>
    <dgm:pt modelId="{062E6014-09C8-4073-B575-683E2E35C79B}" type="pres">
      <dgm:prSet presAssocID="{93A370D2-6E97-4E80-B13B-7E0B099690EB}" presName="vertSpace2b" presStyleCnt="0"/>
      <dgm:spPr/>
    </dgm:pt>
    <dgm:pt modelId="{C1B79783-FA28-4C1F-8B75-32625FC4BE84}" type="pres">
      <dgm:prSet presAssocID="{CF3C7D64-A918-442A-AF5B-01B1B45E3336}" presName="horz2" presStyleCnt="0"/>
      <dgm:spPr/>
    </dgm:pt>
    <dgm:pt modelId="{E56848EA-EE2E-4CA6-BC2E-C54206F1139C}" type="pres">
      <dgm:prSet presAssocID="{CF3C7D64-A918-442A-AF5B-01B1B45E3336}" presName="horzSpace2" presStyleCnt="0"/>
      <dgm:spPr/>
    </dgm:pt>
    <dgm:pt modelId="{921BBC7E-958F-47FC-BCF5-7DE42F4D4ADF}" type="pres">
      <dgm:prSet presAssocID="{CF3C7D64-A918-442A-AF5B-01B1B45E3336}" presName="tx2" presStyleLbl="revTx" presStyleIdx="4" presStyleCnt="7"/>
      <dgm:spPr/>
    </dgm:pt>
    <dgm:pt modelId="{56DD2AE3-38A8-47D9-AF3A-1E2D1F4817F3}" type="pres">
      <dgm:prSet presAssocID="{CF3C7D64-A918-442A-AF5B-01B1B45E3336}" presName="vert2" presStyleCnt="0"/>
      <dgm:spPr/>
    </dgm:pt>
    <dgm:pt modelId="{A5E39C87-4381-44C1-8D71-3E48A92EF3F6}" type="pres">
      <dgm:prSet presAssocID="{CF3C7D64-A918-442A-AF5B-01B1B45E3336}" presName="thinLine2b" presStyleLbl="callout" presStyleIdx="3" presStyleCnt="6"/>
      <dgm:spPr/>
    </dgm:pt>
    <dgm:pt modelId="{27AEA8E6-BEFE-4477-93BB-D0B31EBC838E}" type="pres">
      <dgm:prSet presAssocID="{CF3C7D64-A918-442A-AF5B-01B1B45E3336}" presName="vertSpace2b" presStyleCnt="0"/>
      <dgm:spPr/>
    </dgm:pt>
    <dgm:pt modelId="{59B00746-505D-4C7F-8715-87CC20681495}" type="pres">
      <dgm:prSet presAssocID="{CEFC3FEA-12F0-4B18-B565-408795E061EB}" presName="horz2" presStyleCnt="0"/>
      <dgm:spPr/>
    </dgm:pt>
    <dgm:pt modelId="{F18FC4B6-14A5-4CF4-B597-19B04E754870}" type="pres">
      <dgm:prSet presAssocID="{CEFC3FEA-12F0-4B18-B565-408795E061EB}" presName="horzSpace2" presStyleCnt="0"/>
      <dgm:spPr/>
    </dgm:pt>
    <dgm:pt modelId="{7316C0E2-6475-4D81-ADBB-7C987C30D450}" type="pres">
      <dgm:prSet presAssocID="{CEFC3FEA-12F0-4B18-B565-408795E061EB}" presName="tx2" presStyleLbl="revTx" presStyleIdx="5" presStyleCnt="7"/>
      <dgm:spPr/>
    </dgm:pt>
    <dgm:pt modelId="{51E99253-CA1A-4AE9-B91A-CF3564D99698}" type="pres">
      <dgm:prSet presAssocID="{CEFC3FEA-12F0-4B18-B565-408795E061EB}" presName="vert2" presStyleCnt="0"/>
      <dgm:spPr/>
    </dgm:pt>
    <dgm:pt modelId="{568268EB-3C52-47E9-93B6-81BDFD9AAF0C}" type="pres">
      <dgm:prSet presAssocID="{CEFC3FEA-12F0-4B18-B565-408795E061EB}" presName="thinLine2b" presStyleLbl="callout" presStyleIdx="4" presStyleCnt="6"/>
      <dgm:spPr/>
    </dgm:pt>
    <dgm:pt modelId="{4F72EDF3-F954-414A-B4D0-83AE704D6BF6}" type="pres">
      <dgm:prSet presAssocID="{CEFC3FEA-12F0-4B18-B565-408795E061EB}" presName="vertSpace2b" presStyleCnt="0"/>
      <dgm:spPr/>
    </dgm:pt>
    <dgm:pt modelId="{2CE8FFD4-35DA-4514-B74B-B92F9612A5E3}" type="pres">
      <dgm:prSet presAssocID="{CCC2BB3D-E319-4ACB-BC5E-D546C8CCFAAC}" presName="horz2" presStyleCnt="0"/>
      <dgm:spPr/>
    </dgm:pt>
    <dgm:pt modelId="{BF035ED8-9E07-40BF-8D88-AFF14DC6DD78}" type="pres">
      <dgm:prSet presAssocID="{CCC2BB3D-E319-4ACB-BC5E-D546C8CCFAAC}" presName="horzSpace2" presStyleCnt="0"/>
      <dgm:spPr/>
    </dgm:pt>
    <dgm:pt modelId="{2E4D6481-A9E5-45D9-B00D-F6E1A2839FE9}" type="pres">
      <dgm:prSet presAssocID="{CCC2BB3D-E319-4ACB-BC5E-D546C8CCFAAC}" presName="tx2" presStyleLbl="revTx" presStyleIdx="6" presStyleCnt="7"/>
      <dgm:spPr/>
    </dgm:pt>
    <dgm:pt modelId="{B9B1CB3C-2960-455E-A7C4-60B1C515D2A8}" type="pres">
      <dgm:prSet presAssocID="{CCC2BB3D-E319-4ACB-BC5E-D546C8CCFAAC}" presName="vert2" presStyleCnt="0"/>
      <dgm:spPr/>
    </dgm:pt>
    <dgm:pt modelId="{98973E65-BE34-4F08-B0BF-50894DEE755B}" type="pres">
      <dgm:prSet presAssocID="{CCC2BB3D-E319-4ACB-BC5E-D546C8CCFAAC}" presName="thinLine2b" presStyleLbl="callout" presStyleIdx="5" presStyleCnt="6"/>
      <dgm:spPr/>
    </dgm:pt>
    <dgm:pt modelId="{B67A601A-D7AE-482E-85BD-6A6EF7A6DD85}" type="pres">
      <dgm:prSet presAssocID="{CCC2BB3D-E319-4ACB-BC5E-D546C8CCFAAC}" presName="vertSpace2b" presStyleCnt="0"/>
      <dgm:spPr/>
    </dgm:pt>
  </dgm:ptLst>
  <dgm:cxnLst>
    <dgm:cxn modelId="{38128F03-D819-4C28-8F4E-B9F1DB06AEA7}" srcId="{1B909604-1AB5-4BEF-9D23-375849E8CA91}" destId="{4B4053AC-CD42-4D98-8F2F-6D6EDF195F8C}" srcOrd="0" destOrd="0" parTransId="{7377D37A-3E80-4C1E-B354-447DE2CC9B62}" sibTransId="{5C3D8904-248E-43E5-9038-051BC6AA8FC1}"/>
    <dgm:cxn modelId="{AB3ECB28-D1FF-42DD-A29B-BD10B413AA55}" type="presOf" srcId="{4B4053AC-CD42-4D98-8F2F-6D6EDF195F8C}" destId="{B7B04EF8-4195-4E6A-9427-1558EDE09F19}" srcOrd="0" destOrd="0" presId="urn:microsoft.com/office/officeart/2008/layout/LinedList"/>
    <dgm:cxn modelId="{BC718262-4F36-47B3-8719-8D8C54DEB067}" type="presOf" srcId="{CF3C7D64-A918-442A-AF5B-01B1B45E3336}" destId="{921BBC7E-958F-47FC-BCF5-7DE42F4D4ADF}" srcOrd="0" destOrd="0" presId="urn:microsoft.com/office/officeart/2008/layout/LinedList"/>
    <dgm:cxn modelId="{AA742044-B1E5-4A98-AE05-D091F5ECC4BC}" type="presOf" srcId="{CCC2BB3D-E319-4ACB-BC5E-D546C8CCFAAC}" destId="{2E4D6481-A9E5-45D9-B00D-F6E1A2839FE9}" srcOrd="0" destOrd="0" presId="urn:microsoft.com/office/officeart/2008/layout/LinedList"/>
    <dgm:cxn modelId="{62D26A4B-371A-400F-B1FA-F8CA297EC953}" srcId="{6D716181-062B-48D6-A6F6-DB48DA307328}" destId="{1B909604-1AB5-4BEF-9D23-375849E8CA91}" srcOrd="0" destOrd="0" parTransId="{6901D4D2-AE71-4B9E-97BF-D3B16A661F75}" sibTransId="{5F7D88FA-F741-4EDA-92D4-11635D99C91B}"/>
    <dgm:cxn modelId="{6300816D-73AE-4680-B99C-CDCD0249A3C2}" srcId="{1B909604-1AB5-4BEF-9D23-375849E8CA91}" destId="{CEFC3FEA-12F0-4B18-B565-408795E061EB}" srcOrd="4" destOrd="0" parTransId="{620271D9-3C19-42A9-9494-3C4C3EB4A046}" sibTransId="{38ED2AF3-84AD-4B09-AB39-6EA204FB82C9}"/>
    <dgm:cxn modelId="{F7F2E46D-81FF-40D7-A815-1239C7A33E83}" srcId="{1B909604-1AB5-4BEF-9D23-375849E8CA91}" destId="{CF3C7D64-A918-442A-AF5B-01B1B45E3336}" srcOrd="3" destOrd="0" parTransId="{60D85464-DE53-4900-B286-0611D8096DF4}" sibTransId="{2DF13591-0805-4C91-ADEE-4B1C8EB176F1}"/>
    <dgm:cxn modelId="{D5F8296E-F921-4A33-9F16-8CB1D7AFE2CE}" type="presOf" srcId="{93A370D2-6E97-4E80-B13B-7E0B099690EB}" destId="{237EFCBF-CB3F-4761-AF00-CCB1A16080FC}" srcOrd="0" destOrd="0" presId="urn:microsoft.com/office/officeart/2008/layout/LinedList"/>
    <dgm:cxn modelId="{6A841753-BA27-46F6-BADC-1807BB421124}" srcId="{1B909604-1AB5-4BEF-9D23-375849E8CA91}" destId="{CCC2BB3D-E319-4ACB-BC5E-D546C8CCFAAC}" srcOrd="5" destOrd="0" parTransId="{CE444B3E-35D3-45BA-9A37-FABC06B3A5C6}" sibTransId="{87DF4401-B286-454C-BB6F-7254778C061E}"/>
    <dgm:cxn modelId="{BA35B484-E9EB-4EBD-914D-F906632A717E}" srcId="{1B909604-1AB5-4BEF-9D23-375849E8CA91}" destId="{BF42F01A-72C3-4333-802A-8F115473A6CB}" srcOrd="1" destOrd="0" parTransId="{D58189A6-A521-413D-9077-C95B223D7D34}" sibTransId="{BB040527-9500-432E-A30B-0031D9AA0F75}"/>
    <dgm:cxn modelId="{72C6D896-90D4-4F8B-A4EB-FE6D5F11C10D}" type="presOf" srcId="{CEFC3FEA-12F0-4B18-B565-408795E061EB}" destId="{7316C0E2-6475-4D81-ADBB-7C987C30D450}" srcOrd="0" destOrd="0" presId="urn:microsoft.com/office/officeart/2008/layout/LinedList"/>
    <dgm:cxn modelId="{FAC97A97-746F-45FB-B8A5-DE2EAD573CE4}" type="presOf" srcId="{1B909604-1AB5-4BEF-9D23-375849E8CA91}" destId="{56AC0D09-F25E-4DA7-A522-5E422DABA430}" srcOrd="0" destOrd="0" presId="urn:microsoft.com/office/officeart/2008/layout/LinedList"/>
    <dgm:cxn modelId="{686665A6-A0CD-44B8-A344-8D5103636F75}" type="presOf" srcId="{6D716181-062B-48D6-A6F6-DB48DA307328}" destId="{FEFB85CD-BAFA-472C-802B-DCF17218B24D}" srcOrd="0" destOrd="0" presId="urn:microsoft.com/office/officeart/2008/layout/LinedList"/>
    <dgm:cxn modelId="{9DE411AB-D604-42D9-8652-0672B5621F1F}" srcId="{1B909604-1AB5-4BEF-9D23-375849E8CA91}" destId="{93A370D2-6E97-4E80-B13B-7E0B099690EB}" srcOrd="2" destOrd="0" parTransId="{4A0D6516-C5C8-4A1A-AC9A-E25246A7B25F}" sibTransId="{B48A03A1-E70B-4CEC-B22F-212CF8BD8AA9}"/>
    <dgm:cxn modelId="{16C46DD0-22C3-408A-BA81-C9D5D2CCA8C7}" type="presOf" srcId="{BF42F01A-72C3-4333-802A-8F115473A6CB}" destId="{6C2C3B9D-E2B3-4C9A-869F-CBFA9828CB51}" srcOrd="0" destOrd="0" presId="urn:microsoft.com/office/officeart/2008/layout/LinedList"/>
    <dgm:cxn modelId="{CA471C27-27F9-4D3F-ABE6-A66737696BCC}" type="presParOf" srcId="{FEFB85CD-BAFA-472C-802B-DCF17218B24D}" destId="{4DF6B54F-5390-4CCE-9D52-B7E27CF5E550}" srcOrd="0" destOrd="0" presId="urn:microsoft.com/office/officeart/2008/layout/LinedList"/>
    <dgm:cxn modelId="{CBF365BA-AC77-4EBD-ABA6-1B6AB7BF50F6}" type="presParOf" srcId="{FEFB85CD-BAFA-472C-802B-DCF17218B24D}" destId="{819B7E73-EA05-401E-9C5E-680F85AAABA0}" srcOrd="1" destOrd="0" presId="urn:microsoft.com/office/officeart/2008/layout/LinedList"/>
    <dgm:cxn modelId="{D43EE832-5368-4440-8E88-9C8022EB2249}" type="presParOf" srcId="{819B7E73-EA05-401E-9C5E-680F85AAABA0}" destId="{56AC0D09-F25E-4DA7-A522-5E422DABA430}" srcOrd="0" destOrd="0" presId="urn:microsoft.com/office/officeart/2008/layout/LinedList"/>
    <dgm:cxn modelId="{E7D2D81C-AAE6-42A3-B82B-A02CA059C912}" type="presParOf" srcId="{819B7E73-EA05-401E-9C5E-680F85AAABA0}" destId="{BA102B0F-1211-4FAE-BCC5-F5A50BD2A532}" srcOrd="1" destOrd="0" presId="urn:microsoft.com/office/officeart/2008/layout/LinedList"/>
    <dgm:cxn modelId="{8B68BF1D-6941-4D99-8537-53293D190660}" type="presParOf" srcId="{BA102B0F-1211-4FAE-BCC5-F5A50BD2A532}" destId="{54F47373-7B20-4EF2-97AB-A9987E6F77D2}" srcOrd="0" destOrd="0" presId="urn:microsoft.com/office/officeart/2008/layout/LinedList"/>
    <dgm:cxn modelId="{907274A9-56AC-4951-A18B-88DBFA3BE7C2}" type="presParOf" srcId="{BA102B0F-1211-4FAE-BCC5-F5A50BD2A532}" destId="{3ADF25CB-C7E0-4B38-8E1F-025B48823DE1}" srcOrd="1" destOrd="0" presId="urn:microsoft.com/office/officeart/2008/layout/LinedList"/>
    <dgm:cxn modelId="{A39522AA-8576-444A-9835-698ABB9DA9DC}" type="presParOf" srcId="{3ADF25CB-C7E0-4B38-8E1F-025B48823DE1}" destId="{C349FE71-A6D9-4E1F-8003-181C0CE8616D}" srcOrd="0" destOrd="0" presId="urn:microsoft.com/office/officeart/2008/layout/LinedList"/>
    <dgm:cxn modelId="{D029D46D-2850-4FDE-B01E-6361C43EBB14}" type="presParOf" srcId="{3ADF25CB-C7E0-4B38-8E1F-025B48823DE1}" destId="{B7B04EF8-4195-4E6A-9427-1558EDE09F19}" srcOrd="1" destOrd="0" presId="urn:microsoft.com/office/officeart/2008/layout/LinedList"/>
    <dgm:cxn modelId="{40BCE36F-8608-4CB8-850E-5780ADEF50C2}" type="presParOf" srcId="{3ADF25CB-C7E0-4B38-8E1F-025B48823DE1}" destId="{0A7BA21A-DE13-47F0-9A39-DCB4687280EC}" srcOrd="2" destOrd="0" presId="urn:microsoft.com/office/officeart/2008/layout/LinedList"/>
    <dgm:cxn modelId="{E60E4DB5-580C-4617-BD18-4160CCA80A7B}" type="presParOf" srcId="{BA102B0F-1211-4FAE-BCC5-F5A50BD2A532}" destId="{28BE4CB2-02EE-456C-AB0D-833EB4901230}" srcOrd="2" destOrd="0" presId="urn:microsoft.com/office/officeart/2008/layout/LinedList"/>
    <dgm:cxn modelId="{7B3E428E-6940-4DB6-AE55-A68BE6C04596}" type="presParOf" srcId="{BA102B0F-1211-4FAE-BCC5-F5A50BD2A532}" destId="{30A722A6-FD25-409F-9788-6862E9FC0464}" srcOrd="3" destOrd="0" presId="urn:microsoft.com/office/officeart/2008/layout/LinedList"/>
    <dgm:cxn modelId="{38140CDD-6740-4143-BAD4-2D4D2EFEFD32}" type="presParOf" srcId="{BA102B0F-1211-4FAE-BCC5-F5A50BD2A532}" destId="{D40908D9-8E88-40C6-8974-4ABA930EC017}" srcOrd="4" destOrd="0" presId="urn:microsoft.com/office/officeart/2008/layout/LinedList"/>
    <dgm:cxn modelId="{28BE8F9F-FF07-43A6-BE35-FF5F1AC84EDE}" type="presParOf" srcId="{D40908D9-8E88-40C6-8974-4ABA930EC017}" destId="{ABC15963-FF19-46B1-B0AC-CC25082CE066}" srcOrd="0" destOrd="0" presId="urn:microsoft.com/office/officeart/2008/layout/LinedList"/>
    <dgm:cxn modelId="{0B897B71-0473-442D-911F-549C3BADF738}" type="presParOf" srcId="{D40908D9-8E88-40C6-8974-4ABA930EC017}" destId="{6C2C3B9D-E2B3-4C9A-869F-CBFA9828CB51}" srcOrd="1" destOrd="0" presId="urn:microsoft.com/office/officeart/2008/layout/LinedList"/>
    <dgm:cxn modelId="{17760793-8993-4DE1-B7C3-032DE816DDA3}" type="presParOf" srcId="{D40908D9-8E88-40C6-8974-4ABA930EC017}" destId="{504CF1BC-C732-431B-B878-E61A95A5B646}" srcOrd="2" destOrd="0" presId="urn:microsoft.com/office/officeart/2008/layout/LinedList"/>
    <dgm:cxn modelId="{FDCC69B9-AAF7-4990-B30D-D09B9F1E16CF}" type="presParOf" srcId="{BA102B0F-1211-4FAE-BCC5-F5A50BD2A532}" destId="{9ECAEA00-9692-49C5-B6B2-0F66880E90BD}" srcOrd="5" destOrd="0" presId="urn:microsoft.com/office/officeart/2008/layout/LinedList"/>
    <dgm:cxn modelId="{216B8222-6876-45A4-8E8B-C152CAADAE8C}" type="presParOf" srcId="{BA102B0F-1211-4FAE-BCC5-F5A50BD2A532}" destId="{DF31E986-F785-427E-9057-217869E5B8C8}" srcOrd="6" destOrd="0" presId="urn:microsoft.com/office/officeart/2008/layout/LinedList"/>
    <dgm:cxn modelId="{1704A4A1-6A57-4A98-A0A1-D086F2098149}" type="presParOf" srcId="{BA102B0F-1211-4FAE-BCC5-F5A50BD2A532}" destId="{274BA629-DE9B-4F24-8386-0DDB7B58F03F}" srcOrd="7" destOrd="0" presId="urn:microsoft.com/office/officeart/2008/layout/LinedList"/>
    <dgm:cxn modelId="{F9D396B6-2964-4FB4-A83B-69EFA5774ECC}" type="presParOf" srcId="{274BA629-DE9B-4F24-8386-0DDB7B58F03F}" destId="{A2EF4D48-6D26-41B4-A644-E06D16C6F675}" srcOrd="0" destOrd="0" presId="urn:microsoft.com/office/officeart/2008/layout/LinedList"/>
    <dgm:cxn modelId="{BFF9D678-6891-469F-BA53-172CD136449C}" type="presParOf" srcId="{274BA629-DE9B-4F24-8386-0DDB7B58F03F}" destId="{237EFCBF-CB3F-4761-AF00-CCB1A16080FC}" srcOrd="1" destOrd="0" presId="urn:microsoft.com/office/officeart/2008/layout/LinedList"/>
    <dgm:cxn modelId="{1B23BECF-D61C-427D-9C0B-9A4EE7C0842D}" type="presParOf" srcId="{274BA629-DE9B-4F24-8386-0DDB7B58F03F}" destId="{5BB23878-2996-4743-877F-3DC48DCF4B1A}" srcOrd="2" destOrd="0" presId="urn:microsoft.com/office/officeart/2008/layout/LinedList"/>
    <dgm:cxn modelId="{E6EB7DCF-3E46-413B-A1AC-38E7B306B01D}" type="presParOf" srcId="{BA102B0F-1211-4FAE-BCC5-F5A50BD2A532}" destId="{75976605-75A9-4372-A512-B8E6D681050A}" srcOrd="8" destOrd="0" presId="urn:microsoft.com/office/officeart/2008/layout/LinedList"/>
    <dgm:cxn modelId="{F4D7179C-A67B-44B4-8861-12EC027A2554}" type="presParOf" srcId="{BA102B0F-1211-4FAE-BCC5-F5A50BD2A532}" destId="{062E6014-09C8-4073-B575-683E2E35C79B}" srcOrd="9" destOrd="0" presId="urn:microsoft.com/office/officeart/2008/layout/LinedList"/>
    <dgm:cxn modelId="{7C2B4D96-5637-46CC-95E2-48951430DB6E}" type="presParOf" srcId="{BA102B0F-1211-4FAE-BCC5-F5A50BD2A532}" destId="{C1B79783-FA28-4C1F-8B75-32625FC4BE84}" srcOrd="10" destOrd="0" presId="urn:microsoft.com/office/officeart/2008/layout/LinedList"/>
    <dgm:cxn modelId="{1C23CD83-15EA-4E54-8DE3-5198161B8446}" type="presParOf" srcId="{C1B79783-FA28-4C1F-8B75-32625FC4BE84}" destId="{E56848EA-EE2E-4CA6-BC2E-C54206F1139C}" srcOrd="0" destOrd="0" presId="urn:microsoft.com/office/officeart/2008/layout/LinedList"/>
    <dgm:cxn modelId="{347B52FC-3A16-444C-8F2A-DF9D386E833A}" type="presParOf" srcId="{C1B79783-FA28-4C1F-8B75-32625FC4BE84}" destId="{921BBC7E-958F-47FC-BCF5-7DE42F4D4ADF}" srcOrd="1" destOrd="0" presId="urn:microsoft.com/office/officeart/2008/layout/LinedList"/>
    <dgm:cxn modelId="{48317021-8D9E-4120-A795-6C121922E782}" type="presParOf" srcId="{C1B79783-FA28-4C1F-8B75-32625FC4BE84}" destId="{56DD2AE3-38A8-47D9-AF3A-1E2D1F4817F3}" srcOrd="2" destOrd="0" presId="urn:microsoft.com/office/officeart/2008/layout/LinedList"/>
    <dgm:cxn modelId="{C7AA2A05-2E1C-4451-9B55-355EE3476BB5}" type="presParOf" srcId="{BA102B0F-1211-4FAE-BCC5-F5A50BD2A532}" destId="{A5E39C87-4381-44C1-8D71-3E48A92EF3F6}" srcOrd="11" destOrd="0" presId="urn:microsoft.com/office/officeart/2008/layout/LinedList"/>
    <dgm:cxn modelId="{92EFBFDF-DEE7-44FF-9FBE-1DEDD505A5E8}" type="presParOf" srcId="{BA102B0F-1211-4FAE-BCC5-F5A50BD2A532}" destId="{27AEA8E6-BEFE-4477-93BB-D0B31EBC838E}" srcOrd="12" destOrd="0" presId="urn:microsoft.com/office/officeart/2008/layout/LinedList"/>
    <dgm:cxn modelId="{4C37ED54-F0CA-43D4-A890-B5BFC7ADD28F}" type="presParOf" srcId="{BA102B0F-1211-4FAE-BCC5-F5A50BD2A532}" destId="{59B00746-505D-4C7F-8715-87CC20681495}" srcOrd="13" destOrd="0" presId="urn:microsoft.com/office/officeart/2008/layout/LinedList"/>
    <dgm:cxn modelId="{ECED7669-0E38-4CB4-B5AA-55D4A9894C92}" type="presParOf" srcId="{59B00746-505D-4C7F-8715-87CC20681495}" destId="{F18FC4B6-14A5-4CF4-B597-19B04E754870}" srcOrd="0" destOrd="0" presId="urn:microsoft.com/office/officeart/2008/layout/LinedList"/>
    <dgm:cxn modelId="{11EB05BD-CDC0-41A5-81FC-2C8C1F50A9B5}" type="presParOf" srcId="{59B00746-505D-4C7F-8715-87CC20681495}" destId="{7316C0E2-6475-4D81-ADBB-7C987C30D450}" srcOrd="1" destOrd="0" presId="urn:microsoft.com/office/officeart/2008/layout/LinedList"/>
    <dgm:cxn modelId="{7DEBC554-533C-4A23-841E-C967CF2A2D2C}" type="presParOf" srcId="{59B00746-505D-4C7F-8715-87CC20681495}" destId="{51E99253-CA1A-4AE9-B91A-CF3564D99698}" srcOrd="2" destOrd="0" presId="urn:microsoft.com/office/officeart/2008/layout/LinedList"/>
    <dgm:cxn modelId="{7B0344EF-AA13-44A0-B6E2-AAB1E6B8B27E}" type="presParOf" srcId="{BA102B0F-1211-4FAE-BCC5-F5A50BD2A532}" destId="{568268EB-3C52-47E9-93B6-81BDFD9AAF0C}" srcOrd="14" destOrd="0" presId="urn:microsoft.com/office/officeart/2008/layout/LinedList"/>
    <dgm:cxn modelId="{91DF00B9-C21E-4CC3-902E-B0CF6977ED22}" type="presParOf" srcId="{BA102B0F-1211-4FAE-BCC5-F5A50BD2A532}" destId="{4F72EDF3-F954-414A-B4D0-83AE704D6BF6}" srcOrd="15" destOrd="0" presId="urn:microsoft.com/office/officeart/2008/layout/LinedList"/>
    <dgm:cxn modelId="{E78E88EB-5D92-4C84-A24D-960F8DAE0C49}" type="presParOf" srcId="{BA102B0F-1211-4FAE-BCC5-F5A50BD2A532}" destId="{2CE8FFD4-35DA-4514-B74B-B92F9612A5E3}" srcOrd="16" destOrd="0" presId="urn:microsoft.com/office/officeart/2008/layout/LinedList"/>
    <dgm:cxn modelId="{A23B3D34-F7FC-4954-8105-2339CE32F249}" type="presParOf" srcId="{2CE8FFD4-35DA-4514-B74B-B92F9612A5E3}" destId="{BF035ED8-9E07-40BF-8D88-AFF14DC6DD78}" srcOrd="0" destOrd="0" presId="urn:microsoft.com/office/officeart/2008/layout/LinedList"/>
    <dgm:cxn modelId="{8B3A7885-46EF-4800-9382-6502286A7E3C}" type="presParOf" srcId="{2CE8FFD4-35DA-4514-B74B-B92F9612A5E3}" destId="{2E4D6481-A9E5-45D9-B00D-F6E1A2839FE9}" srcOrd="1" destOrd="0" presId="urn:microsoft.com/office/officeart/2008/layout/LinedList"/>
    <dgm:cxn modelId="{9D502C89-8AA0-4F29-97A6-77F16FA1966D}" type="presParOf" srcId="{2CE8FFD4-35DA-4514-B74B-B92F9612A5E3}" destId="{B9B1CB3C-2960-455E-A7C4-60B1C515D2A8}" srcOrd="2" destOrd="0" presId="urn:microsoft.com/office/officeart/2008/layout/LinedList"/>
    <dgm:cxn modelId="{115B2006-A109-4064-A6C3-5C3A76BE4BB7}" type="presParOf" srcId="{BA102B0F-1211-4FAE-BCC5-F5A50BD2A532}" destId="{98973E65-BE34-4F08-B0BF-50894DEE755B}" srcOrd="17" destOrd="0" presId="urn:microsoft.com/office/officeart/2008/layout/LinedList"/>
    <dgm:cxn modelId="{97E7B294-6662-48D3-BB40-7784E6E81BB8}" type="presParOf" srcId="{BA102B0F-1211-4FAE-BCC5-F5A50BD2A532}" destId="{B67A601A-D7AE-482E-85BD-6A6EF7A6DD85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9D1AD3-736E-438A-B05A-7299B1E2C69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251FBE-045C-48E7-A5F5-E34A90060F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 b="1" dirty="0"/>
            <a:t>Public acceptance</a:t>
          </a:r>
          <a:r>
            <a:rPr lang="en-US" sz="2200" dirty="0"/>
            <a:t>: May encounter resistance from users who may consider the measures discouraging the adoption of EVs.</a:t>
          </a:r>
        </a:p>
      </dgm:t>
    </dgm:pt>
    <dgm:pt modelId="{5B5EAB76-7F35-49C4-8CD7-5D5B7EA5EEAA}" type="parTrans" cxnId="{CF5D3267-9471-4641-957C-57D327AE0722}">
      <dgm:prSet/>
      <dgm:spPr/>
      <dgm:t>
        <a:bodyPr/>
        <a:lstStyle/>
        <a:p>
          <a:endParaRPr lang="en-US" sz="2200"/>
        </a:p>
      </dgm:t>
    </dgm:pt>
    <dgm:pt modelId="{1DD7C3F6-4AF1-4D1D-B6FA-7AC43835CD3C}" type="sibTrans" cxnId="{CF5D3267-9471-4641-957C-57D327AE0722}">
      <dgm:prSet/>
      <dgm:spPr/>
      <dgm:t>
        <a:bodyPr/>
        <a:lstStyle/>
        <a:p>
          <a:pPr>
            <a:lnSpc>
              <a:spcPct val="100000"/>
            </a:lnSpc>
          </a:pPr>
          <a:endParaRPr lang="en-US" sz="2200"/>
        </a:p>
      </dgm:t>
    </dgm:pt>
    <dgm:pt modelId="{1E7173D1-0B4C-4506-AAB7-319D6345B0C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 b="1" dirty="0"/>
            <a:t>Technical implementation</a:t>
          </a:r>
          <a:r>
            <a:rPr lang="en-US" sz="2200" dirty="0"/>
            <a:t>: Would require robust systems to ensure accuracy and efficiency of data collection and management</a:t>
          </a:r>
        </a:p>
      </dgm:t>
    </dgm:pt>
    <dgm:pt modelId="{F3BDDDE4-23E0-4FFF-B22B-EF356217DBA0}" type="parTrans" cxnId="{85B89CE3-6B34-4A05-AB3A-36064D64145D}">
      <dgm:prSet/>
      <dgm:spPr/>
      <dgm:t>
        <a:bodyPr/>
        <a:lstStyle/>
        <a:p>
          <a:endParaRPr lang="en-US" sz="2200"/>
        </a:p>
      </dgm:t>
    </dgm:pt>
    <dgm:pt modelId="{C885EDDC-1324-437E-9A8C-B0F8987A63D2}" type="sibTrans" cxnId="{85B89CE3-6B34-4A05-AB3A-36064D64145D}">
      <dgm:prSet/>
      <dgm:spPr/>
      <dgm:t>
        <a:bodyPr/>
        <a:lstStyle/>
        <a:p>
          <a:pPr>
            <a:lnSpc>
              <a:spcPct val="100000"/>
            </a:lnSpc>
          </a:pPr>
          <a:endParaRPr lang="en-US" sz="2200"/>
        </a:p>
      </dgm:t>
    </dgm:pt>
    <dgm:pt modelId="{0CCB2641-F0D6-4F42-ADE3-790B160CE6A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 b="1" dirty="0"/>
            <a:t>Legal vacuum</a:t>
          </a:r>
          <a:r>
            <a:rPr lang="en-US" sz="2200" dirty="0"/>
            <a:t>: Would need studies of the best legal arrangements to incorporate the taxation of EVs in specific or existing laws.</a:t>
          </a:r>
        </a:p>
      </dgm:t>
    </dgm:pt>
    <dgm:pt modelId="{009923BE-11E1-408B-BC95-88D241443B7E}" type="parTrans" cxnId="{D2B246A8-BD08-405C-825B-E0024F3B16F5}">
      <dgm:prSet/>
      <dgm:spPr/>
      <dgm:t>
        <a:bodyPr/>
        <a:lstStyle/>
        <a:p>
          <a:endParaRPr lang="en-US" sz="2200"/>
        </a:p>
      </dgm:t>
    </dgm:pt>
    <dgm:pt modelId="{FA139559-B0FF-45E2-AFBB-D5F6A724BED3}" type="sibTrans" cxnId="{D2B246A8-BD08-405C-825B-E0024F3B16F5}">
      <dgm:prSet/>
      <dgm:spPr/>
      <dgm:t>
        <a:bodyPr/>
        <a:lstStyle/>
        <a:p>
          <a:pPr>
            <a:lnSpc>
              <a:spcPct val="100000"/>
            </a:lnSpc>
          </a:pPr>
          <a:endParaRPr lang="en-US" sz="2200"/>
        </a:p>
      </dgm:t>
    </dgm:pt>
    <dgm:pt modelId="{8633319B-22B7-4D4B-9B32-8582326BD6D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200" b="1" dirty="0"/>
            <a:t>Inter-institutional coordination</a:t>
          </a:r>
          <a:r>
            <a:rPr lang="en-US" sz="2200" dirty="0"/>
            <a:t>: Would require coordination with other stakeholders to ensure harmonization of standards/procedures</a:t>
          </a:r>
        </a:p>
      </dgm:t>
    </dgm:pt>
    <dgm:pt modelId="{E64079BF-3134-4D0C-9532-1BC9401353EF}" type="parTrans" cxnId="{841ED210-4444-4569-A32D-96E40D705E68}">
      <dgm:prSet/>
      <dgm:spPr/>
      <dgm:t>
        <a:bodyPr/>
        <a:lstStyle/>
        <a:p>
          <a:endParaRPr lang="en-US" sz="2200"/>
        </a:p>
      </dgm:t>
    </dgm:pt>
    <dgm:pt modelId="{A84CB02F-91C6-400C-9A25-7EF119A3BDE8}" type="sibTrans" cxnId="{841ED210-4444-4569-A32D-96E40D705E68}">
      <dgm:prSet/>
      <dgm:spPr/>
      <dgm:t>
        <a:bodyPr/>
        <a:lstStyle/>
        <a:p>
          <a:endParaRPr lang="en-US" sz="2200"/>
        </a:p>
      </dgm:t>
    </dgm:pt>
    <dgm:pt modelId="{A9415219-F63F-41AE-BCB6-DB1E712BF757}" type="pres">
      <dgm:prSet presAssocID="{EF9D1AD3-736E-438A-B05A-7299B1E2C695}" presName="root" presStyleCnt="0">
        <dgm:presLayoutVars>
          <dgm:dir/>
          <dgm:resizeHandles val="exact"/>
        </dgm:presLayoutVars>
      </dgm:prSet>
      <dgm:spPr/>
    </dgm:pt>
    <dgm:pt modelId="{92F7C83D-A3BA-4740-AACE-FA1BA59A788F}" type="pres">
      <dgm:prSet presAssocID="{EF9D1AD3-736E-438A-B05A-7299B1E2C695}" presName="container" presStyleCnt="0">
        <dgm:presLayoutVars>
          <dgm:dir/>
          <dgm:resizeHandles val="exact"/>
        </dgm:presLayoutVars>
      </dgm:prSet>
      <dgm:spPr/>
    </dgm:pt>
    <dgm:pt modelId="{FBD6048A-D50D-47B9-8F39-C9A2DC87DF65}" type="pres">
      <dgm:prSet presAssocID="{FC251FBE-045C-48E7-A5F5-E34A90060F09}" presName="compNode" presStyleCnt="0"/>
      <dgm:spPr/>
    </dgm:pt>
    <dgm:pt modelId="{BDFB207A-6F7B-4F88-93E1-39C4D1D3EF75}" type="pres">
      <dgm:prSet presAssocID="{FC251FBE-045C-48E7-A5F5-E34A90060F09}" presName="iconBgRect" presStyleLbl="bgShp" presStyleIdx="0" presStyleCnt="4"/>
      <dgm:spPr/>
    </dgm:pt>
    <dgm:pt modelId="{BEECE847-C4B2-40A0-8C5B-BD00137DAA96}" type="pres">
      <dgm:prSet presAssocID="{FC251FBE-045C-48E7-A5F5-E34A90060F0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44AA21E2-65C8-46C7-9117-D67BF847FE38}" type="pres">
      <dgm:prSet presAssocID="{FC251FBE-045C-48E7-A5F5-E34A90060F09}" presName="spaceRect" presStyleCnt="0"/>
      <dgm:spPr/>
    </dgm:pt>
    <dgm:pt modelId="{FA04BE98-2FF3-4120-97A6-FE1401D7017C}" type="pres">
      <dgm:prSet presAssocID="{FC251FBE-045C-48E7-A5F5-E34A90060F09}" presName="textRect" presStyleLbl="revTx" presStyleIdx="0" presStyleCnt="4">
        <dgm:presLayoutVars>
          <dgm:chMax val="1"/>
          <dgm:chPref val="1"/>
        </dgm:presLayoutVars>
      </dgm:prSet>
      <dgm:spPr/>
    </dgm:pt>
    <dgm:pt modelId="{756C2A25-565D-4E3C-8DB4-B6B92B1E0737}" type="pres">
      <dgm:prSet presAssocID="{1DD7C3F6-4AF1-4D1D-B6FA-7AC43835CD3C}" presName="sibTrans" presStyleLbl="sibTrans2D1" presStyleIdx="0" presStyleCnt="0"/>
      <dgm:spPr/>
    </dgm:pt>
    <dgm:pt modelId="{8AA608B5-A9AC-4F0A-8388-36F9A8F33604}" type="pres">
      <dgm:prSet presAssocID="{1E7173D1-0B4C-4506-AAB7-319D6345B0C2}" presName="compNode" presStyleCnt="0"/>
      <dgm:spPr/>
    </dgm:pt>
    <dgm:pt modelId="{02CBCB54-62A3-4DA4-9A83-D68D60636FBA}" type="pres">
      <dgm:prSet presAssocID="{1E7173D1-0B4C-4506-AAB7-319D6345B0C2}" presName="iconBgRect" presStyleLbl="bgShp" presStyleIdx="1" presStyleCnt="4"/>
      <dgm:spPr/>
    </dgm:pt>
    <dgm:pt modelId="{F99CA41C-03BC-4C71-951A-725A9A2FF779}" type="pres">
      <dgm:prSet presAssocID="{1E7173D1-0B4C-4506-AAB7-319D6345B0C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4146567-0C4E-48D8-91A3-A2DD2C31853C}" type="pres">
      <dgm:prSet presAssocID="{1E7173D1-0B4C-4506-AAB7-319D6345B0C2}" presName="spaceRect" presStyleCnt="0"/>
      <dgm:spPr/>
    </dgm:pt>
    <dgm:pt modelId="{95B67D16-2516-454F-903A-A3CB82D45853}" type="pres">
      <dgm:prSet presAssocID="{1E7173D1-0B4C-4506-AAB7-319D6345B0C2}" presName="textRect" presStyleLbl="revTx" presStyleIdx="1" presStyleCnt="4" custScaleY="125842">
        <dgm:presLayoutVars>
          <dgm:chMax val="1"/>
          <dgm:chPref val="1"/>
        </dgm:presLayoutVars>
      </dgm:prSet>
      <dgm:spPr/>
    </dgm:pt>
    <dgm:pt modelId="{A597B205-0F8D-4106-A14D-B0C655EDC137}" type="pres">
      <dgm:prSet presAssocID="{C885EDDC-1324-437E-9A8C-B0F8987A63D2}" presName="sibTrans" presStyleLbl="sibTrans2D1" presStyleIdx="0" presStyleCnt="0"/>
      <dgm:spPr/>
    </dgm:pt>
    <dgm:pt modelId="{F5BFC488-0FB9-4C1F-A153-74DE4BECCBE3}" type="pres">
      <dgm:prSet presAssocID="{0CCB2641-F0D6-4F42-ADE3-790B160CE6AE}" presName="compNode" presStyleCnt="0"/>
      <dgm:spPr/>
    </dgm:pt>
    <dgm:pt modelId="{B2ACDCA9-51FF-493B-8051-3A0088D1AABB}" type="pres">
      <dgm:prSet presAssocID="{0CCB2641-F0D6-4F42-ADE3-790B160CE6AE}" presName="iconBgRect" presStyleLbl="bgShp" presStyleIdx="2" presStyleCnt="4"/>
      <dgm:spPr/>
    </dgm:pt>
    <dgm:pt modelId="{EC23AB43-B4E8-42AD-BC4C-8964DB1939E0}" type="pres">
      <dgm:prSet presAssocID="{0CCB2641-F0D6-4F42-ADE3-790B160CE6A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13819D0B-5A8F-45CC-B24E-5FF814533E15}" type="pres">
      <dgm:prSet presAssocID="{0CCB2641-F0D6-4F42-ADE3-790B160CE6AE}" presName="spaceRect" presStyleCnt="0"/>
      <dgm:spPr/>
    </dgm:pt>
    <dgm:pt modelId="{19FD2C45-493F-4E60-8522-754C92E62215}" type="pres">
      <dgm:prSet presAssocID="{0CCB2641-F0D6-4F42-ADE3-790B160CE6AE}" presName="textRect" presStyleLbl="revTx" presStyleIdx="2" presStyleCnt="4">
        <dgm:presLayoutVars>
          <dgm:chMax val="1"/>
          <dgm:chPref val="1"/>
        </dgm:presLayoutVars>
      </dgm:prSet>
      <dgm:spPr/>
    </dgm:pt>
    <dgm:pt modelId="{804E829D-9E92-4AFD-A666-79CAA415F96E}" type="pres">
      <dgm:prSet presAssocID="{FA139559-B0FF-45E2-AFBB-D5F6A724BED3}" presName="sibTrans" presStyleLbl="sibTrans2D1" presStyleIdx="0" presStyleCnt="0"/>
      <dgm:spPr/>
    </dgm:pt>
    <dgm:pt modelId="{79187620-95B8-4B11-B075-58FB9B1291BF}" type="pres">
      <dgm:prSet presAssocID="{8633319B-22B7-4D4B-9B32-8582326BD6DA}" presName="compNode" presStyleCnt="0"/>
      <dgm:spPr/>
    </dgm:pt>
    <dgm:pt modelId="{2A9522A5-0301-4DD2-8C84-C554090C26EB}" type="pres">
      <dgm:prSet presAssocID="{8633319B-22B7-4D4B-9B32-8582326BD6DA}" presName="iconBgRect" presStyleLbl="bgShp" presStyleIdx="3" presStyleCnt="4" custLinFactNeighborX="-787" custLinFactNeighborY="-9444"/>
      <dgm:spPr/>
    </dgm:pt>
    <dgm:pt modelId="{C8C88A4C-FEFD-4DBA-B249-EB187608A92B}" type="pres">
      <dgm:prSet presAssocID="{8633319B-22B7-4D4B-9B32-8582326BD6D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ECF1C4FA-6585-434D-BB59-7FE35B3C22FC}" type="pres">
      <dgm:prSet presAssocID="{8633319B-22B7-4D4B-9B32-8582326BD6DA}" presName="spaceRect" presStyleCnt="0"/>
      <dgm:spPr/>
    </dgm:pt>
    <dgm:pt modelId="{3C06C4ED-4AD8-4BBE-81AD-FC47B310C4C2}" type="pres">
      <dgm:prSet presAssocID="{8633319B-22B7-4D4B-9B32-8582326BD6D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41ED210-4444-4569-A32D-96E40D705E68}" srcId="{EF9D1AD3-736E-438A-B05A-7299B1E2C695}" destId="{8633319B-22B7-4D4B-9B32-8582326BD6DA}" srcOrd="3" destOrd="0" parTransId="{E64079BF-3134-4D0C-9532-1BC9401353EF}" sibTransId="{A84CB02F-91C6-400C-9A25-7EF119A3BDE8}"/>
    <dgm:cxn modelId="{4545AF1C-B1B6-4A29-9C7E-41569DCCE467}" type="presOf" srcId="{0CCB2641-F0D6-4F42-ADE3-790B160CE6AE}" destId="{19FD2C45-493F-4E60-8522-754C92E62215}" srcOrd="0" destOrd="0" presId="urn:microsoft.com/office/officeart/2018/2/layout/IconCircleList"/>
    <dgm:cxn modelId="{ED7F2533-378D-479B-A4D3-0BDCBA051845}" type="presOf" srcId="{FC251FBE-045C-48E7-A5F5-E34A90060F09}" destId="{FA04BE98-2FF3-4120-97A6-FE1401D7017C}" srcOrd="0" destOrd="0" presId="urn:microsoft.com/office/officeart/2018/2/layout/IconCircleList"/>
    <dgm:cxn modelId="{A566713C-77F0-4F0F-853E-DA1ED5EFE0DC}" type="presOf" srcId="{EF9D1AD3-736E-438A-B05A-7299B1E2C695}" destId="{A9415219-F63F-41AE-BCB6-DB1E712BF757}" srcOrd="0" destOrd="0" presId="urn:microsoft.com/office/officeart/2018/2/layout/IconCircleList"/>
    <dgm:cxn modelId="{C3EDB85F-072C-4527-A61B-849636C1EC51}" type="presOf" srcId="{C885EDDC-1324-437E-9A8C-B0F8987A63D2}" destId="{A597B205-0F8D-4106-A14D-B0C655EDC137}" srcOrd="0" destOrd="0" presId="urn:microsoft.com/office/officeart/2018/2/layout/IconCircleList"/>
    <dgm:cxn modelId="{CF5D3267-9471-4641-957C-57D327AE0722}" srcId="{EF9D1AD3-736E-438A-B05A-7299B1E2C695}" destId="{FC251FBE-045C-48E7-A5F5-E34A90060F09}" srcOrd="0" destOrd="0" parTransId="{5B5EAB76-7F35-49C4-8CD7-5D5B7EA5EEAA}" sibTransId="{1DD7C3F6-4AF1-4D1D-B6FA-7AC43835CD3C}"/>
    <dgm:cxn modelId="{2521687D-703A-4435-A2E3-5934DEA572E0}" type="presOf" srcId="{FA139559-B0FF-45E2-AFBB-D5F6A724BED3}" destId="{804E829D-9E92-4AFD-A666-79CAA415F96E}" srcOrd="0" destOrd="0" presId="urn:microsoft.com/office/officeart/2018/2/layout/IconCircleList"/>
    <dgm:cxn modelId="{D2B246A8-BD08-405C-825B-E0024F3B16F5}" srcId="{EF9D1AD3-736E-438A-B05A-7299B1E2C695}" destId="{0CCB2641-F0D6-4F42-ADE3-790B160CE6AE}" srcOrd="2" destOrd="0" parTransId="{009923BE-11E1-408B-BC95-88D241443B7E}" sibTransId="{FA139559-B0FF-45E2-AFBB-D5F6A724BED3}"/>
    <dgm:cxn modelId="{89AA71C0-B453-46DB-9776-3EE857303666}" type="presOf" srcId="{1DD7C3F6-4AF1-4D1D-B6FA-7AC43835CD3C}" destId="{756C2A25-565D-4E3C-8DB4-B6B92B1E0737}" srcOrd="0" destOrd="0" presId="urn:microsoft.com/office/officeart/2018/2/layout/IconCircleList"/>
    <dgm:cxn modelId="{90F611D3-D945-4A4A-8707-EDAA626AC110}" type="presOf" srcId="{8633319B-22B7-4D4B-9B32-8582326BD6DA}" destId="{3C06C4ED-4AD8-4BBE-81AD-FC47B310C4C2}" srcOrd="0" destOrd="0" presId="urn:microsoft.com/office/officeart/2018/2/layout/IconCircleList"/>
    <dgm:cxn modelId="{85B89CE3-6B34-4A05-AB3A-36064D64145D}" srcId="{EF9D1AD3-736E-438A-B05A-7299B1E2C695}" destId="{1E7173D1-0B4C-4506-AAB7-319D6345B0C2}" srcOrd="1" destOrd="0" parTransId="{F3BDDDE4-23E0-4FFF-B22B-EF356217DBA0}" sibTransId="{C885EDDC-1324-437E-9A8C-B0F8987A63D2}"/>
    <dgm:cxn modelId="{9CCDD2FD-9ED8-4AD8-9963-DA61FC12B4BC}" type="presOf" srcId="{1E7173D1-0B4C-4506-AAB7-319D6345B0C2}" destId="{95B67D16-2516-454F-903A-A3CB82D45853}" srcOrd="0" destOrd="0" presId="urn:microsoft.com/office/officeart/2018/2/layout/IconCircleList"/>
    <dgm:cxn modelId="{C4141AF8-5AA7-4158-8680-CD8E1AC77914}" type="presParOf" srcId="{A9415219-F63F-41AE-BCB6-DB1E712BF757}" destId="{92F7C83D-A3BA-4740-AACE-FA1BA59A788F}" srcOrd="0" destOrd="0" presId="urn:microsoft.com/office/officeart/2018/2/layout/IconCircleList"/>
    <dgm:cxn modelId="{D8BE03BE-1B90-4078-8862-AE361EFA78FF}" type="presParOf" srcId="{92F7C83D-A3BA-4740-AACE-FA1BA59A788F}" destId="{FBD6048A-D50D-47B9-8F39-C9A2DC87DF65}" srcOrd="0" destOrd="0" presId="urn:microsoft.com/office/officeart/2018/2/layout/IconCircleList"/>
    <dgm:cxn modelId="{7EB78BD6-978A-4EEC-8037-F2675E2225C0}" type="presParOf" srcId="{FBD6048A-D50D-47B9-8F39-C9A2DC87DF65}" destId="{BDFB207A-6F7B-4F88-93E1-39C4D1D3EF75}" srcOrd="0" destOrd="0" presId="urn:microsoft.com/office/officeart/2018/2/layout/IconCircleList"/>
    <dgm:cxn modelId="{FF348F6B-6B38-49AC-B812-104EB7E94465}" type="presParOf" srcId="{FBD6048A-D50D-47B9-8F39-C9A2DC87DF65}" destId="{BEECE847-C4B2-40A0-8C5B-BD00137DAA96}" srcOrd="1" destOrd="0" presId="urn:microsoft.com/office/officeart/2018/2/layout/IconCircleList"/>
    <dgm:cxn modelId="{A1A4DF95-3A72-4D5C-BD5D-7C7C18F024E8}" type="presParOf" srcId="{FBD6048A-D50D-47B9-8F39-C9A2DC87DF65}" destId="{44AA21E2-65C8-46C7-9117-D67BF847FE38}" srcOrd="2" destOrd="0" presId="urn:microsoft.com/office/officeart/2018/2/layout/IconCircleList"/>
    <dgm:cxn modelId="{859A03E4-BD8D-4382-B9D5-04728C3A96F2}" type="presParOf" srcId="{FBD6048A-D50D-47B9-8F39-C9A2DC87DF65}" destId="{FA04BE98-2FF3-4120-97A6-FE1401D7017C}" srcOrd="3" destOrd="0" presId="urn:microsoft.com/office/officeart/2018/2/layout/IconCircleList"/>
    <dgm:cxn modelId="{26B94551-7FA7-4096-AFBC-A39F6E792C6B}" type="presParOf" srcId="{92F7C83D-A3BA-4740-AACE-FA1BA59A788F}" destId="{756C2A25-565D-4E3C-8DB4-B6B92B1E0737}" srcOrd="1" destOrd="0" presId="urn:microsoft.com/office/officeart/2018/2/layout/IconCircleList"/>
    <dgm:cxn modelId="{0483FEE6-307C-4AB1-9235-5C39192D3443}" type="presParOf" srcId="{92F7C83D-A3BA-4740-AACE-FA1BA59A788F}" destId="{8AA608B5-A9AC-4F0A-8388-36F9A8F33604}" srcOrd="2" destOrd="0" presId="urn:microsoft.com/office/officeart/2018/2/layout/IconCircleList"/>
    <dgm:cxn modelId="{6155E743-BD5E-48BB-A897-9C9A5B961F2F}" type="presParOf" srcId="{8AA608B5-A9AC-4F0A-8388-36F9A8F33604}" destId="{02CBCB54-62A3-4DA4-9A83-D68D60636FBA}" srcOrd="0" destOrd="0" presId="urn:microsoft.com/office/officeart/2018/2/layout/IconCircleList"/>
    <dgm:cxn modelId="{1DB47CD0-3FF5-4719-A7F1-F8D2DA682811}" type="presParOf" srcId="{8AA608B5-A9AC-4F0A-8388-36F9A8F33604}" destId="{F99CA41C-03BC-4C71-951A-725A9A2FF779}" srcOrd="1" destOrd="0" presId="urn:microsoft.com/office/officeart/2018/2/layout/IconCircleList"/>
    <dgm:cxn modelId="{CDDC8048-F97F-41F4-B3B2-47F959A05198}" type="presParOf" srcId="{8AA608B5-A9AC-4F0A-8388-36F9A8F33604}" destId="{64146567-0C4E-48D8-91A3-A2DD2C31853C}" srcOrd="2" destOrd="0" presId="urn:microsoft.com/office/officeart/2018/2/layout/IconCircleList"/>
    <dgm:cxn modelId="{23F5347C-56CC-4A6A-B051-DAE71F9DE91C}" type="presParOf" srcId="{8AA608B5-A9AC-4F0A-8388-36F9A8F33604}" destId="{95B67D16-2516-454F-903A-A3CB82D45853}" srcOrd="3" destOrd="0" presId="urn:microsoft.com/office/officeart/2018/2/layout/IconCircleList"/>
    <dgm:cxn modelId="{5A132369-074D-4951-A51F-C4EF3B6D11B0}" type="presParOf" srcId="{92F7C83D-A3BA-4740-AACE-FA1BA59A788F}" destId="{A597B205-0F8D-4106-A14D-B0C655EDC137}" srcOrd="3" destOrd="0" presId="urn:microsoft.com/office/officeart/2018/2/layout/IconCircleList"/>
    <dgm:cxn modelId="{AE40275E-BD0B-4794-8DCC-C4D5BDF8A7D2}" type="presParOf" srcId="{92F7C83D-A3BA-4740-AACE-FA1BA59A788F}" destId="{F5BFC488-0FB9-4C1F-A153-74DE4BECCBE3}" srcOrd="4" destOrd="0" presId="urn:microsoft.com/office/officeart/2018/2/layout/IconCircleList"/>
    <dgm:cxn modelId="{7441A39C-D8BD-4CF5-995E-FC7076D0DDE5}" type="presParOf" srcId="{F5BFC488-0FB9-4C1F-A153-74DE4BECCBE3}" destId="{B2ACDCA9-51FF-493B-8051-3A0088D1AABB}" srcOrd="0" destOrd="0" presId="urn:microsoft.com/office/officeart/2018/2/layout/IconCircleList"/>
    <dgm:cxn modelId="{B550767F-BA65-490E-9D35-5A77C404E9D4}" type="presParOf" srcId="{F5BFC488-0FB9-4C1F-A153-74DE4BECCBE3}" destId="{EC23AB43-B4E8-42AD-BC4C-8964DB1939E0}" srcOrd="1" destOrd="0" presId="urn:microsoft.com/office/officeart/2018/2/layout/IconCircleList"/>
    <dgm:cxn modelId="{6A63AE40-B91E-49CE-912C-BC9091341134}" type="presParOf" srcId="{F5BFC488-0FB9-4C1F-A153-74DE4BECCBE3}" destId="{13819D0B-5A8F-45CC-B24E-5FF814533E15}" srcOrd="2" destOrd="0" presId="urn:microsoft.com/office/officeart/2018/2/layout/IconCircleList"/>
    <dgm:cxn modelId="{27E0D6BD-DE46-4A04-A652-0485E8B858E3}" type="presParOf" srcId="{F5BFC488-0FB9-4C1F-A153-74DE4BECCBE3}" destId="{19FD2C45-493F-4E60-8522-754C92E62215}" srcOrd="3" destOrd="0" presId="urn:microsoft.com/office/officeart/2018/2/layout/IconCircleList"/>
    <dgm:cxn modelId="{6BFCB923-45B2-44FD-ACF6-236800C6BFE0}" type="presParOf" srcId="{92F7C83D-A3BA-4740-AACE-FA1BA59A788F}" destId="{804E829D-9E92-4AFD-A666-79CAA415F96E}" srcOrd="5" destOrd="0" presId="urn:microsoft.com/office/officeart/2018/2/layout/IconCircleList"/>
    <dgm:cxn modelId="{D2AD6A7F-FFA5-4BE2-ADFA-C1658F0AD61C}" type="presParOf" srcId="{92F7C83D-A3BA-4740-AACE-FA1BA59A788F}" destId="{79187620-95B8-4B11-B075-58FB9B1291BF}" srcOrd="6" destOrd="0" presId="urn:microsoft.com/office/officeart/2018/2/layout/IconCircleList"/>
    <dgm:cxn modelId="{67C0E673-469C-40CA-8FAA-83B068BEBF34}" type="presParOf" srcId="{79187620-95B8-4B11-B075-58FB9B1291BF}" destId="{2A9522A5-0301-4DD2-8C84-C554090C26EB}" srcOrd="0" destOrd="0" presId="urn:microsoft.com/office/officeart/2018/2/layout/IconCircleList"/>
    <dgm:cxn modelId="{507BFD52-9FE4-41C2-B770-9A0FC27EFE5A}" type="presParOf" srcId="{79187620-95B8-4B11-B075-58FB9B1291BF}" destId="{C8C88A4C-FEFD-4DBA-B249-EB187608A92B}" srcOrd="1" destOrd="0" presId="urn:microsoft.com/office/officeart/2018/2/layout/IconCircleList"/>
    <dgm:cxn modelId="{E915FDCE-37FE-4264-8C51-4D07688421EE}" type="presParOf" srcId="{79187620-95B8-4B11-B075-58FB9B1291BF}" destId="{ECF1C4FA-6585-434D-BB59-7FE35B3C22FC}" srcOrd="2" destOrd="0" presId="urn:microsoft.com/office/officeart/2018/2/layout/IconCircleList"/>
    <dgm:cxn modelId="{DCCFC00B-7039-4B8C-ABCE-25B6305A610C}" type="presParOf" srcId="{79187620-95B8-4B11-B075-58FB9B1291BF}" destId="{3C06C4ED-4AD8-4BBE-81AD-FC47B310C4C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F6B54F-5390-4CCE-9D52-B7E27CF5E550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AC0D09-F25E-4DA7-A522-5E422DABA430}">
      <dsp:nvSpPr>
        <dsp:cNvPr id="0" name=""/>
        <dsp:cNvSpPr/>
      </dsp:nvSpPr>
      <dsp:spPr>
        <a:xfrm>
          <a:off x="0" y="0"/>
          <a:ext cx="2103120" cy="4351338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dwindling fuel levies call for alternative sources of Road Fund revenues and better road management systems and practices, including:</a:t>
          </a:r>
        </a:p>
      </dsp:txBody>
      <dsp:txXfrm>
        <a:off x="0" y="0"/>
        <a:ext cx="2103120" cy="4351338"/>
      </dsp:txXfrm>
    </dsp:sp>
    <dsp:sp modelId="{B7B04EF8-4195-4E6A-9427-1558EDE09F19}">
      <dsp:nvSpPr>
        <dsp:cNvPr id="0" name=""/>
        <dsp:cNvSpPr/>
      </dsp:nvSpPr>
      <dsp:spPr>
        <a:xfrm>
          <a:off x="2260854" y="34260"/>
          <a:ext cx="8254746" cy="685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Road tolling</a:t>
          </a:r>
          <a:r>
            <a:rPr lang="en-US" sz="1900" kern="1200"/>
            <a:t>. Tolling is derisking fuel levy overreliance in Zambia and Zimbabwe</a:t>
          </a:r>
        </a:p>
      </dsp:txBody>
      <dsp:txXfrm>
        <a:off x="2260854" y="34260"/>
        <a:ext cx="8254746" cy="685208"/>
      </dsp:txXfrm>
    </dsp:sp>
    <dsp:sp modelId="{28BE4CB2-02EE-456C-AB0D-833EB4901230}">
      <dsp:nvSpPr>
        <dsp:cNvPr id="0" name=""/>
        <dsp:cNvSpPr/>
      </dsp:nvSpPr>
      <dsp:spPr>
        <a:xfrm>
          <a:off x="2103120" y="719468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2C3B9D-E2B3-4C9A-869F-CBFA9828CB51}">
      <dsp:nvSpPr>
        <dsp:cNvPr id="0" name=""/>
        <dsp:cNvSpPr/>
      </dsp:nvSpPr>
      <dsp:spPr>
        <a:xfrm>
          <a:off x="2260854" y="753729"/>
          <a:ext cx="8254746" cy="685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Distance-based RUCs</a:t>
          </a:r>
          <a:r>
            <a:rPr lang="en-US" sz="1900" kern="1200"/>
            <a:t>. Namibia is implementing Mass Distance Charges</a:t>
          </a:r>
        </a:p>
      </dsp:txBody>
      <dsp:txXfrm>
        <a:off x="2260854" y="753729"/>
        <a:ext cx="8254746" cy="685208"/>
      </dsp:txXfrm>
    </dsp:sp>
    <dsp:sp modelId="{9ECAEA00-9692-49C5-B6B2-0F66880E90BD}">
      <dsp:nvSpPr>
        <dsp:cNvPr id="0" name=""/>
        <dsp:cNvSpPr/>
      </dsp:nvSpPr>
      <dsp:spPr>
        <a:xfrm>
          <a:off x="2103120" y="143893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EFCBF-CB3F-4761-AF00-CCB1A16080FC}">
      <dsp:nvSpPr>
        <dsp:cNvPr id="0" name=""/>
        <dsp:cNvSpPr/>
      </dsp:nvSpPr>
      <dsp:spPr>
        <a:xfrm>
          <a:off x="2260854" y="1473197"/>
          <a:ext cx="8254746" cy="685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Public Private Partnerships (PPPs)</a:t>
          </a:r>
          <a:r>
            <a:rPr lang="en-US" sz="1900" kern="1200"/>
            <a:t>. The case of Zimbabwe and Zambia </a:t>
          </a:r>
        </a:p>
      </dsp:txBody>
      <dsp:txXfrm>
        <a:off x="2260854" y="1473197"/>
        <a:ext cx="8254746" cy="685208"/>
      </dsp:txXfrm>
    </dsp:sp>
    <dsp:sp modelId="{75976605-75A9-4372-A512-B8E6D681050A}">
      <dsp:nvSpPr>
        <dsp:cNvPr id="0" name=""/>
        <dsp:cNvSpPr/>
      </dsp:nvSpPr>
      <dsp:spPr>
        <a:xfrm>
          <a:off x="2103120" y="215840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1BBC7E-958F-47FC-BCF5-7DE42F4D4ADF}">
      <dsp:nvSpPr>
        <dsp:cNvPr id="0" name=""/>
        <dsp:cNvSpPr/>
      </dsp:nvSpPr>
      <dsp:spPr>
        <a:xfrm>
          <a:off x="2260854" y="2192666"/>
          <a:ext cx="8254746" cy="685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All potential sources</a:t>
          </a:r>
          <a:r>
            <a:rPr lang="en-US" sz="1900" kern="1200"/>
            <a:t>. Collecting from all current potential sources – Vehicle licenses and registration, overload fines and abnormal load fees</a:t>
          </a:r>
        </a:p>
      </dsp:txBody>
      <dsp:txXfrm>
        <a:off x="2260854" y="2192666"/>
        <a:ext cx="8254746" cy="685208"/>
      </dsp:txXfrm>
    </dsp:sp>
    <dsp:sp modelId="{A5E39C87-4381-44C1-8D71-3E48A92EF3F6}">
      <dsp:nvSpPr>
        <dsp:cNvPr id="0" name=""/>
        <dsp:cNvSpPr/>
      </dsp:nvSpPr>
      <dsp:spPr>
        <a:xfrm>
          <a:off x="2103120" y="2877874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16C0E2-6475-4D81-ADBB-7C987C30D450}">
      <dsp:nvSpPr>
        <dsp:cNvPr id="0" name=""/>
        <dsp:cNvSpPr/>
      </dsp:nvSpPr>
      <dsp:spPr>
        <a:xfrm>
          <a:off x="2260854" y="2912135"/>
          <a:ext cx="8254746" cy="685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Road Funds bonds</a:t>
          </a:r>
          <a:r>
            <a:rPr lang="en-US" sz="1900" kern="1200" dirty="0"/>
            <a:t>: Issuance of bonds to frontload maintenance backlog clearance. The case of Malawi.</a:t>
          </a:r>
        </a:p>
      </dsp:txBody>
      <dsp:txXfrm>
        <a:off x="2260854" y="2912135"/>
        <a:ext cx="8254746" cy="685208"/>
      </dsp:txXfrm>
    </dsp:sp>
    <dsp:sp modelId="{568268EB-3C52-47E9-93B6-81BDFD9AAF0C}">
      <dsp:nvSpPr>
        <dsp:cNvPr id="0" name=""/>
        <dsp:cNvSpPr/>
      </dsp:nvSpPr>
      <dsp:spPr>
        <a:xfrm>
          <a:off x="2103120" y="3597343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D6481-A9E5-45D9-B00D-F6E1A2839FE9}">
      <dsp:nvSpPr>
        <dsp:cNvPr id="0" name=""/>
        <dsp:cNvSpPr/>
      </dsp:nvSpPr>
      <dsp:spPr>
        <a:xfrm>
          <a:off x="2260854" y="3631603"/>
          <a:ext cx="8254746" cy="685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OPRC and RAMS</a:t>
          </a:r>
          <a:r>
            <a:rPr lang="en-US" sz="1900" kern="1200"/>
            <a:t>: Output and Performance-based Road Contracting (OPRC) and robust Road Asset Management Systems (RAMS)</a:t>
          </a:r>
        </a:p>
      </dsp:txBody>
      <dsp:txXfrm>
        <a:off x="2260854" y="3631603"/>
        <a:ext cx="8254746" cy="685208"/>
      </dsp:txXfrm>
    </dsp:sp>
    <dsp:sp modelId="{98973E65-BE34-4F08-B0BF-50894DEE755B}">
      <dsp:nvSpPr>
        <dsp:cNvPr id="0" name=""/>
        <dsp:cNvSpPr/>
      </dsp:nvSpPr>
      <dsp:spPr>
        <a:xfrm>
          <a:off x="2103120" y="431681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FB207A-6F7B-4F88-93E1-39C4D1D3EF75}">
      <dsp:nvSpPr>
        <dsp:cNvPr id="0" name=""/>
        <dsp:cNvSpPr/>
      </dsp:nvSpPr>
      <dsp:spPr>
        <a:xfrm>
          <a:off x="212335" y="75958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CE847-C4B2-40A0-8C5B-BD00137DAA96}">
      <dsp:nvSpPr>
        <dsp:cNvPr id="0" name=""/>
        <dsp:cNvSpPr/>
      </dsp:nvSpPr>
      <dsp:spPr>
        <a:xfrm>
          <a:off x="492877" y="1040123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4BE98-2FF3-4120-97A6-FE1401D7017C}">
      <dsp:nvSpPr>
        <dsp:cNvPr id="0" name=""/>
        <dsp:cNvSpPr/>
      </dsp:nvSpPr>
      <dsp:spPr>
        <a:xfrm>
          <a:off x="1834517" y="75958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Public acceptance</a:t>
          </a:r>
          <a:r>
            <a:rPr lang="en-US" sz="2200" kern="1200" dirty="0"/>
            <a:t>: May encounter resistance from users who may consider the measures discouraging the adoption of EVs.</a:t>
          </a:r>
        </a:p>
      </dsp:txBody>
      <dsp:txXfrm>
        <a:off x="1834517" y="759581"/>
        <a:ext cx="3148942" cy="1335915"/>
      </dsp:txXfrm>
    </dsp:sp>
    <dsp:sp modelId="{02CBCB54-62A3-4DA4-9A83-D68D60636FBA}">
      <dsp:nvSpPr>
        <dsp:cNvPr id="0" name=""/>
        <dsp:cNvSpPr/>
      </dsp:nvSpPr>
      <dsp:spPr>
        <a:xfrm>
          <a:off x="5532139" y="75958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CA41C-03BC-4C71-951A-725A9A2FF779}">
      <dsp:nvSpPr>
        <dsp:cNvPr id="0" name=""/>
        <dsp:cNvSpPr/>
      </dsp:nvSpPr>
      <dsp:spPr>
        <a:xfrm>
          <a:off x="5812681" y="1040123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B67D16-2516-454F-903A-A3CB82D45853}">
      <dsp:nvSpPr>
        <dsp:cNvPr id="0" name=""/>
        <dsp:cNvSpPr/>
      </dsp:nvSpPr>
      <dsp:spPr>
        <a:xfrm>
          <a:off x="7154322" y="586967"/>
          <a:ext cx="3148942" cy="1681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Technical implementation</a:t>
          </a:r>
          <a:r>
            <a:rPr lang="en-US" sz="2200" kern="1200" dirty="0"/>
            <a:t>: Would require robust systems to ensure accuracy and efficiency of data collection and management</a:t>
          </a:r>
        </a:p>
      </dsp:txBody>
      <dsp:txXfrm>
        <a:off x="7154322" y="586967"/>
        <a:ext cx="3148942" cy="1681142"/>
      </dsp:txXfrm>
    </dsp:sp>
    <dsp:sp modelId="{B2ACDCA9-51FF-493B-8051-3A0088D1AABB}">
      <dsp:nvSpPr>
        <dsp:cNvPr id="0" name=""/>
        <dsp:cNvSpPr/>
      </dsp:nvSpPr>
      <dsp:spPr>
        <a:xfrm>
          <a:off x="212335" y="3126505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23AB43-B4E8-42AD-BC4C-8964DB1939E0}">
      <dsp:nvSpPr>
        <dsp:cNvPr id="0" name=""/>
        <dsp:cNvSpPr/>
      </dsp:nvSpPr>
      <dsp:spPr>
        <a:xfrm>
          <a:off x="492877" y="3407047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D2C45-493F-4E60-8522-754C92E62215}">
      <dsp:nvSpPr>
        <dsp:cNvPr id="0" name=""/>
        <dsp:cNvSpPr/>
      </dsp:nvSpPr>
      <dsp:spPr>
        <a:xfrm>
          <a:off x="1834517" y="312650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Legal vacuum</a:t>
          </a:r>
          <a:r>
            <a:rPr lang="en-US" sz="2200" kern="1200" dirty="0"/>
            <a:t>: Would need studies of the best legal arrangements to incorporate the taxation of EVs in specific or existing laws.</a:t>
          </a:r>
        </a:p>
      </dsp:txBody>
      <dsp:txXfrm>
        <a:off x="1834517" y="3126505"/>
        <a:ext cx="3148942" cy="1335915"/>
      </dsp:txXfrm>
    </dsp:sp>
    <dsp:sp modelId="{2A9522A5-0301-4DD2-8C84-C554090C26EB}">
      <dsp:nvSpPr>
        <dsp:cNvPr id="0" name=""/>
        <dsp:cNvSpPr/>
      </dsp:nvSpPr>
      <dsp:spPr>
        <a:xfrm>
          <a:off x="5521626" y="3000341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C88A4C-FEFD-4DBA-B249-EB187608A92B}">
      <dsp:nvSpPr>
        <dsp:cNvPr id="0" name=""/>
        <dsp:cNvSpPr/>
      </dsp:nvSpPr>
      <dsp:spPr>
        <a:xfrm>
          <a:off x="5812681" y="3407047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6C4ED-4AD8-4BBE-81AD-FC47B310C4C2}">
      <dsp:nvSpPr>
        <dsp:cNvPr id="0" name=""/>
        <dsp:cNvSpPr/>
      </dsp:nvSpPr>
      <dsp:spPr>
        <a:xfrm>
          <a:off x="7154322" y="3126505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Inter-institutional coordination</a:t>
          </a:r>
          <a:r>
            <a:rPr lang="en-US" sz="2200" kern="1200" dirty="0"/>
            <a:t>: Would require coordination with other stakeholders to ensure harmonization of standards/procedures</a:t>
          </a:r>
        </a:p>
      </dsp:txBody>
      <dsp:txXfrm>
        <a:off x="7154322" y="3126505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730D1-CCE4-422D-84A2-540FA10E401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CCDAA1-5626-4153-AD37-48F7ABB50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82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AEBD-1EDD-338E-8186-0A2CB8A4E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F1085-B499-3FC8-0767-F52B70751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2089E-7CA2-A5B8-53AC-3097F47F8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F9789-36AF-CA44-9E81-33D6E81E6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CDAA1-5626-4153-AD37-48F7ABB500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B1D4-8C67-D2DA-D64D-651A891C6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EEBB9-ED98-1140-8B2E-645EC0050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DF97B-79D1-D3F0-890A-6328DBA55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F9559-108A-BA02-3614-DF8C7262D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CDAA1-5626-4153-AD37-48F7ABB500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35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A7861-5A35-D5D6-0971-C17680A4B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0516C5-252D-A088-2029-6E451FA88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F1756-4326-B429-1A82-C66372A2C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89026-4FE5-C0A7-51CB-B4E0523EC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CDAA1-5626-4153-AD37-48F7ABB500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22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2FAC-68A4-591C-B56B-91248D03C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F1B91-2482-627D-F2A0-67A8ED25B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20A18-65EC-9772-11AD-15A60945C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A7236-CB95-80FB-5B37-74F64FC48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CDAA1-5626-4153-AD37-48F7ABB500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70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91A95-E0AA-C880-7E13-F0A1F5ED3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E3768-BEC6-5FD0-0538-D41E6FB1B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E82EC-BE63-A817-D64D-32695B5B8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FA75E-7D3A-2E68-59A2-48F25B99F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CDAA1-5626-4153-AD37-48F7ABB500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69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B8B74-51D1-53FB-A481-C8C4B802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14FE2-AEDB-2010-8BEA-35A1FB8C8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B26B4-9499-3E29-D52C-A046E0871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F7314-5255-4ABB-2AB5-3B0BDBAC6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CDAA1-5626-4153-AD37-48F7ABB500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31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CDC3D-3137-06B8-48DD-C8BA3B8D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1BC3F-47CA-D24D-6DD2-1B0A45AF6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2D3D9-2111-7B9A-28CD-4BA7BFCE1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2CC1F-886E-A0A4-6554-0D9795C31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CCDAA1-5626-4153-AD37-48F7ABB500C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0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E3CFE-9D8E-A820-FF09-935016A81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31A223AD-15C9-18E8-BD99-9E979FFBD9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C7661FE1-42C7-3482-836C-AFF72A15E5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8178E262-6FC1-195F-4167-81C20B4B5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B5F35A4-4F85-43DE-8EB0-DB439111E026}" type="slidenum">
              <a:rPr lang="en-GB" altLang="en-US" smtClean="0">
                <a:latin typeface="Calibri" panose="020F0502020204030204" pitchFamily="34" charset="0"/>
              </a:rPr>
              <a:pPr/>
              <a:t>17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667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8A92-4AA4-D3AD-47E4-71DF4B2F1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23FD5-01C5-6445-B1DE-8C15DF0E9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B4477-68EE-BC50-821F-94D8201B2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54FE1-C762-C887-5A1F-92B3AA0A4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36E7F-7A15-DD20-8912-E307E4642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5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97DE0-FB3B-D7DD-07E9-7289540BF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C22C7-8974-DE7F-DDE1-4F58BC42D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E8EB3-78A6-B928-90AE-F58DF036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61CE5-44C7-62F5-C388-26711431B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09F0B-D188-DBA2-BD6F-C81B07AC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7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1BE1-EA76-E94C-522C-DD1AE737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AABC9-606C-8606-5B75-05AC71A44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6C556-ED50-0FFC-3366-8E56C945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84F89-5EC2-04FE-ABD8-3C3CF1BA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52382-1120-2B34-DB75-D267AFF8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50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4FC7-56B9-AFDB-7B52-025EE706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865CD-95FF-17F9-39AF-23D2B121E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52DC5-0814-A636-6FC1-15417B84D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223E9-A590-1DBF-37F6-BAFBA75A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846F3-A34E-5DDE-C460-893F7F485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51D268-096F-CCC7-392B-86BBCFD22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29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57CE-FC68-E75D-8223-215EFD7E6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CB04E-7A61-E442-3348-1B3A0B212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98BB7-6D13-E9AD-6D83-B1F8A3DE2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8D44F-B921-8B1D-4F84-05D32B3EE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103F3-71CA-5623-135E-A1E21E71B4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6D5ABE-3814-43DD-410C-03E233370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B599F0-2BD7-995D-4762-A590BE78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43005-77BB-A3FD-823E-F882BEAC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629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4E96-B5C5-EFEB-CDFA-D88D2EA28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A9B16-5653-9697-6345-BDC7D018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7FEB8-4453-201E-6D96-9D5FE9ED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56458-9C42-C60B-034F-ECB4E06F8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F3A190-5B9B-7A59-1AAA-94D93A8F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F0C95F-B32D-5618-5FD5-27530A2D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D61AD-FBDF-36CA-8F7D-075B861F3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7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502C8-D3DE-E3DE-6EC5-0D960D44E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5AF3-8C71-1276-0FA2-D7AA84AF1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4A3AC-97A3-C1B6-F432-8F4F878D7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98AF7-2168-BE59-CCB4-EB5D10975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7DDEA-767E-EE45-C929-A28D57C1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96489-E536-0EB8-4669-330E78E3E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1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C52F0-9BE1-4272-D728-169E93282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0E7065-609E-7F43-2F8C-1779A8734A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54705-E792-AB3F-77B1-171F12798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247FF-4E06-A499-D451-C3F83FD7D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F64FA-B389-3D0A-16BE-59B0A3FC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67C96-A20C-D0AA-61B5-9E0AFBB5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0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72A58-6B5D-21D6-BB56-284935181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E41731-54B5-D268-A031-A750D62B1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C2AFB-7A67-48FB-1A98-116FBB555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11406-AED9-A973-7D3D-7C096A50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CC092-4A4A-0B76-FD46-58040836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F943FD-4898-8806-032D-C19926B11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C4EE0-B272-2410-D647-1ED6E227D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A23EC-ACC3-553F-3825-BEDB4B17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E161E-A329-3AA7-B219-B7FFB42B4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872F9-1765-33EF-52CA-0C9311510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20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B89206-7BC9-1591-A7AE-C85AFA763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1C13A-8D48-EC9B-A817-D552D7068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4E3AC-20F6-E366-B6B3-44E7B25A2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B48A4-A3CA-4166-B167-7B338EE96A7E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ACDD8-B51D-CBE8-C715-2E4003E99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52F21-E804-B687-B821-1E3D885E0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327230-E536-455B-955A-A3B5125B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2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F23F4-8B13-AA66-7914-3E873493B2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THE FUTURE OF ROAD MAINTENANCE IN THE ERA OF ELECTRIC VEHICLES AND EMERGING TECHNOLOGIES</a:t>
            </a:r>
            <a:br>
              <a:rPr lang="en-GB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</a:br>
            <a:br>
              <a:rPr lang="en-GB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</a:br>
            <a:br>
              <a:rPr lang="en-GB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</a:br>
            <a:r>
              <a:rPr lang="en-GB" sz="3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+mn-cs"/>
              </a:rPr>
              <a:t>PRESENTATION BY THE ARMFA SOUTHERN AFRICA FOCAL GROUP (ASAFG)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6D315-5570-CAD6-ED96-C7A8C9E60E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 defTabSz="9143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22</a:t>
            </a:r>
            <a:r>
              <a:rPr lang="en-GB" sz="2400" b="1" baseline="300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ND</a:t>
            </a:r>
            <a:r>
              <a:rPr lang="en-GB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 ARMFA/AFERA GENERAL ASSEMBLY </a:t>
            </a:r>
          </a:p>
          <a:p>
            <a:pPr algn="ctr" defTabSz="914340">
              <a:spcBef>
                <a:spcPts val="0"/>
              </a:spcBef>
              <a:defRPr/>
            </a:pPr>
            <a:r>
              <a:rPr lang="en-GB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MONROVIA - LIBERIA</a:t>
            </a:r>
            <a:endParaRPr lang="en-US" dirty="0"/>
          </a:p>
          <a:p>
            <a:pPr algn="ctr" defTabSz="91434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17 - 20 NOVEMBER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AD2985-8F87-DA4A-5C13-399FE56F62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59" y="5320835"/>
            <a:ext cx="1739750" cy="1537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B8D5DD-AB40-2F13-4E0C-D1379C578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478" y="5435853"/>
            <a:ext cx="1443162" cy="130759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1F398FB-7271-106B-0036-53782731E33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rcRect l="3200" t="656" b="26744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8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1066-E544-63E9-2DF8-2A34E4E98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Calibri" panose="020F0502020204030204" pitchFamily="34" charset="0"/>
                <a:cs typeface="Calibri" panose="020F0502020204030204" pitchFamily="34" charset="0"/>
              </a:rPr>
              <a:t>Speaker Profile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B98204-985A-8818-624F-A2875CBB0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Mr. Benitany Randimby</a:t>
            </a:r>
          </a:p>
          <a:p>
            <a:endParaRPr lang="en-US" b="1" dirty="0"/>
          </a:p>
          <a:p>
            <a:r>
              <a:rPr lang="en-US" b="1" dirty="0"/>
              <a:t>Chief Executive Officer</a:t>
            </a:r>
          </a:p>
          <a:p>
            <a:r>
              <a:rPr lang="en-US" b="1" dirty="0"/>
              <a:t>Road Fund Madagascar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5A5D15-BC0B-AD54-3635-C9B9103D0D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02238" y="1690688"/>
            <a:ext cx="4951562" cy="444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04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12872-5CA9-E1D5-F2BC-F5A2F723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773A-A430-EE99-AC73-CF968C18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490"/>
            <a:ext cx="10515600" cy="96909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/>
              <a:t>Presentation Overview</a:t>
            </a:r>
          </a:p>
        </p:txBody>
      </p:sp>
      <p:sp>
        <p:nvSpPr>
          <p:cNvPr id="7" name="Marcador de Posição de Conteúdo 6">
            <a:extLst>
              <a:ext uri="{FF2B5EF4-FFF2-40B4-BE49-F238E27FC236}">
                <a16:creationId xmlns:a16="http://schemas.microsoft.com/office/drawing/2014/main" id="{B0590364-3CC3-57BB-E41E-3B15220FF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6454"/>
            <a:ext cx="10515600" cy="494051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Global Adoption of Electric Vehicles</a:t>
            </a:r>
          </a:p>
          <a:p>
            <a:endParaRPr lang="en-US" sz="1400" dirty="0"/>
          </a:p>
          <a:p>
            <a:r>
              <a:rPr lang="en-US" dirty="0">
                <a:ea typeface="Calibri" panose="020F0502020204030204" pitchFamily="34" charset="0"/>
                <a:cs typeface="Calibri" panose="020F0502020204030204" pitchFamily="34" charset="0"/>
              </a:rPr>
              <a:t>Africa Adoption of Electric Vehicles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PT" dirty="0"/>
              <a:t>Africa’s Readness to Electric Vehicles Adoption</a:t>
            </a:r>
          </a:p>
          <a:p>
            <a:pPr marL="0" indent="0">
              <a:buNone/>
            </a:pPr>
            <a:r>
              <a:rPr lang="pt-PT" sz="1400" dirty="0"/>
              <a:t> </a:t>
            </a:r>
          </a:p>
          <a:p>
            <a:r>
              <a:rPr lang="en-US" dirty="0"/>
              <a:t>Impact of Electric Vehicles on Future Road Maintenance</a:t>
            </a:r>
          </a:p>
          <a:p>
            <a:endParaRPr lang="en-US" sz="1400" dirty="0"/>
          </a:p>
          <a:p>
            <a:r>
              <a:rPr lang="en-US" dirty="0"/>
              <a:t>Addressing the Risks of Electric Vehicles on Road Maintenance</a:t>
            </a:r>
          </a:p>
          <a:p>
            <a:endParaRPr lang="en-US" sz="1400" dirty="0"/>
          </a:p>
          <a:p>
            <a:r>
              <a:rPr lang="en-US" dirty="0"/>
              <a:t>Leveraging Technologies for Road Maintenance and Preservation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Key Takeaways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7269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5"/>
    </mc:Choice>
    <mc:Fallback xmlns="">
      <p:transition spd="slow" advTm="693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b="1" dirty="0"/>
              <a:t>Global Adoption of Electric Vehicles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63AA412-32E5-9B86-6055-4062A475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>
                <a:ea typeface="Calibri" panose="020F0502020204030204" pitchFamily="34" charset="0"/>
                <a:cs typeface="Calibri" panose="020F0502020204030204" pitchFamily="34" charset="0"/>
              </a:rPr>
              <a:t>Electric Vehicles are here to stay.</a:t>
            </a:r>
          </a:p>
          <a:p>
            <a:pPr marL="0" indent="0">
              <a:buNone/>
            </a:pPr>
            <a:endParaRPr lang="en-US" sz="13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dirty="0">
                <a:ea typeface="Calibri" panose="020F0502020204030204" pitchFamily="34" charset="0"/>
                <a:cs typeface="Calibri" panose="020F0502020204030204" pitchFamily="34" charset="0"/>
              </a:rPr>
              <a:t>The global count of electric cars in use at the end of 2024 was </a:t>
            </a:r>
            <a:r>
              <a:rPr lang="en-US" sz="2600" b="1" dirty="0">
                <a:ea typeface="Calibri" panose="020F0502020204030204" pitchFamily="34" charset="0"/>
                <a:cs typeface="Calibri" panose="020F0502020204030204" pitchFamily="34" charset="0"/>
              </a:rPr>
              <a:t>55.8 million</a:t>
            </a:r>
            <a:r>
              <a:rPr lang="en-US" sz="2600" dirty="0">
                <a:ea typeface="Calibri" panose="020F0502020204030204" pitchFamily="34" charset="0"/>
                <a:cs typeface="Calibri" panose="020F0502020204030204" pitchFamily="34" charset="0"/>
              </a:rPr>
              <a:t> and this is growing quickly.</a:t>
            </a:r>
          </a:p>
          <a:p>
            <a:endParaRPr lang="en-US" sz="13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dirty="0">
                <a:ea typeface="Calibri" panose="020F0502020204030204" pitchFamily="34" charset="0"/>
                <a:cs typeface="Calibri" panose="020F0502020204030204" pitchFamily="34" charset="0"/>
              </a:rPr>
              <a:t>There were </a:t>
            </a:r>
            <a:r>
              <a:rPr lang="en-US" sz="2600" b="1" dirty="0">
                <a:ea typeface="Calibri" panose="020F0502020204030204" pitchFamily="34" charset="0"/>
                <a:cs typeface="Calibri" panose="020F0502020204030204" pitchFamily="34" charset="0"/>
              </a:rPr>
              <a:t>17.4 million</a:t>
            </a:r>
            <a:r>
              <a:rPr lang="en-US" sz="2600" dirty="0">
                <a:ea typeface="Calibri" panose="020F0502020204030204" pitchFamily="34" charset="0"/>
                <a:cs typeface="Calibri" panose="020F0502020204030204" pitchFamily="34" charset="0"/>
              </a:rPr>
              <a:t> new electric vehicles registered worldwide in 2024, and this is an increase of </a:t>
            </a:r>
            <a:r>
              <a:rPr lang="en-US" sz="2600" b="1" dirty="0">
                <a:ea typeface="Calibri" panose="020F0502020204030204" pitchFamily="34" charset="0"/>
                <a:cs typeface="Calibri" panose="020F0502020204030204" pitchFamily="34" charset="0"/>
              </a:rPr>
              <a:t>17%</a:t>
            </a:r>
            <a:r>
              <a:rPr lang="en-US" sz="2600" dirty="0">
                <a:ea typeface="Calibri" panose="020F0502020204030204" pitchFamily="34" charset="0"/>
                <a:cs typeface="Calibri" panose="020F0502020204030204" pitchFamily="34" charset="0"/>
              </a:rPr>
              <a:t> on the previous year.</a:t>
            </a:r>
          </a:p>
          <a:p>
            <a:endParaRPr lang="en-US" sz="13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600" dirty="0">
                <a:ea typeface="Calibri" panose="020F0502020204030204" pitchFamily="34" charset="0"/>
                <a:cs typeface="Calibri" panose="020F0502020204030204" pitchFamily="34" charset="0"/>
              </a:rPr>
              <a:t>Globally, over </a:t>
            </a:r>
            <a:r>
              <a:rPr lang="en-US" sz="2600" b="1" dirty="0">
                <a:ea typeface="Calibri" panose="020F0502020204030204" pitchFamily="34" charset="0"/>
                <a:cs typeface="Calibri" panose="020F0502020204030204" pitchFamily="34" charset="0"/>
              </a:rPr>
              <a:t>1-in-5 (22%)</a:t>
            </a:r>
            <a:r>
              <a:rPr lang="en-US" sz="2600" dirty="0">
                <a:ea typeface="Calibri" panose="020F0502020204030204" pitchFamily="34" charset="0"/>
                <a:cs typeface="Calibri" panose="020F0502020204030204" pitchFamily="34" charset="0"/>
              </a:rPr>
              <a:t> of new cars sold in 2024 were electric. </a:t>
            </a:r>
          </a:p>
          <a:p>
            <a:pPr marL="0" indent="0" algn="ctr">
              <a:buNone/>
            </a:pPr>
            <a:endParaRPr lang="en-US" sz="13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  <a: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  <a:t>: International Energy Agency, Global EV Outlook 2025</a:t>
            </a:r>
          </a:p>
          <a:p>
            <a:pPr marL="0" indent="0">
              <a:buNone/>
            </a:pPr>
            <a:endParaRPr lang="en-US" sz="13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28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DC91E-B8CF-1835-46A1-D2BAD2737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FD9A32-BC52-FE93-67CF-4F3FAF9A4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4713" cy="1164626"/>
          </a:xfrm>
        </p:spPr>
        <p:txBody>
          <a:bodyPr anchor="ctr">
            <a:noAutofit/>
          </a:bodyPr>
          <a:lstStyle/>
          <a:p>
            <a:r>
              <a:rPr lang="en-US" b="1" dirty="0"/>
              <a:t>Africa Adoption of Electric Vehicles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64592F3D-F201-070D-7BB4-B43553F541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199" y="1673525"/>
            <a:ext cx="5568351" cy="4683740"/>
          </a:xfrm>
          <a:prstGeom prst="rect">
            <a:avLst/>
          </a:prstGeom>
        </p:spPr>
      </p:pic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ABC7F8D8-91EE-04BD-34D7-2672827B7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3893" y="1673526"/>
            <a:ext cx="5181600" cy="4683740"/>
          </a:xfrm>
          <a:solidFill>
            <a:srgbClr val="FFC000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+mj-lt"/>
              </a:rPr>
              <a:t>According to </a:t>
            </a:r>
            <a:r>
              <a:rPr lang="en-US" sz="2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Africa E-Mobility Report 2025: Trends, Policies, and Investments in Electric Mobility, Africa is moving towards EV adoption.</a:t>
            </a:r>
            <a:r>
              <a:rPr lang="en-US" sz="2000" dirty="0">
                <a:latin typeface="+mj-lt"/>
              </a:rPr>
              <a:t> </a:t>
            </a:r>
          </a:p>
          <a:p>
            <a:r>
              <a:rPr lang="en-US" sz="2000" b="1" dirty="0">
                <a:latin typeface="+mj-lt"/>
              </a:rPr>
              <a:t>Three-wheelers (≈30,000 units).</a:t>
            </a:r>
          </a:p>
          <a:p>
            <a:pPr lvl="1"/>
            <a:r>
              <a:rPr lang="en-US" sz="2000" dirty="0">
                <a:latin typeface="+mj-lt"/>
              </a:rPr>
              <a:t>Tanzania leads with around 10,000, Kenya (8,421), Togo (4,000), and Uganda (3,200)</a:t>
            </a:r>
          </a:p>
          <a:p>
            <a:pPr lvl="1"/>
            <a:endParaRPr lang="en-US" sz="1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Electric buses (545 total) </a:t>
            </a:r>
          </a:p>
          <a:p>
            <a:pPr lvl="1"/>
            <a:r>
              <a:rPr lang="en-US" sz="2000" dirty="0">
                <a:latin typeface="+mj-lt"/>
              </a:rPr>
              <a:t>Egypt (200), Senegal (155), and Kenya (54)</a:t>
            </a:r>
          </a:p>
          <a:p>
            <a:pPr lvl="1"/>
            <a:endParaRPr lang="en-US" sz="1000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Light-duty vehicles (4,778 total) </a:t>
            </a:r>
          </a:p>
          <a:p>
            <a:pPr lvl="1"/>
            <a:r>
              <a:rPr lang="en-US" sz="2000" dirty="0">
                <a:latin typeface="+mj-lt"/>
              </a:rPr>
              <a:t>South Africa (1,559), Egypt (380), and Kenya (326)</a:t>
            </a:r>
          </a:p>
        </p:txBody>
      </p:sp>
    </p:spTree>
    <p:extLst>
      <p:ext uri="{BB962C8B-B14F-4D97-AF65-F5344CB8AC3E}">
        <p14:creationId xmlns:p14="http://schemas.microsoft.com/office/powerpoint/2010/main" val="378585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B410DE5-1928-FA4D-88A9-53151135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348"/>
            <a:ext cx="10515600" cy="1107116"/>
          </a:xfrm>
        </p:spPr>
        <p:txBody>
          <a:bodyPr/>
          <a:lstStyle/>
          <a:p>
            <a:r>
              <a:rPr lang="pt-PT" b="1" dirty="0"/>
              <a:t>Africa’s Readness to EVs Adoption 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2140B11-4E2B-29D7-0004-C16B9D2B0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981"/>
            <a:ext cx="10515600" cy="47272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/>
              <a:t>The policy framework for e-mobility in Africa is still in its early stages.</a:t>
            </a:r>
          </a:p>
          <a:p>
            <a:pPr marL="0" indent="0">
              <a:buNone/>
            </a:pPr>
            <a:r>
              <a:rPr lang="en-US" sz="2200" b="1" dirty="0"/>
              <a:t> </a:t>
            </a:r>
            <a:endParaRPr lang="en-US" sz="1100" b="1" dirty="0"/>
          </a:p>
          <a:p>
            <a:pPr lvl="1" algn="just"/>
            <a:r>
              <a:rPr lang="en-US" sz="2200" dirty="0"/>
              <a:t>Most governments are experimenting with </a:t>
            </a:r>
            <a:r>
              <a:rPr lang="en-US" sz="2200" b="1" dirty="0"/>
              <a:t>pilot projects</a:t>
            </a:r>
            <a:r>
              <a:rPr lang="en-US" sz="2200" dirty="0"/>
              <a:t> and </a:t>
            </a:r>
            <a:r>
              <a:rPr lang="en-US" sz="2200" b="1" dirty="0"/>
              <a:t>limited fiscal incentives</a:t>
            </a:r>
            <a:r>
              <a:rPr lang="en-US" sz="2200" dirty="0"/>
              <a:t>, mainly targeting </a:t>
            </a:r>
            <a:r>
              <a:rPr lang="en-US" sz="2200" b="1" dirty="0"/>
              <a:t>public and commercial transport</a:t>
            </a:r>
            <a:r>
              <a:rPr lang="en-US" sz="2200" dirty="0"/>
              <a:t> rather than private EVs.</a:t>
            </a:r>
          </a:p>
          <a:p>
            <a:pPr lvl="1" algn="just"/>
            <a:endParaRPr lang="en-US" sz="1100" dirty="0"/>
          </a:p>
          <a:p>
            <a:pPr lvl="1" algn="just"/>
            <a:r>
              <a:rPr lang="en-US" sz="2200" dirty="0"/>
              <a:t>Only </a:t>
            </a:r>
            <a:r>
              <a:rPr lang="en-US" sz="2200" b="1" dirty="0"/>
              <a:t>Egypt</a:t>
            </a:r>
            <a:r>
              <a:rPr lang="en-US" sz="2200" dirty="0"/>
              <a:t> and </a:t>
            </a:r>
            <a:r>
              <a:rPr lang="en-US" sz="2200" b="1" dirty="0"/>
              <a:t>Rwanda</a:t>
            </a:r>
            <a:r>
              <a:rPr lang="en-US" sz="2200" dirty="0"/>
              <a:t> have </a:t>
            </a:r>
            <a:r>
              <a:rPr lang="en-US" sz="2200" b="1" dirty="0"/>
              <a:t>comprehensive e-mobility ecosystems</a:t>
            </a:r>
            <a:r>
              <a:rPr lang="en-US" sz="2200" dirty="0"/>
              <a:t> (covering policy, regulations, fiscal/non-fiscal incentives, and integration with the energy sector).</a:t>
            </a:r>
          </a:p>
          <a:p>
            <a:pPr lvl="1" algn="just"/>
            <a:endParaRPr lang="en-US" sz="1100" dirty="0"/>
          </a:p>
          <a:p>
            <a:pPr lvl="1" algn="just"/>
            <a:r>
              <a:rPr lang="en-US" sz="2200" dirty="0"/>
              <a:t>About </a:t>
            </a:r>
            <a:r>
              <a:rPr lang="en-US" sz="2200" b="1" dirty="0"/>
              <a:t>13 African countries</a:t>
            </a:r>
            <a:r>
              <a:rPr lang="en-US" sz="2200" dirty="0"/>
              <a:t> — including Kenya, Rwanda, Uganda, Ethiopia, Morocco, Togo, Algeria, South Africa, Egypt, Angola, Zimbabwe, Ghana, and Nigeria — have </a:t>
            </a:r>
            <a:r>
              <a:rPr lang="en-US" sz="2200" b="1" dirty="0"/>
              <a:t>national Electric Vehicles Strategies</a:t>
            </a:r>
            <a:r>
              <a:rPr lang="en-US" sz="2200" dirty="0"/>
              <a:t>, but many struggle with </a:t>
            </a:r>
            <a:r>
              <a:rPr lang="en-US" sz="2200" b="1" dirty="0"/>
              <a:t>implementation, funding constraints, and weak regulatory follow-through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7812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BC1689-456B-AA6E-DA06-A6982E998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158046" cy="940338"/>
          </a:xfrm>
        </p:spPr>
        <p:txBody>
          <a:bodyPr/>
          <a:lstStyle/>
          <a:p>
            <a:r>
              <a:rPr lang="en-US" b="1" dirty="0"/>
              <a:t>E-Mobility Policy Landscape by Country</a:t>
            </a:r>
            <a:endParaRPr lang="pt-PT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40F2A01-DA33-B0A7-2012-3C8B3C56A2D8}"/>
              </a:ext>
            </a:extLst>
          </p:cNvPr>
          <p:cNvSpPr txBox="1"/>
          <p:nvPr/>
        </p:nvSpPr>
        <p:spPr>
          <a:xfrm>
            <a:off x="838199" y="6215876"/>
            <a:ext cx="101580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600" b="1" dirty="0" err="1"/>
              <a:t>Source</a:t>
            </a:r>
            <a:r>
              <a:rPr lang="pt-PT" sz="1600" dirty="0"/>
              <a:t> : Africa E-</a:t>
            </a:r>
            <a:r>
              <a:rPr lang="pt-PT" sz="1600" dirty="0" err="1"/>
              <a:t>Mobility</a:t>
            </a:r>
            <a:r>
              <a:rPr lang="pt-PT" sz="1600" dirty="0"/>
              <a:t> </a:t>
            </a:r>
            <a:r>
              <a:rPr lang="pt-PT" sz="1600" dirty="0" err="1"/>
              <a:t>Report</a:t>
            </a:r>
            <a:r>
              <a:rPr lang="pt-PT" sz="1600" dirty="0"/>
              <a:t> 2025: </a:t>
            </a:r>
            <a:r>
              <a:rPr lang="pt-PT" sz="1600" dirty="0" err="1"/>
              <a:t>Trends</a:t>
            </a:r>
            <a:r>
              <a:rPr lang="pt-PT" sz="1600" dirty="0"/>
              <a:t>, Policies, </a:t>
            </a:r>
            <a:r>
              <a:rPr lang="pt-PT" sz="1600" dirty="0" err="1"/>
              <a:t>and</a:t>
            </a:r>
            <a:r>
              <a:rPr lang="pt-PT" sz="1600" dirty="0"/>
              <a:t> Investments in </a:t>
            </a:r>
            <a:r>
              <a:rPr lang="pt-PT" sz="1600" dirty="0" err="1"/>
              <a:t>Electric</a:t>
            </a:r>
            <a:r>
              <a:rPr lang="pt-PT" sz="1600" dirty="0"/>
              <a:t> </a:t>
            </a:r>
            <a:r>
              <a:rPr lang="pt-PT" sz="1600" dirty="0" err="1"/>
              <a:t>Mobility</a:t>
            </a:r>
            <a:r>
              <a:rPr lang="pt-PT" sz="1600" dirty="0"/>
              <a:t> </a:t>
            </a:r>
          </a:p>
        </p:txBody>
      </p:sp>
      <p:pic>
        <p:nvPicPr>
          <p:cNvPr id="9" name="Marcador de Posição de Conteúdo 8">
            <a:extLst>
              <a:ext uri="{FF2B5EF4-FFF2-40B4-BE49-F238E27FC236}">
                <a16:creationId xmlns:a16="http://schemas.microsoft.com/office/drawing/2014/main" id="{6B58B62F-1D62-F3D1-03F7-4D829DB67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533833"/>
            <a:ext cx="10158047" cy="4354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76353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36CC6-CD14-3C91-F5C8-7855A0C4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C0678C-5605-1EAF-A6A1-CE6141FCB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341"/>
            <a:ext cx="10515600" cy="1325563"/>
          </a:xfrm>
        </p:spPr>
        <p:txBody>
          <a:bodyPr anchor="ctr">
            <a:noAutofit/>
          </a:bodyPr>
          <a:lstStyle/>
          <a:p>
            <a:b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/>
              <a:t>Factors Influencing Africa’s Adoption of Electric Vehicles</a:t>
            </a:r>
            <a:br>
              <a:rPr lang="en-US" b="1" dirty="0"/>
            </a:b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375398-1E5C-9237-482C-3837584D3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44408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The Electric Vehicles market in Africa is also growing fast.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Some countries are making significant progress in embracing electric vehicles.</a:t>
            </a:r>
          </a:p>
          <a:p>
            <a:pPr marL="0" indent="0">
              <a:buNone/>
            </a:pPr>
            <a:endParaRPr lang="en-US" sz="11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Governments’ commitments to the 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UN Paris 2015 Agreement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EVs are now a strategy to reduce carbon footprint. There are EV tax incentives in place.</a:t>
            </a:r>
          </a:p>
          <a:p>
            <a:endParaRPr lang="en-US" sz="11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Most countries depend on fuel imports, making EVs an attractive economic solution. Governments would like to cut down on rising fuel imports costs.</a:t>
            </a:r>
          </a:p>
          <a:p>
            <a:endParaRPr lang="en-US" sz="11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With ever improving technologies, the current EV challenges will soon be resolved. </a:t>
            </a:r>
          </a:p>
          <a:p>
            <a:endParaRPr lang="en-US" sz="11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257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06117-8A73-3B04-C4F5-48DA4F779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B8721-E989-1F7E-6AA9-D743AC536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/>
              <a:t>Impact of Electric Vehicles on Future Road Maintenance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7B678A8-EE03-D648-9D4C-C34837AFA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r>
              <a:rPr lang="en-US" sz="2200" b="1" dirty="0">
                <a:ea typeface="Calibri" panose="020F0502020204030204" pitchFamily="34" charset="0"/>
                <a:cs typeface="Calibri" panose="020F0502020204030204" pitchFamily="34" charset="0"/>
              </a:rPr>
              <a:t>Reduced Road Maintenance Funding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. Fuel levies are projected to decline with increasing EV adoption. Resulting in reduced funding for maintenance and accelerated road network deterioration.</a:t>
            </a:r>
          </a:p>
          <a:p>
            <a:endParaRPr lang="en-US" sz="11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b="1" dirty="0">
                <a:ea typeface="Calibri" panose="020F0502020204030204" pitchFamily="34" charset="0"/>
                <a:cs typeface="Calibri" panose="020F0502020204030204" pitchFamily="34" charset="0"/>
              </a:rPr>
              <a:t>Accelerated Road Wear and Tear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. EVs increased weight and improper tire pressure will lead to accelerated road wear and tear, necessitating frequent and increased maintenance.</a:t>
            </a:r>
          </a:p>
          <a:p>
            <a:endParaRPr lang="en-US" sz="11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b="1" dirty="0">
                <a:ea typeface="Calibri" panose="020F0502020204030204" pitchFamily="34" charset="0"/>
                <a:cs typeface="Calibri" panose="020F0502020204030204" pitchFamily="34" charset="0"/>
              </a:rPr>
              <a:t>Increased Demand for Smart Infrastructure. </a:t>
            </a:r>
            <a:r>
              <a:rPr lang="en-US" sz="2200" dirty="0">
                <a:ea typeface="Calibri" panose="020F0502020204030204" pitchFamily="34" charset="0"/>
                <a:cs typeface="Calibri" panose="020F0502020204030204" pitchFamily="34" charset="0"/>
              </a:rPr>
              <a:t>Charging stations need to be integrated, </a:t>
            </a:r>
            <a:r>
              <a:rPr lang="en-US" sz="2200" dirty="0"/>
              <a:t>Smart roads with energy supply conduits, charging lanes, or data sensors.</a:t>
            </a:r>
            <a:endParaRPr lang="en-US" sz="22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3948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5"/>
    </mc:Choice>
    <mc:Fallback xmlns="">
      <p:transition spd="slow" advTm="693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7DD55-1A9A-1CA4-179B-1667B12B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B97F-E3FA-89DA-15B7-52A19683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Addressing the Risks of Electric Vehicles: A Proactive Stance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9590A-AD3F-5FB1-6885-83945963C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>
                <a:ea typeface="Calibri" panose="020F0502020204030204" pitchFamily="34" charset="0"/>
                <a:cs typeface="Calibri" panose="020F0502020204030204" pitchFamily="34" charset="0"/>
              </a:rPr>
              <a:t>Road Funds should acknowledge the </a:t>
            </a:r>
            <a:r>
              <a:rPr lang="en-US" sz="2500" b="1" dirty="0">
                <a:ea typeface="Calibri" panose="020F0502020204030204" pitchFamily="34" charset="0"/>
                <a:cs typeface="Calibri" panose="020F0502020204030204" pitchFamily="34" charset="0"/>
              </a:rPr>
              <a:t>global shift towards EVs</a:t>
            </a:r>
            <a:r>
              <a:rPr lang="en-US" sz="2500" dirty="0">
                <a:ea typeface="Calibri" panose="020F0502020204030204" pitchFamily="34" charset="0"/>
                <a:cs typeface="Calibri" panose="020F0502020204030204" pitchFamily="34" charset="0"/>
              </a:rPr>
              <a:t> and its inevitable impact on fuel levies, the most traditional Road Fund revenue stream.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500" dirty="0">
                <a:ea typeface="Calibri" panose="020F0502020204030204" pitchFamily="34" charset="0"/>
                <a:cs typeface="Calibri" panose="020F0502020204030204" pitchFamily="34" charset="0"/>
              </a:rPr>
              <a:t>There is an urgent need to </a:t>
            </a:r>
            <a:r>
              <a:rPr lang="en-US" sz="2500" b="1" dirty="0">
                <a:ea typeface="Calibri" panose="020F0502020204030204" pitchFamily="34" charset="0"/>
                <a:cs typeface="Calibri" panose="020F0502020204030204" pitchFamily="34" charset="0"/>
              </a:rPr>
              <a:t>explore and implement alternative funding models</a:t>
            </a:r>
            <a:r>
              <a:rPr lang="en-US" sz="2500" dirty="0">
                <a:ea typeface="Calibri" panose="020F0502020204030204" pitchFamily="34" charset="0"/>
                <a:cs typeface="Calibri" panose="020F0502020204030204" pitchFamily="34" charset="0"/>
              </a:rPr>
              <a:t> and to </a:t>
            </a:r>
            <a:r>
              <a:rPr lang="en-US" sz="2500" b="1" dirty="0">
                <a:ea typeface="Calibri" panose="020F0502020204030204" pitchFamily="34" charset="0"/>
                <a:cs typeface="Calibri" panose="020F0502020204030204" pitchFamily="34" charset="0"/>
              </a:rPr>
              <a:t>adapt road user charging systems</a:t>
            </a:r>
            <a:r>
              <a:rPr lang="en-US" sz="2500" dirty="0">
                <a:ea typeface="Calibri" panose="020F0502020204030204" pitchFamily="34" charset="0"/>
                <a:cs typeface="Calibri" panose="020F0502020204030204" pitchFamily="34" charset="0"/>
              </a:rPr>
              <a:t> to the realities of electric vehicles</a:t>
            </a:r>
          </a:p>
          <a:p>
            <a:pPr marL="457200" lvl="1" indent="0">
              <a:buNone/>
            </a:pPr>
            <a:r>
              <a:rPr lang="en-US" sz="2500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500" dirty="0">
                <a:ea typeface="Calibri" panose="020F0502020204030204" pitchFamily="34" charset="0"/>
                <a:cs typeface="Calibri" panose="020F0502020204030204" pitchFamily="34" charset="0"/>
              </a:rPr>
              <a:t>Road Funds should </a:t>
            </a:r>
            <a:r>
              <a:rPr lang="en-US" sz="2500" b="1" dirty="0">
                <a:ea typeface="Calibri" panose="020F0502020204030204" pitchFamily="34" charset="0"/>
                <a:cs typeface="Calibri" panose="020F0502020204030204" pitchFamily="34" charset="0"/>
              </a:rPr>
              <a:t>exploit the opportunities presented by new technologies</a:t>
            </a:r>
            <a:r>
              <a:rPr lang="en-US" sz="2500" dirty="0">
                <a:ea typeface="Calibri" panose="020F0502020204030204" pitchFamily="34" charset="0"/>
                <a:cs typeface="Calibri" panose="020F0502020204030204" pitchFamily="34" charset="0"/>
              </a:rPr>
              <a:t> to enhance road maintenance efficiency and sustainability.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500" dirty="0">
                <a:ea typeface="Calibri" panose="020F0502020204030204" pitchFamily="34" charset="0"/>
                <a:cs typeface="Calibri" panose="020F0502020204030204" pitchFamily="34" charset="0"/>
              </a:rPr>
              <a:t>Emerging smart technologies represent a strategic opportunity to modernize road asset management systems and practices</a:t>
            </a:r>
          </a:p>
        </p:txBody>
      </p:sp>
    </p:spTree>
    <p:extLst>
      <p:ext uri="{BB962C8B-B14F-4D97-AF65-F5344CB8AC3E}">
        <p14:creationId xmlns:p14="http://schemas.microsoft.com/office/powerpoint/2010/main" val="421668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5"/>
    </mc:Choice>
    <mc:Fallback xmlns="">
      <p:transition spd="slow" advTm="693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288E-69F9-FA98-48DF-ACBF6402C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9D921-306D-A0B6-75DD-8BF636B81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en-US" b="1" dirty="0"/>
              <a:t>Diversifying the Road Fund Revenue Streams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D950C5A-B0C4-77B3-25CD-F4A2D0D194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25126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171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5"/>
    </mc:Choice>
    <mc:Fallback xmlns="">
      <p:transition spd="slow" advTm="693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C9102-6668-FB90-E3D3-80596AF19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B77A-6BF4-9982-8460-B33F5C4BE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821" y="365126"/>
            <a:ext cx="11092357" cy="1153124"/>
          </a:xfrm>
        </p:spPr>
        <p:txBody>
          <a:bodyPr anchor="ctr">
            <a:noAutofit/>
          </a:bodyPr>
          <a:lstStyle/>
          <a:p>
            <a:r>
              <a:rPr lang="en-US" b="1" dirty="0"/>
              <a:t>Road User Charges Adapted to Electric Vehicles</a:t>
            </a:r>
          </a:p>
        </p:txBody>
      </p:sp>
      <p:sp>
        <p:nvSpPr>
          <p:cNvPr id="8" name="Marcador de Posição de Conteúdo 7">
            <a:extLst>
              <a:ext uri="{FF2B5EF4-FFF2-40B4-BE49-F238E27FC236}">
                <a16:creationId xmlns:a16="http://schemas.microsoft.com/office/drawing/2014/main" id="{37835B96-4143-1101-5F2E-3842D73DD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320D2B7-2A3E-4AF1-7366-0F559DDC27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8755463"/>
              </p:ext>
            </p:extLst>
          </p:nvPr>
        </p:nvGraphicFramePr>
        <p:xfrm>
          <a:off x="549821" y="1631652"/>
          <a:ext cx="11092357" cy="4795044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3408341">
                  <a:extLst>
                    <a:ext uri="{9D8B030D-6E8A-4147-A177-3AD203B41FA5}">
                      <a16:colId xmlns:a16="http://schemas.microsoft.com/office/drawing/2014/main" val="174827117"/>
                    </a:ext>
                  </a:extLst>
                </a:gridCol>
                <a:gridCol w="3986564">
                  <a:extLst>
                    <a:ext uri="{9D8B030D-6E8A-4147-A177-3AD203B41FA5}">
                      <a16:colId xmlns:a16="http://schemas.microsoft.com/office/drawing/2014/main" val="2911517997"/>
                    </a:ext>
                  </a:extLst>
                </a:gridCol>
                <a:gridCol w="3697452">
                  <a:extLst>
                    <a:ext uri="{9D8B030D-6E8A-4147-A177-3AD203B41FA5}">
                      <a16:colId xmlns:a16="http://schemas.microsoft.com/office/drawing/2014/main" val="3031131139"/>
                    </a:ext>
                  </a:extLst>
                </a:gridCol>
              </a:tblGrid>
              <a:tr h="394559"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Circulation Tax</a:t>
                      </a:r>
                      <a:endParaRPr lang="en-LS" sz="24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Energy Consumption Tax</a:t>
                      </a:r>
                      <a:endParaRPr lang="en-LS" sz="2400" b="1" kern="1200" dirty="0">
                        <a:solidFill>
                          <a:schemeClr val="tx1"/>
                        </a:solidFill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LS" sz="2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Distance</a:t>
                      </a:r>
                      <a:r>
                        <a:rPr lang="pt-PT" sz="2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Base</a:t>
                      </a:r>
                      <a:r>
                        <a:rPr lang="en-US" sz="2400" b="1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Charge</a:t>
                      </a:r>
                      <a:endParaRPr lang="en-LS" sz="2400" b="1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21122331"/>
                  </a:ext>
                </a:extLst>
              </a:tr>
              <a:tr h="1443741">
                <a:tc>
                  <a:txBody>
                    <a:bodyPr/>
                    <a:lstStyle/>
                    <a:p>
                      <a:pPr marL="457200" lvl="1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 annual fee based on the value of the vehicle, like a road tax, regardless of use</a:t>
                      </a:r>
                      <a:endParaRPr lang="en-LS" sz="2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 lvl="1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charge on consumption of electricity which powers EVs at charging stations</a:t>
                      </a:r>
                      <a:endParaRPr lang="en-LS" sz="2200" b="0" kern="1200" dirty="0">
                        <a:solidFill>
                          <a:schemeClr val="tx1"/>
                        </a:solidFill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Applying a fee for EVs based on weight and distance could be fairer and more efficient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53764548"/>
                  </a:ext>
                </a:extLst>
              </a:tr>
              <a:tr h="1655681">
                <a:tc>
                  <a:txBody>
                    <a:bodyPr/>
                    <a:lstStyle/>
                    <a:p>
                      <a:pPr marL="457200" lvl="1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Guarantees more stable and predictable revenue</a:t>
                      </a:r>
                      <a:endParaRPr lang="en-LS" sz="2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b="0" kern="1200" dirty="0">
                        <a:solidFill>
                          <a:schemeClr val="tx1"/>
                        </a:solidFill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more proportional contribution to road use, like a levy on fuel per litre</a:t>
                      </a:r>
                    </a:p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LS" sz="1100" b="0" kern="1200" dirty="0">
                        <a:solidFill>
                          <a:schemeClr val="tx1"/>
                        </a:solidFill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Allow EVs and other more fuel-efficient vehicles to contribute towards road maintenance.</a:t>
                      </a:r>
                      <a:endParaRPr lang="en-LS" sz="2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04371554"/>
                  </a:ext>
                </a:extLst>
              </a:tr>
              <a:tr h="1298620">
                <a:tc>
                  <a:txBody>
                    <a:bodyPr/>
                    <a:lstStyle/>
                    <a:p>
                      <a:pPr lvl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Less efficient as it does not reflect the actual use of roads</a:t>
                      </a:r>
                      <a:endParaRPr lang="en-LS" sz="2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Could work with commercial charging stations and not with residential plugs</a:t>
                      </a:r>
                      <a:endParaRPr lang="en-LS" sz="2200" b="0" kern="1200" dirty="0">
                        <a:solidFill>
                          <a:schemeClr val="tx1"/>
                        </a:solidFill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457200" lvl="1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Raises privacy/technology concerns regarding the monitoring of mileage</a:t>
                      </a:r>
                      <a:endParaRPr lang="en-LS" sz="2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95646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246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5"/>
    </mc:Choice>
    <mc:Fallback xmlns="">
      <p:transition spd="slow" advTm="6935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DAA5B-224B-3053-C2FA-AA3551502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0BBF-A6E1-62DC-4653-92C140B61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en-US" b="1" dirty="0"/>
              <a:t>Challenges with Taxing Electric Vehicles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03413E2-3098-732D-57B7-DF7530DF7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6129098"/>
              </p:ext>
            </p:extLst>
          </p:nvPr>
        </p:nvGraphicFramePr>
        <p:xfrm>
          <a:off x="786442" y="1416170"/>
          <a:ext cx="10515600" cy="5049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1179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5"/>
    </mc:Choice>
    <mc:Fallback xmlns="">
      <p:transition spd="slow" advTm="693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538A1F-4523-25FA-9D0B-8C30D798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690226-CD28-2EA9-39F1-39C2E8F9A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Addressing the Electric Vehicles Taxation Hurdles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8461B5-98B3-3E51-F8CA-9A1AF4F24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Public Awareness: </a:t>
            </a:r>
            <a:r>
              <a:rPr lang="en-US" sz="2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Conducting proactive awareness campaigns and stakeholder engagements to ensure acceptance of new funding models</a:t>
            </a:r>
          </a:p>
          <a:p>
            <a:endParaRPr lang="en-US" sz="13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Regulatory Changes:</a:t>
            </a:r>
            <a:r>
              <a:rPr lang="en-US" sz="2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Introducing legal and regulatory changes necessary to integrate EVs &amp; emerging technologies into road preservation strategies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3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Privacy Protection:</a:t>
            </a:r>
            <a:r>
              <a:rPr lang="en-US" sz="2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Investing in robust data management and privacy protection for any usage-based taxation systems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13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2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Equitability: </a:t>
            </a:r>
            <a:r>
              <a:rPr lang="en-US" sz="2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Ensuring that the agreed taxation policies balance fiscal needs (revenues generation) with environmental goals</a:t>
            </a:r>
          </a:p>
        </p:txBody>
      </p:sp>
    </p:spTree>
    <p:extLst>
      <p:ext uri="{BB962C8B-B14F-4D97-AF65-F5344CB8AC3E}">
        <p14:creationId xmlns:p14="http://schemas.microsoft.com/office/powerpoint/2010/main" val="1342485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71C85-BE79-43C5-7DEF-34B3F08C1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46C67-41E1-5F9D-1697-706F022CE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b="1" dirty="0"/>
              <a:t>Leveraging Technologies for Road Maintenance and Preservation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3EB8D-5D80-D10F-E6B8-5AB982279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Embracing technology</a:t>
            </a:r>
            <a:r>
              <a:rPr lang="en-US" sz="2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: Exploring and piloting relevant smart technologies to reduce road maintenance costs and increase operational efficiencies in revenue collection and axle load control enforcement.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For example, use of smart technologies for monitoring and conducting tests and surveys. Virtual reality or use of drones could be faster and cheaper than visual inspection</a:t>
            </a:r>
          </a:p>
          <a:p>
            <a:pPr marL="457200" lvl="1" indent="0">
              <a:buNone/>
            </a:pP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Potential Collaborations</a:t>
            </a:r>
            <a:r>
              <a:rPr lang="en-US" sz="2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: Collaborations with local universities, research institutions and technology providers.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For example, Smart road monitoring: Sensor systems for early damage detection in Namibia; </a:t>
            </a:r>
          </a:p>
        </p:txBody>
      </p:sp>
    </p:spTree>
    <p:extLst>
      <p:ext uri="{BB962C8B-B14F-4D97-AF65-F5344CB8AC3E}">
        <p14:creationId xmlns:p14="http://schemas.microsoft.com/office/powerpoint/2010/main" val="300600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5"/>
    </mc:Choice>
    <mc:Fallback xmlns="">
      <p:transition spd="slow" advTm="693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92940-F43E-BCC2-9411-AE5AC324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DA711-72AB-6747-0D1E-67EC7349C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Key Takeaways</a:t>
            </a: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B3D13-52DB-70D2-D7A7-0816501F5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Electric and fuel-efficient vehicles are here to stay. Fuel levies are falling. It is time for Road Funds to investigate and apply </a:t>
            </a:r>
            <a:r>
              <a:rPr lang="en-US" sz="18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distance-based financing models</a:t>
            </a:r>
            <a:r>
              <a:rPr lang="en-US" sz="18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9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Continuous assessment of the impact of EVs and emerging technologies on road user charges should be part of the </a:t>
            </a:r>
            <a:r>
              <a:rPr lang="en-US" sz="18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Road Funds’ strategic focus</a:t>
            </a:r>
            <a:r>
              <a:rPr lang="en-US" sz="18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if the Road Funds are to be proactive.</a:t>
            </a:r>
          </a:p>
          <a:p>
            <a:endParaRPr lang="en-US" sz="9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Road Funds should explore </a:t>
            </a:r>
            <a:r>
              <a:rPr lang="en-US" sz="18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additional ways of raising resources</a:t>
            </a:r>
            <a:r>
              <a:rPr lang="en-US" sz="18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to cover the gap created by the progressive reduction in fuel levies, including collecting from all current potential sources.</a:t>
            </a:r>
          </a:p>
          <a:p>
            <a:endParaRPr lang="en-US" sz="9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ARMFA and Road Funds should </a:t>
            </a:r>
            <a:r>
              <a:rPr lang="en-US" sz="18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promote research and use of emerging technologies</a:t>
            </a:r>
            <a:r>
              <a:rPr lang="en-US" sz="18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for climate-resilient roads and low road maintenance solutions.</a:t>
            </a:r>
          </a:p>
          <a:p>
            <a:endParaRPr lang="en-US" sz="9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Navigating the transition to electric mobility requires </a:t>
            </a:r>
            <a:r>
              <a:rPr lang="en-US" sz="18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collaborative and adaptive approach</a:t>
            </a:r>
            <a:r>
              <a:rPr lang="en-US" sz="18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to ensure equitable, efficient and environmentally responsible systems.</a:t>
            </a:r>
          </a:p>
        </p:txBody>
      </p:sp>
    </p:spTree>
    <p:extLst>
      <p:ext uri="{BB962C8B-B14F-4D97-AF65-F5344CB8AC3E}">
        <p14:creationId xmlns:p14="http://schemas.microsoft.com/office/powerpoint/2010/main" val="196443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5"/>
    </mc:Choice>
    <mc:Fallback xmlns="">
      <p:transition spd="slow" advTm="693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19702-4482-D5EE-25E1-E9325BB56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499" name="Rectangle 20498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82" name="Subtitle 2">
            <a:extLst>
              <a:ext uri="{FF2B5EF4-FFF2-40B4-BE49-F238E27FC236}">
                <a16:creationId xmlns:a16="http://schemas.microsoft.com/office/drawing/2014/main" id="{53F235B2-48BA-ED93-FB57-DE80230C0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654" y="2468901"/>
            <a:ext cx="10909643" cy="2227408"/>
          </a:xfrm>
        </p:spPr>
        <p:txBody>
          <a:bodyPr anchor="ctr">
            <a:noAutofit/>
          </a:bodyPr>
          <a:lstStyle/>
          <a:p>
            <a:pPr>
              <a:defRPr/>
            </a:pPr>
            <a:r>
              <a:rPr lang="en-US" altLang="en-MW" sz="3600" b="1" dirty="0">
                <a:latin typeface="Calibri" panose="020F0502020204030204" pitchFamily="34" charset="0"/>
                <a:ea typeface="Roboto light"/>
                <a:cs typeface="Roboto light"/>
              </a:rPr>
              <a:t>THANK YOU. </a:t>
            </a:r>
          </a:p>
          <a:p>
            <a:pPr>
              <a:defRPr/>
            </a:pPr>
            <a:r>
              <a:rPr lang="en-US" altLang="en-MW" sz="3600" b="1" dirty="0">
                <a:latin typeface="Calibri" panose="020F0502020204030204" pitchFamily="34" charset="0"/>
                <a:ea typeface="Roboto light"/>
                <a:cs typeface="Roboto light"/>
              </a:rPr>
              <a:t>MERCI. </a:t>
            </a:r>
          </a:p>
          <a:p>
            <a:pPr>
              <a:defRPr/>
            </a:pPr>
            <a:r>
              <a:rPr lang="en-US" altLang="en-MW" sz="3600" b="1" dirty="0">
                <a:latin typeface="Calibri" panose="020F0502020204030204" pitchFamily="34" charset="0"/>
                <a:ea typeface="Roboto light"/>
                <a:cs typeface="Roboto light"/>
              </a:rPr>
              <a:t>OBRIGADO. </a:t>
            </a:r>
          </a:p>
        </p:txBody>
      </p:sp>
      <p:sp>
        <p:nvSpPr>
          <p:cNvPr id="2050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21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c92ca4-09dc-41b5-b24a-16ae2771e17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AEBD3E75D8C241AD328283EFF10038" ma:contentTypeVersion="16" ma:contentTypeDescription="Create a new document." ma:contentTypeScope="" ma:versionID="d53c5e6ab95537e340b049856351d9f9">
  <xsd:schema xmlns:xsd="http://www.w3.org/2001/XMLSchema" xmlns:xs="http://www.w3.org/2001/XMLSchema" xmlns:p="http://schemas.microsoft.com/office/2006/metadata/properties" xmlns:ns3="7ec92ca4-09dc-41b5-b24a-16ae2771e171" xmlns:ns4="3bb0de06-7d7c-4efe-aef6-3b18cd608b5d" targetNamespace="http://schemas.microsoft.com/office/2006/metadata/properties" ma:root="true" ma:fieldsID="6d43fb6aad5b5e8c6460002459deeeb6" ns3:_="" ns4:_="">
    <xsd:import namespace="7ec92ca4-09dc-41b5-b24a-16ae2771e171"/>
    <xsd:import namespace="3bb0de06-7d7c-4efe-aef6-3b18cd608b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92ca4-09dc-41b5-b24a-16ae2771e1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b0de06-7d7c-4efe-aef6-3b18cd608b5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EB5AB8-4D8D-4BE6-BD3B-F09884F1F0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67548F-16C0-46CB-9D56-5FB3AFDB759E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3bb0de06-7d7c-4efe-aef6-3b18cd608b5d"/>
    <ds:schemaRef ds:uri="7ec92ca4-09dc-41b5-b24a-16ae2771e171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14AB6E8-E2DD-479B-9013-E7A2A9AE32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c92ca4-09dc-41b5-b24a-16ae2771e171"/>
    <ds:schemaRef ds:uri="3bb0de06-7d7c-4efe-aef6-3b18cd608b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7797</TotalTime>
  <Words>1357</Words>
  <Application>Microsoft Office PowerPoint</Application>
  <PresentationFormat>Widescreen</PresentationFormat>
  <Paragraphs>136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THE FUTURE OF ROAD MAINTENANCE IN THE ERA OF ELECTRIC VEHICLES AND EMERGING TECHNOLOGIES   PRESENTATION BY THE ARMFA SOUTHERN AFRICA FOCAL GROUP (ASAFG)</vt:lpstr>
      <vt:lpstr>Speaker Profile</vt:lpstr>
      <vt:lpstr>Presentation Overview</vt:lpstr>
      <vt:lpstr>Global Adoption of Electric Vehicles</vt:lpstr>
      <vt:lpstr>Africa Adoption of Electric Vehicles</vt:lpstr>
      <vt:lpstr>Africa’s Readness to EVs Adoption </vt:lpstr>
      <vt:lpstr>E-Mobility Policy Landscape by Country</vt:lpstr>
      <vt:lpstr> Factors Influencing Africa’s Adoption of Electric Vehicles  </vt:lpstr>
      <vt:lpstr>Impact of Electric Vehicles on Future Road Maintenance</vt:lpstr>
      <vt:lpstr>Addressing the Risks of Electric Vehicles: A Proactive Stance</vt:lpstr>
      <vt:lpstr>Diversifying the Road Fund Revenue Streams</vt:lpstr>
      <vt:lpstr>Road User Charges Adapted to Electric Vehicles</vt:lpstr>
      <vt:lpstr>Challenges with Taxing Electric Vehicles</vt:lpstr>
      <vt:lpstr>Addressing the Electric Vehicles Taxation Hurdles</vt:lpstr>
      <vt:lpstr>Leveraging Technologies for Road Maintenance and Preservation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Faridah Chinkhandwe</dc:creator>
  <cp:lastModifiedBy>Francis Haiya</cp:lastModifiedBy>
  <cp:revision>216</cp:revision>
  <dcterms:created xsi:type="dcterms:W3CDTF">2025-03-26T13:17:48Z</dcterms:created>
  <dcterms:modified xsi:type="dcterms:W3CDTF">2025-11-05T09:46:39Z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0x010100F1AEBD3E75D8C241AD328283EFF10038</vt:lpwstr>
  </property>
</Properties>
</file>