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8" r:id="rId2"/>
  </p:sldMasterIdLst>
  <p:notesMasterIdLst>
    <p:notesMasterId r:id="rId11"/>
  </p:notesMasterIdLst>
  <p:sldIdLst>
    <p:sldId id="2147481357" r:id="rId3"/>
    <p:sldId id="2147481352" r:id="rId4"/>
    <p:sldId id="257" r:id="rId5"/>
    <p:sldId id="2147481350" r:id="rId6"/>
    <p:sldId id="2147481356" r:id="rId7"/>
    <p:sldId id="2147481348" r:id="rId8"/>
    <p:sldId id="4844" r:id="rId9"/>
    <p:sldId id="214748135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AE39E8D-7B49-AFFA-DCD8-A635C11FCFCE}" name="Nghi Quy Nguyen" initials="NQN" userId="S::nnguyen9@worldbank.org::fdec1a00-4d00-4b1c-91c2-76448225dea6" providerId="AD"/>
  <p188:author id="{8E350F9E-F88F-7B54-59D1-46324D157D7A}" name="Nicolas Mauchard" initials="NM" userId="S::nmauchard@worldbank.org::2b07a140-20d9-4316-8c4b-62ddff4d24fc" providerId="AD"/>
  <p188:author id="{1BFAACA4-D7BA-CF17-404F-33C0D15C6AE3}" name="Theophile Bougna" initials="TB" userId="S::tbougna@worldbank.org::e5b83ad2-40e2-43c7-b3a9-228bb7a9775b" providerId="AD"/>
  <p188:author id="{8D9CD6E0-9A10-CFAF-A61E-BE0B0BAA78FC}" name="Oceane Keou" initials="OK" userId="S::okeou@worldbank.org::ed0884ce-c195-42ca-a3b2-c112c3249f74" providerId="AD"/>
  <p188:author id="{A40AD0FE-786E-1236-C90F-521793D3257A}" name="KOULAKO CAMARA" initials="KC" userId="S::kcamara@worldbank.org::3ebac660-1b48-4c64-aa15-828a23f06c8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A5AD"/>
    <a:srgbClr val="39E37B"/>
    <a:srgbClr val="2F3286"/>
    <a:srgbClr val="002F54"/>
    <a:srgbClr val="00B0F0"/>
    <a:srgbClr val="FFFFFF"/>
    <a:srgbClr val="A4B5C2"/>
    <a:srgbClr val="0A76A6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79" autoAdjust="0"/>
    <p:restoredTop sz="94660"/>
  </p:normalViewPr>
  <p:slideViewPr>
    <p:cSldViewPr snapToGrid="0">
      <p:cViewPr>
        <p:scale>
          <a:sx n="66" d="100"/>
          <a:sy n="66" d="100"/>
        </p:scale>
        <p:origin x="52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ustomXml" Target="../customXml/item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ceane Keou" userId="ed0884ce-c195-42ca-a3b2-c112c3249f74" providerId="ADAL" clId="{32A2FBC3-A4CA-4281-9D56-465FA72AC0FE}"/>
    <pc:docChg chg="delSld delMainMaster">
      <pc:chgData name="Oceane Keou" userId="ed0884ce-c195-42ca-a3b2-c112c3249f74" providerId="ADAL" clId="{32A2FBC3-A4CA-4281-9D56-465FA72AC0FE}" dt="2025-09-16T09:00:20.770" v="1" actId="47"/>
      <pc:docMkLst>
        <pc:docMk/>
      </pc:docMkLst>
      <pc:sldChg chg="del">
        <pc:chgData name="Oceane Keou" userId="ed0884ce-c195-42ca-a3b2-c112c3249f74" providerId="ADAL" clId="{32A2FBC3-A4CA-4281-9D56-465FA72AC0FE}" dt="2025-09-16T09:00:20.770" v="1" actId="47"/>
        <pc:sldMkLst>
          <pc:docMk/>
          <pc:sldMk cId="2537416310" sldId="261"/>
        </pc:sldMkLst>
      </pc:sldChg>
      <pc:sldChg chg="del">
        <pc:chgData name="Oceane Keou" userId="ed0884ce-c195-42ca-a3b2-c112c3249f74" providerId="ADAL" clId="{32A2FBC3-A4CA-4281-9D56-465FA72AC0FE}" dt="2025-09-16T09:00:20.770" v="1" actId="47"/>
        <pc:sldMkLst>
          <pc:docMk/>
          <pc:sldMk cId="517878679" sldId="4729"/>
        </pc:sldMkLst>
      </pc:sldChg>
      <pc:sldChg chg="del">
        <pc:chgData name="Oceane Keou" userId="ed0884ce-c195-42ca-a3b2-c112c3249f74" providerId="ADAL" clId="{32A2FBC3-A4CA-4281-9D56-465FA72AC0FE}" dt="2025-09-16T09:00:20.770" v="1" actId="47"/>
        <pc:sldMkLst>
          <pc:docMk/>
          <pc:sldMk cId="3281912597" sldId="4744"/>
        </pc:sldMkLst>
      </pc:sldChg>
      <pc:sldChg chg="del">
        <pc:chgData name="Oceane Keou" userId="ed0884ce-c195-42ca-a3b2-c112c3249f74" providerId="ADAL" clId="{32A2FBC3-A4CA-4281-9D56-465FA72AC0FE}" dt="2025-09-16T09:00:20.770" v="1" actId="47"/>
        <pc:sldMkLst>
          <pc:docMk/>
          <pc:sldMk cId="3275605354" sldId="4796"/>
        </pc:sldMkLst>
      </pc:sldChg>
      <pc:sldChg chg="del">
        <pc:chgData name="Oceane Keou" userId="ed0884ce-c195-42ca-a3b2-c112c3249f74" providerId="ADAL" clId="{32A2FBC3-A4CA-4281-9D56-465FA72AC0FE}" dt="2025-09-16T09:00:20.770" v="1" actId="47"/>
        <pc:sldMkLst>
          <pc:docMk/>
          <pc:sldMk cId="2735487444" sldId="2147481349"/>
        </pc:sldMkLst>
      </pc:sldChg>
      <pc:sldChg chg="del">
        <pc:chgData name="Oceane Keou" userId="ed0884ce-c195-42ca-a3b2-c112c3249f74" providerId="ADAL" clId="{32A2FBC3-A4CA-4281-9D56-465FA72AC0FE}" dt="2025-09-16T09:00:12.560" v="0" actId="47"/>
        <pc:sldMkLst>
          <pc:docMk/>
          <pc:sldMk cId="2819809996" sldId="2147481358"/>
        </pc:sldMkLst>
      </pc:sldChg>
      <pc:sldMasterChg chg="del delSldLayout">
        <pc:chgData name="Oceane Keou" userId="ed0884ce-c195-42ca-a3b2-c112c3249f74" providerId="ADAL" clId="{32A2FBC3-A4CA-4281-9D56-465FA72AC0FE}" dt="2025-09-16T09:00:20.770" v="1" actId="47"/>
        <pc:sldMasterMkLst>
          <pc:docMk/>
          <pc:sldMasterMk cId="1558184574" sldId="2147483671"/>
        </pc:sldMasterMkLst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3798235829" sldId="2147483672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3548977997" sldId="2147483673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468116086" sldId="2147483674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2334432161" sldId="2147483675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1521205805" sldId="2147483676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2048874753" sldId="2147483677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3064658260" sldId="2147483678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1070566680" sldId="2147483679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942933688" sldId="2147483680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3657598650" sldId="2147483681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2060610292" sldId="2147483682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508844756" sldId="2147483683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2405827674" sldId="2147483684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3771708997" sldId="2147483685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992226431" sldId="2147483686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552564248" sldId="2147483687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3203184216" sldId="2147483688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1518960361" sldId="2147483689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3059595927" sldId="2147483690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412985414" sldId="2147483691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2598069173" sldId="2147483692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3801257314" sldId="2147483693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2957217721" sldId="2147483694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558184574" sldId="2147483671"/>
            <pc:sldLayoutMk cId="1160814147" sldId="2147483695"/>
          </pc:sldLayoutMkLst>
        </pc:sldLayoutChg>
      </pc:sldMasterChg>
      <pc:sldMasterChg chg="del delSldLayout">
        <pc:chgData name="Oceane Keou" userId="ed0884ce-c195-42ca-a3b2-c112c3249f74" providerId="ADAL" clId="{32A2FBC3-A4CA-4281-9D56-465FA72AC0FE}" dt="2025-09-16T09:00:20.770" v="1" actId="47"/>
        <pc:sldMasterMkLst>
          <pc:docMk/>
          <pc:sldMasterMk cId="1122001615" sldId="2147483696"/>
        </pc:sldMasterMkLst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122001615" sldId="2147483696"/>
            <pc:sldLayoutMk cId="104584115" sldId="2147483697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122001615" sldId="2147483696"/>
            <pc:sldLayoutMk cId="3863426526" sldId="2147483698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122001615" sldId="2147483696"/>
            <pc:sldLayoutMk cId="14939376" sldId="2147483699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122001615" sldId="2147483696"/>
            <pc:sldLayoutMk cId="253262934" sldId="2147483700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122001615" sldId="2147483696"/>
            <pc:sldLayoutMk cId="2669664876" sldId="2147483701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122001615" sldId="2147483696"/>
            <pc:sldLayoutMk cId="2785804081" sldId="2147483702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122001615" sldId="2147483696"/>
            <pc:sldLayoutMk cId="3222202721" sldId="2147483703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122001615" sldId="2147483696"/>
            <pc:sldLayoutMk cId="2687000250" sldId="2147483704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122001615" sldId="2147483696"/>
            <pc:sldLayoutMk cId="3868571077" sldId="2147483705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122001615" sldId="2147483696"/>
            <pc:sldLayoutMk cId="3043623393" sldId="2147483706"/>
          </pc:sldLayoutMkLst>
        </pc:sldLayoutChg>
        <pc:sldLayoutChg chg="del">
          <pc:chgData name="Oceane Keou" userId="ed0884ce-c195-42ca-a3b2-c112c3249f74" providerId="ADAL" clId="{32A2FBC3-A4CA-4281-9D56-465FA72AC0FE}" dt="2025-09-16T09:00:20.770" v="1" actId="47"/>
          <pc:sldLayoutMkLst>
            <pc:docMk/>
            <pc:sldMasterMk cId="1122001615" sldId="2147483696"/>
            <pc:sldLayoutMk cId="2214316056" sldId="2147483707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ownloads\ml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ownloads\ml.xlsx" TargetMode="External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ownloads\ml.xlsx" TargetMode="External"/><Relationship Id="rId1" Type="http://schemas.openxmlformats.org/officeDocument/2006/relationships/themeOverride" Target="../theme/themeOverrid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691543176189078"/>
          <c:y val="0.12472067300953572"/>
          <c:w val="0.57334652197640734"/>
          <c:h val="0.67865455230456484"/>
        </c:manualLayout>
      </c:layout>
      <c:barChart>
        <c:barDir val="bar"/>
        <c:grouping val="clustered"/>
        <c:varyColors val="0"/>
        <c:ser>
          <c:idx val="1"/>
          <c:order val="0"/>
          <c:spPr>
            <a:solidFill>
              <a:srgbClr val="0A804F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146622"/>
              </a:solidFill>
            </c:spPr>
            <c:extLst>
              <c:ext xmlns:c16="http://schemas.microsoft.com/office/drawing/2014/chart" uri="{C3380CC4-5D6E-409C-BE32-E72D297353CC}">
                <c16:uniqueId val="{00000001-756B-4EFC-9DAF-CDE20ADACE90}"/>
              </c:ext>
            </c:extLst>
          </c:dPt>
          <c:dPt>
            <c:idx val="1"/>
            <c:invertIfNegative val="0"/>
            <c:bubble3D val="0"/>
            <c:spPr>
              <a:solidFill>
                <a:srgbClr val="A9D18E"/>
              </a:solidFill>
            </c:spPr>
            <c:extLst>
              <c:ext xmlns:c16="http://schemas.microsoft.com/office/drawing/2014/chart" uri="{C3380CC4-5D6E-409C-BE32-E72D297353CC}">
                <c16:uniqueId val="{00000002-756B-4EFC-9DAF-CDE20ADACE90}"/>
              </c:ext>
            </c:extLst>
          </c:dPt>
          <c:val>
            <c:numRef>
              <c:f>Sheet1!$C$8:$C$9</c:f>
              <c:numCache>
                <c:formatCode>_-[$$-409]* #,##0.00_ ;_-[$$-409]* \-#,##0.00\ ;_-[$$-409]* "-"??_ ;_-@_ </c:formatCode>
                <c:ptCount val="2"/>
                <c:pt idx="0">
                  <c:v>290.69013230000002</c:v>
                </c:pt>
                <c:pt idx="1">
                  <c:v>320.4701531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6B-4EFC-9DAF-CDE20ADACE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873529984"/>
        <c:axId val="1024026208"/>
      </c:barChart>
      <c:catAx>
        <c:axId val="8735299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ysClr val="window" lastClr="FFFFFF">
                <a:lumMod val="50000"/>
              </a:sys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MS Shell Dlg 2" panose="020B0604030504040204" pitchFamily="34" charset="0"/>
                <a:ea typeface="MS Shell Dlg 2" panose="020B0604030504040204" pitchFamily="34" charset="0"/>
                <a:cs typeface="MS Shell Dlg 2" panose="020B0604030504040204" pitchFamily="34" charset="0"/>
              </a:defRPr>
            </a:pPr>
            <a:endParaRPr lang="en-US"/>
          </a:p>
        </c:txPr>
        <c:crossAx val="1024026208"/>
        <c:crosses val="autoZero"/>
        <c:auto val="1"/>
        <c:lblAlgn val="ctr"/>
        <c:lblOffset val="100"/>
        <c:noMultiLvlLbl val="0"/>
      </c:catAx>
      <c:valAx>
        <c:axId val="1024026208"/>
        <c:scaling>
          <c:orientation val="minMax"/>
          <c:min val="0"/>
        </c:scaling>
        <c:delete val="0"/>
        <c:axPos val="t"/>
        <c:numFmt formatCode="#,##0" sourceLinked="0"/>
        <c:majorTickMark val="in"/>
        <c:minorTickMark val="none"/>
        <c:tickLblPos val="nextTo"/>
        <c:spPr>
          <a:noFill/>
          <a:ln>
            <a:solidFill>
              <a:sysClr val="window" lastClr="FFFFFF">
                <a:lumMod val="50000"/>
              </a:sys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MS Shell Dlg 2" panose="020B0604030504040204" pitchFamily="34" charset="0"/>
                <a:cs typeface="MS Shell Dlg 2" panose="020B0604030504040204" pitchFamily="34" charset="0"/>
              </a:defRPr>
            </a:pPr>
            <a:endParaRPr lang="en-US"/>
          </a:p>
        </c:txPr>
        <c:crossAx val="873529984"/>
        <c:crosses val="max"/>
        <c:crossBetween val="between"/>
        <c:majorUnit val="200"/>
      </c:valAx>
    </c:plotArea>
    <c:plotVisOnly val="1"/>
    <c:dispBlanksAs val="gap"/>
    <c:showDLblsOverMax val="0"/>
    <c:extLst/>
  </c:chart>
  <c:spPr>
    <a:ln>
      <a:noFill/>
    </a:ln>
  </c:spPr>
  <c:txPr>
    <a:bodyPr/>
    <a:lstStyle/>
    <a:p>
      <a:pPr>
        <a:defRPr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6830411766513223"/>
          <c:y val="0.20259801349664394"/>
          <c:w val="0.64594730877879769"/>
          <c:h val="0.70549454525717803"/>
        </c:manualLayout>
      </c:layout>
      <c:barChart>
        <c:barDir val="bar"/>
        <c:grouping val="clustered"/>
        <c:varyColors val="0"/>
        <c:ser>
          <c:idx val="1"/>
          <c:order val="0"/>
          <c:spPr>
            <a:solidFill>
              <a:srgbClr val="146622"/>
            </a:solidFill>
          </c:spPr>
          <c:invertIfNegative val="0"/>
          <c:dPt>
            <c:idx val="1"/>
            <c:invertIfNegative val="0"/>
            <c:bubble3D val="0"/>
            <c:spPr>
              <a:solidFill>
                <a:srgbClr val="A9D18E"/>
              </a:solidFill>
            </c:spPr>
            <c:extLst>
              <c:ext xmlns:c16="http://schemas.microsoft.com/office/drawing/2014/chart" uri="{C3380CC4-5D6E-409C-BE32-E72D297353CC}">
                <c16:uniqueId val="{00000002-F83D-4244-B8E0-CB6C97BF0AA9}"/>
              </c:ext>
            </c:extLst>
          </c:dPt>
          <c:val>
            <c:numRef>
              <c:f>Sheet1!$G$8:$G$9</c:f>
              <c:numCache>
                <c:formatCode>0.00</c:formatCode>
                <c:ptCount val="2"/>
                <c:pt idx="0">
                  <c:v>0.121</c:v>
                </c:pt>
                <c:pt idx="1">
                  <c:v>2.9000000000000001E-2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3D-4244-B8E0-CB6C97BF0A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873529984"/>
        <c:axId val="1024026208"/>
      </c:barChart>
      <c:catAx>
        <c:axId val="8735299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ysClr val="window" lastClr="FFFFFF">
                <a:lumMod val="50000"/>
              </a:sys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MS Shell Dlg 2" panose="020B0604030504040204" pitchFamily="34" charset="0"/>
                <a:ea typeface="MS Shell Dlg 2" panose="020B0604030504040204" pitchFamily="34" charset="0"/>
                <a:cs typeface="MS Shell Dlg 2" panose="020B0604030504040204" pitchFamily="34" charset="0"/>
              </a:defRPr>
            </a:pPr>
            <a:endParaRPr lang="en-US"/>
          </a:p>
        </c:txPr>
        <c:crossAx val="1024026208"/>
        <c:crosses val="autoZero"/>
        <c:auto val="1"/>
        <c:lblAlgn val="ctr"/>
        <c:lblOffset val="100"/>
        <c:noMultiLvlLbl val="0"/>
      </c:catAx>
      <c:valAx>
        <c:axId val="1024026208"/>
        <c:scaling>
          <c:orientation val="minMax"/>
          <c:max val="0.15000000000000002"/>
          <c:min val="0"/>
        </c:scaling>
        <c:delete val="0"/>
        <c:axPos val="t"/>
        <c:numFmt formatCode="0%" sourceLinked="0"/>
        <c:majorTickMark val="in"/>
        <c:minorTickMark val="none"/>
        <c:tickLblPos val="nextTo"/>
        <c:spPr>
          <a:noFill/>
          <a:ln>
            <a:solidFill>
              <a:sysClr val="window" lastClr="FFFFFF">
                <a:lumMod val="50000"/>
              </a:sys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MS Shell Dlg 2" panose="020B0604030504040204" pitchFamily="34" charset="0"/>
                <a:cs typeface="MS Shell Dlg 2" panose="020B0604030504040204" pitchFamily="34" charset="0"/>
              </a:defRPr>
            </a:pPr>
            <a:endParaRPr lang="en-US"/>
          </a:p>
        </c:txPr>
        <c:crossAx val="873529984"/>
        <c:crosses val="max"/>
        <c:crossBetween val="between"/>
        <c:majorUnit val="0.1"/>
      </c:valAx>
    </c:plotArea>
    <c:plotVisOnly val="1"/>
    <c:dispBlanksAs val="gap"/>
    <c:showDLblsOverMax val="0"/>
    <c:extLst/>
  </c:chart>
  <c:spPr>
    <a:ln>
      <a:noFill/>
    </a:ln>
  </c:spPr>
  <c:txPr>
    <a:bodyPr/>
    <a:lstStyle/>
    <a:p>
      <a:pPr>
        <a:defRPr/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0815229242541114"/>
          <c:y val="0.12637284603047241"/>
          <c:w val="0.6193459636149814"/>
          <c:h val="0.68251739775061759"/>
        </c:manualLayout>
      </c:layout>
      <c:barChart>
        <c:barDir val="bar"/>
        <c:grouping val="clustered"/>
        <c:varyColors val="0"/>
        <c:ser>
          <c:idx val="1"/>
          <c:order val="0"/>
          <c:spPr>
            <a:solidFill>
              <a:srgbClr val="9ACC5A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146622"/>
              </a:solidFill>
            </c:spPr>
            <c:extLst>
              <c:ext xmlns:c16="http://schemas.microsoft.com/office/drawing/2014/chart" uri="{C3380CC4-5D6E-409C-BE32-E72D297353CC}">
                <c16:uniqueId val="{00000001-E4B7-4EF9-831A-33C864E30DA9}"/>
              </c:ext>
            </c:extLst>
          </c:dPt>
          <c:dPt>
            <c:idx val="1"/>
            <c:invertIfNegative val="0"/>
            <c:bubble3D val="0"/>
            <c:spPr>
              <a:solidFill>
                <a:srgbClr val="A9D18E"/>
              </a:solidFill>
            </c:spPr>
            <c:extLst>
              <c:ext xmlns:c16="http://schemas.microsoft.com/office/drawing/2014/chart" uri="{C3380CC4-5D6E-409C-BE32-E72D297353CC}">
                <c16:uniqueId val="{00000002-E4B7-4EF9-831A-33C864E30DA9}"/>
              </c:ext>
            </c:extLst>
          </c:dPt>
          <c:val>
            <c:numRef>
              <c:f>Sheet1!$E$8:$E$9</c:f>
              <c:numCache>
                <c:formatCode>0.0</c:formatCode>
                <c:ptCount val="2"/>
                <c:pt idx="0">
                  <c:v>7.0396281749999998</c:v>
                </c:pt>
                <c:pt idx="1">
                  <c:v>2.4682491390000001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B7-4EF9-831A-33C864E30D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873529984"/>
        <c:axId val="1024026208"/>
      </c:barChart>
      <c:catAx>
        <c:axId val="8735299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ysClr val="window" lastClr="FFFFFF">
                <a:lumMod val="50000"/>
              </a:sysClr>
            </a:solidFill>
            <a:round/>
          </a:ln>
          <a:effectLst/>
        </c:spPr>
        <c:txPr>
          <a:bodyPr rot="-60000000" vert="horz"/>
          <a:lstStyle/>
          <a:p>
            <a:pPr>
              <a:defRPr>
                <a:solidFill>
                  <a:schemeClr val="bg1"/>
                </a:solidFill>
              </a:defRPr>
            </a:pPr>
            <a:endParaRPr lang="en-US"/>
          </a:p>
        </c:txPr>
        <c:crossAx val="1024026208"/>
        <c:crosses val="autoZero"/>
        <c:auto val="1"/>
        <c:lblAlgn val="ctr"/>
        <c:lblOffset val="100"/>
        <c:noMultiLvlLbl val="0"/>
      </c:catAx>
      <c:valAx>
        <c:axId val="1024026208"/>
        <c:scaling>
          <c:orientation val="minMax"/>
          <c:max val="7"/>
          <c:min val="0"/>
        </c:scaling>
        <c:delete val="0"/>
        <c:axPos val="t"/>
        <c:numFmt formatCode="#,##0" sourceLinked="0"/>
        <c:majorTickMark val="in"/>
        <c:minorTickMark val="none"/>
        <c:tickLblPos val="nextTo"/>
        <c:spPr>
          <a:noFill/>
          <a:ln>
            <a:solidFill>
              <a:sysClr val="window" lastClr="FFFFFF">
                <a:lumMod val="50000"/>
              </a:sysClr>
            </a:solidFill>
          </a:ln>
          <a:effectLst/>
        </c:spPr>
        <c:txPr>
          <a:bodyPr rot="-60000000" vert="horz"/>
          <a:lstStyle/>
          <a:p>
            <a:pPr>
              <a:defRPr sz="1100" b="0">
                <a:solidFill>
                  <a:schemeClr val="bg1">
                    <a:lumMod val="50000"/>
                  </a:schemeClr>
                </a:solidFill>
              </a:defRPr>
            </a:pPr>
            <a:endParaRPr lang="en-US"/>
          </a:p>
        </c:txPr>
        <c:crossAx val="873529984"/>
        <c:crosses val="max"/>
        <c:crossBetween val="between"/>
        <c:majorUnit val="2"/>
      </c:valAx>
    </c:plotArea>
    <c:plotVisOnly val="1"/>
    <c:dispBlanksAs val="gap"/>
    <c:showDLblsOverMax val="0"/>
    <c:extLst/>
  </c:chart>
  <c:spPr>
    <a:ln>
      <a:noFill/>
    </a:ln>
  </c:spPr>
  <c:txPr>
    <a:bodyPr/>
    <a:lstStyle/>
    <a:p>
      <a:pPr>
        <a:defRPr sz="600"/>
      </a:pPr>
      <a:endParaRPr lang="en-US"/>
    </a:p>
  </c:txPr>
  <c:externalData r:id="rId2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71E61C-BE2A-46ED-BAF0-1E327EFEEC32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09A755-BE60-4007-A74B-12133164E70C}">
      <dgm:prSet phldrT="[Text]"/>
      <dgm:spPr>
        <a:xfrm>
          <a:off x="2955330" y="38664"/>
          <a:ext cx="606772" cy="606772"/>
        </a:xfrm>
        <a:prstGeom prst="rect">
          <a:avLst/>
        </a:prstGeom>
        <a:blipFill rotWithShape="0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</dgm:spPr>
      <dgm:t>
        <a:bodyPr/>
        <a:lstStyle/>
        <a:p>
          <a:pPr>
            <a:buNone/>
          </a:pPr>
          <a:endParaRPr lang="en-US">
            <a:solidFill>
              <a:srgbClr val="FF0000"/>
            </a:solidFill>
            <a:latin typeface="Calibri" panose="020F0502020204030204"/>
            <a:ea typeface="+mn-ea"/>
            <a:cs typeface="+mn-cs"/>
          </a:endParaRPr>
        </a:p>
      </dgm:t>
    </dgm:pt>
    <dgm:pt modelId="{36CE19C6-6926-469F-82A9-20C0D160ADB1}" type="parTrans" cxnId="{4EC29793-BDC5-4916-83AD-C5EBF8D0727C}">
      <dgm:prSet/>
      <dgm:spPr/>
      <dgm:t>
        <a:bodyPr/>
        <a:lstStyle/>
        <a:p>
          <a:endParaRPr lang="en-US"/>
        </a:p>
      </dgm:t>
    </dgm:pt>
    <dgm:pt modelId="{CD9A9D3F-6C47-442E-825A-051DC16AD6BC}" type="sibTrans" cxnId="{4EC29793-BDC5-4916-83AD-C5EBF8D0727C}">
      <dgm:prSet/>
      <dgm:spPr>
        <a:xfrm>
          <a:off x="1885968" y="335"/>
          <a:ext cx="1714463" cy="1714463"/>
        </a:xfrm>
        <a:prstGeom prst="circularArrow">
          <a:avLst>
            <a:gd name="adj1" fmla="val 6901"/>
            <a:gd name="adj2" fmla="val 465293"/>
            <a:gd name="adj3" fmla="val 549663"/>
            <a:gd name="adj4" fmla="val 20585044"/>
            <a:gd name="adj5" fmla="val 8052"/>
          </a:avLst>
        </a:prstGeom>
        <a:solidFill>
          <a:srgbClr val="2F3286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US"/>
        </a:p>
      </dgm:t>
    </dgm:pt>
    <dgm:pt modelId="{4F4B8481-760F-45CC-8543-CCDC1DE9897D}">
      <dgm:prSet phldrT="[Text]"/>
      <dgm:spPr>
        <a:xfrm>
          <a:off x="2955330" y="1069698"/>
          <a:ext cx="606772" cy="606772"/>
        </a:xfrm>
        <a:prstGeom prst="rect">
          <a:avLst/>
        </a:prstGeom>
        <a:blipFill rotWithShape="0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</dgm:spPr>
      <dgm:t>
        <a:bodyPr/>
        <a:lstStyle/>
        <a:p>
          <a:pPr>
            <a:buNone/>
          </a:pPr>
          <a:endParaRPr lang="en-US">
            <a:solidFill>
              <a:srgbClr val="FF0000"/>
            </a:solidFill>
            <a:latin typeface="Calibri" panose="020F0502020204030204"/>
            <a:ea typeface="+mn-ea"/>
            <a:cs typeface="+mn-cs"/>
          </a:endParaRPr>
        </a:p>
      </dgm:t>
    </dgm:pt>
    <dgm:pt modelId="{1ECC2820-E1DF-42AA-B511-372CB11A8FFB}" type="parTrans" cxnId="{EEA6FF3C-807C-46F9-8AE4-83E2B872752F}">
      <dgm:prSet/>
      <dgm:spPr/>
      <dgm:t>
        <a:bodyPr/>
        <a:lstStyle/>
        <a:p>
          <a:endParaRPr lang="en-US"/>
        </a:p>
      </dgm:t>
    </dgm:pt>
    <dgm:pt modelId="{F6B6D32A-0B9E-47C9-A4E7-F5F0AA943B0B}" type="sibTrans" cxnId="{EEA6FF3C-807C-46F9-8AE4-83E2B872752F}">
      <dgm:prSet/>
      <dgm:spPr>
        <a:xfrm>
          <a:off x="1885968" y="335"/>
          <a:ext cx="1714463" cy="1714463"/>
        </a:xfrm>
        <a:prstGeom prst="circularArrow">
          <a:avLst>
            <a:gd name="adj1" fmla="val 6901"/>
            <a:gd name="adj2" fmla="val 465293"/>
            <a:gd name="adj3" fmla="val 5949663"/>
            <a:gd name="adj4" fmla="val 4385044"/>
            <a:gd name="adj5" fmla="val 8052"/>
          </a:avLst>
        </a:prstGeom>
        <a:solidFill>
          <a:srgbClr val="2F3286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US"/>
        </a:p>
      </dgm:t>
    </dgm:pt>
    <dgm:pt modelId="{2BC92771-F8A3-45F0-B628-FD2038E86829}">
      <dgm:prSet phldrT="[Text]"/>
      <dgm:spPr>
        <a:xfrm>
          <a:off x="1924296" y="1069698"/>
          <a:ext cx="606772" cy="606772"/>
        </a:xfrm>
        <a:prstGeom prst="rect">
          <a:avLst/>
        </a:prstGeom>
        <a:blipFill rotWithShape="0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/>
      </dgm:spPr>
      <dgm:t>
        <a:bodyPr/>
        <a:lstStyle/>
        <a:p>
          <a:pPr>
            <a:buNone/>
          </a:pPr>
          <a:endParaRPr lang="en-US">
            <a:solidFill>
              <a:srgbClr val="FF0000"/>
            </a:solidFill>
            <a:latin typeface="Calibri" panose="020F0502020204030204"/>
            <a:ea typeface="+mn-ea"/>
            <a:cs typeface="+mn-cs"/>
          </a:endParaRPr>
        </a:p>
      </dgm:t>
    </dgm:pt>
    <dgm:pt modelId="{13CB4302-DF27-409B-A136-E556ED441AED}" type="parTrans" cxnId="{F48E4E22-1D00-4FDC-95AA-2F21FF6EBB23}">
      <dgm:prSet/>
      <dgm:spPr/>
      <dgm:t>
        <a:bodyPr/>
        <a:lstStyle/>
        <a:p>
          <a:endParaRPr lang="en-US"/>
        </a:p>
      </dgm:t>
    </dgm:pt>
    <dgm:pt modelId="{5DBC0E1E-7024-40CF-B1CF-E4F1AA45F10A}" type="sibTrans" cxnId="{F48E4E22-1D00-4FDC-95AA-2F21FF6EBB23}">
      <dgm:prSet/>
      <dgm:spPr>
        <a:xfrm>
          <a:off x="1885968" y="335"/>
          <a:ext cx="1714463" cy="1714463"/>
        </a:xfrm>
        <a:prstGeom prst="circularArrow">
          <a:avLst>
            <a:gd name="adj1" fmla="val 6901"/>
            <a:gd name="adj2" fmla="val 465293"/>
            <a:gd name="adj3" fmla="val 11349663"/>
            <a:gd name="adj4" fmla="val 9785044"/>
            <a:gd name="adj5" fmla="val 8052"/>
          </a:avLst>
        </a:prstGeom>
        <a:solidFill>
          <a:srgbClr val="2F3286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US"/>
        </a:p>
      </dgm:t>
    </dgm:pt>
    <dgm:pt modelId="{16B3D2FA-65BB-44F3-8A13-D3E045931243}">
      <dgm:prSet phldrT="[Text]"/>
      <dgm:spPr>
        <a:xfrm>
          <a:off x="1924296" y="38664"/>
          <a:ext cx="606772" cy="606772"/>
        </a:xfrm>
        <a:prstGeom prst="rect">
          <a:avLst/>
        </a:prstGeom>
        <a:blipFill rotWithShape="0"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/>
      </dgm:spPr>
      <dgm:t>
        <a:bodyPr/>
        <a:lstStyle/>
        <a:p>
          <a:pPr>
            <a:buNone/>
          </a:pPr>
          <a:r>
            <a:rPr lang="en-US">
              <a:solidFill>
                <a:srgbClr val="1F3864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 </a:t>
          </a:r>
        </a:p>
      </dgm:t>
    </dgm:pt>
    <dgm:pt modelId="{215C8198-F43E-4B76-A43A-1C48E63BBC51}" type="parTrans" cxnId="{105BA0C0-F4BC-44BA-82B3-D1357D55BD18}">
      <dgm:prSet/>
      <dgm:spPr/>
      <dgm:t>
        <a:bodyPr/>
        <a:lstStyle/>
        <a:p>
          <a:endParaRPr lang="en-US"/>
        </a:p>
      </dgm:t>
    </dgm:pt>
    <dgm:pt modelId="{7157F3B9-0A0B-446E-A765-0BAC6CDEC498}" type="sibTrans" cxnId="{105BA0C0-F4BC-44BA-82B3-D1357D55BD18}">
      <dgm:prSet/>
      <dgm:spPr>
        <a:xfrm>
          <a:off x="1885968" y="335"/>
          <a:ext cx="1714463" cy="1714463"/>
        </a:xfrm>
        <a:prstGeom prst="circularArrow">
          <a:avLst>
            <a:gd name="adj1" fmla="val 6901"/>
            <a:gd name="adj2" fmla="val 465293"/>
            <a:gd name="adj3" fmla="val 16749663"/>
            <a:gd name="adj4" fmla="val 15185044"/>
            <a:gd name="adj5" fmla="val 8052"/>
          </a:avLst>
        </a:prstGeom>
        <a:solidFill>
          <a:srgbClr val="2F3286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US"/>
        </a:p>
      </dgm:t>
    </dgm:pt>
    <dgm:pt modelId="{B1629B71-502B-4052-B8E3-BF18889641F6}" type="pres">
      <dgm:prSet presAssocID="{FD71E61C-BE2A-46ED-BAF0-1E327EFEEC32}" presName="cycle" presStyleCnt="0">
        <dgm:presLayoutVars>
          <dgm:dir/>
          <dgm:resizeHandles val="exact"/>
        </dgm:presLayoutVars>
      </dgm:prSet>
      <dgm:spPr/>
    </dgm:pt>
    <dgm:pt modelId="{70155B6D-A95F-459D-BFEC-6F5B14938B2B}" type="pres">
      <dgm:prSet presAssocID="{0809A755-BE60-4007-A74B-12133164E70C}" presName="dummy" presStyleCnt="0"/>
      <dgm:spPr/>
    </dgm:pt>
    <dgm:pt modelId="{51DAF806-4BFF-466E-B3AA-D9CA7871ACF5}" type="pres">
      <dgm:prSet presAssocID="{0809A755-BE60-4007-A74B-12133164E70C}" presName="node" presStyleLbl="revTx" presStyleIdx="0" presStyleCnt="4">
        <dgm:presLayoutVars>
          <dgm:bulletEnabled val="1"/>
        </dgm:presLayoutVars>
      </dgm:prSet>
      <dgm:spPr/>
    </dgm:pt>
    <dgm:pt modelId="{D96ABA22-544F-434F-B8DF-7AD54F34CFD5}" type="pres">
      <dgm:prSet presAssocID="{CD9A9D3F-6C47-442E-825A-051DC16AD6BC}" presName="sibTrans" presStyleLbl="node1" presStyleIdx="0" presStyleCnt="4"/>
      <dgm:spPr/>
    </dgm:pt>
    <dgm:pt modelId="{8CA6195A-CF73-4C7B-A608-E201B6B013A9}" type="pres">
      <dgm:prSet presAssocID="{4F4B8481-760F-45CC-8543-CCDC1DE9897D}" presName="dummy" presStyleCnt="0"/>
      <dgm:spPr/>
    </dgm:pt>
    <dgm:pt modelId="{77147D69-7F93-4638-B723-3A4B1A55EE0B}" type="pres">
      <dgm:prSet presAssocID="{4F4B8481-760F-45CC-8543-CCDC1DE9897D}" presName="node" presStyleLbl="revTx" presStyleIdx="1" presStyleCnt="4">
        <dgm:presLayoutVars>
          <dgm:bulletEnabled val="1"/>
        </dgm:presLayoutVars>
      </dgm:prSet>
      <dgm:spPr/>
    </dgm:pt>
    <dgm:pt modelId="{4B0F9B6A-7E37-4004-A79D-4300055A1365}" type="pres">
      <dgm:prSet presAssocID="{F6B6D32A-0B9E-47C9-A4E7-F5F0AA943B0B}" presName="sibTrans" presStyleLbl="node1" presStyleIdx="1" presStyleCnt="4"/>
      <dgm:spPr/>
    </dgm:pt>
    <dgm:pt modelId="{01890EF8-6AA7-4C2F-8DFB-BA1323B56434}" type="pres">
      <dgm:prSet presAssocID="{2BC92771-F8A3-45F0-B628-FD2038E86829}" presName="dummy" presStyleCnt="0"/>
      <dgm:spPr/>
    </dgm:pt>
    <dgm:pt modelId="{308446FD-DA5D-447C-9AB9-BC36B0F8ACA7}" type="pres">
      <dgm:prSet presAssocID="{2BC92771-F8A3-45F0-B628-FD2038E86829}" presName="node" presStyleLbl="revTx" presStyleIdx="2" presStyleCnt="4">
        <dgm:presLayoutVars>
          <dgm:bulletEnabled val="1"/>
        </dgm:presLayoutVars>
      </dgm:prSet>
      <dgm:spPr/>
    </dgm:pt>
    <dgm:pt modelId="{DBD61F55-A931-493B-9ABA-A6604C354E31}" type="pres">
      <dgm:prSet presAssocID="{5DBC0E1E-7024-40CF-B1CF-E4F1AA45F10A}" presName="sibTrans" presStyleLbl="node1" presStyleIdx="2" presStyleCnt="4"/>
      <dgm:spPr/>
    </dgm:pt>
    <dgm:pt modelId="{DE8106F1-655B-41EB-9AF1-ED456F9855E6}" type="pres">
      <dgm:prSet presAssocID="{16B3D2FA-65BB-44F3-8A13-D3E045931243}" presName="dummy" presStyleCnt="0"/>
      <dgm:spPr/>
    </dgm:pt>
    <dgm:pt modelId="{2073C8BE-8ECD-4829-B6BF-534E36037486}" type="pres">
      <dgm:prSet presAssocID="{16B3D2FA-65BB-44F3-8A13-D3E045931243}" presName="node" presStyleLbl="revTx" presStyleIdx="3" presStyleCnt="4">
        <dgm:presLayoutVars>
          <dgm:bulletEnabled val="1"/>
        </dgm:presLayoutVars>
      </dgm:prSet>
      <dgm:spPr/>
    </dgm:pt>
    <dgm:pt modelId="{0BDD3333-1987-44C8-B56D-306412D81D8B}" type="pres">
      <dgm:prSet presAssocID="{7157F3B9-0A0B-446E-A765-0BAC6CDEC498}" presName="sibTrans" presStyleLbl="node1" presStyleIdx="3" presStyleCnt="4"/>
      <dgm:spPr/>
    </dgm:pt>
  </dgm:ptLst>
  <dgm:cxnLst>
    <dgm:cxn modelId="{B52ADA08-DB49-49B4-890C-096F3719FC0F}" type="presOf" srcId="{2BC92771-F8A3-45F0-B628-FD2038E86829}" destId="{308446FD-DA5D-447C-9AB9-BC36B0F8ACA7}" srcOrd="0" destOrd="0" presId="urn:microsoft.com/office/officeart/2005/8/layout/cycle1"/>
    <dgm:cxn modelId="{DD3A231B-527D-49C3-87A5-9AF421638317}" type="presOf" srcId="{4F4B8481-760F-45CC-8543-CCDC1DE9897D}" destId="{77147D69-7F93-4638-B723-3A4B1A55EE0B}" srcOrd="0" destOrd="0" presId="urn:microsoft.com/office/officeart/2005/8/layout/cycle1"/>
    <dgm:cxn modelId="{F48E4E22-1D00-4FDC-95AA-2F21FF6EBB23}" srcId="{FD71E61C-BE2A-46ED-BAF0-1E327EFEEC32}" destId="{2BC92771-F8A3-45F0-B628-FD2038E86829}" srcOrd="2" destOrd="0" parTransId="{13CB4302-DF27-409B-A136-E556ED441AED}" sibTransId="{5DBC0E1E-7024-40CF-B1CF-E4F1AA45F10A}"/>
    <dgm:cxn modelId="{022BA922-4960-4B36-85B4-DEEADBFDFAD2}" type="presOf" srcId="{16B3D2FA-65BB-44F3-8A13-D3E045931243}" destId="{2073C8BE-8ECD-4829-B6BF-534E36037486}" srcOrd="0" destOrd="0" presId="urn:microsoft.com/office/officeart/2005/8/layout/cycle1"/>
    <dgm:cxn modelId="{1EFE5234-49D8-48B0-BC69-871D6F97FEDD}" type="presOf" srcId="{F6B6D32A-0B9E-47C9-A4E7-F5F0AA943B0B}" destId="{4B0F9B6A-7E37-4004-A79D-4300055A1365}" srcOrd="0" destOrd="0" presId="urn:microsoft.com/office/officeart/2005/8/layout/cycle1"/>
    <dgm:cxn modelId="{EEA6FF3C-807C-46F9-8AE4-83E2B872752F}" srcId="{FD71E61C-BE2A-46ED-BAF0-1E327EFEEC32}" destId="{4F4B8481-760F-45CC-8543-CCDC1DE9897D}" srcOrd="1" destOrd="0" parTransId="{1ECC2820-E1DF-42AA-B511-372CB11A8FFB}" sibTransId="{F6B6D32A-0B9E-47C9-A4E7-F5F0AA943B0B}"/>
    <dgm:cxn modelId="{1A49347C-1078-4287-9669-5F3E26B694B1}" type="presOf" srcId="{0809A755-BE60-4007-A74B-12133164E70C}" destId="{51DAF806-4BFF-466E-B3AA-D9CA7871ACF5}" srcOrd="0" destOrd="0" presId="urn:microsoft.com/office/officeart/2005/8/layout/cycle1"/>
    <dgm:cxn modelId="{4EC29793-BDC5-4916-83AD-C5EBF8D0727C}" srcId="{FD71E61C-BE2A-46ED-BAF0-1E327EFEEC32}" destId="{0809A755-BE60-4007-A74B-12133164E70C}" srcOrd="0" destOrd="0" parTransId="{36CE19C6-6926-469F-82A9-20C0D160ADB1}" sibTransId="{CD9A9D3F-6C47-442E-825A-051DC16AD6BC}"/>
    <dgm:cxn modelId="{C85CBB98-A378-405F-8F85-0134DAB695D8}" type="presOf" srcId="{CD9A9D3F-6C47-442E-825A-051DC16AD6BC}" destId="{D96ABA22-544F-434F-B8DF-7AD54F34CFD5}" srcOrd="0" destOrd="0" presId="urn:microsoft.com/office/officeart/2005/8/layout/cycle1"/>
    <dgm:cxn modelId="{6DB65AA7-F030-4170-AE5E-DAB299E20185}" type="presOf" srcId="{5DBC0E1E-7024-40CF-B1CF-E4F1AA45F10A}" destId="{DBD61F55-A931-493B-9ABA-A6604C354E31}" srcOrd="0" destOrd="0" presId="urn:microsoft.com/office/officeart/2005/8/layout/cycle1"/>
    <dgm:cxn modelId="{105BA0C0-F4BC-44BA-82B3-D1357D55BD18}" srcId="{FD71E61C-BE2A-46ED-BAF0-1E327EFEEC32}" destId="{16B3D2FA-65BB-44F3-8A13-D3E045931243}" srcOrd="3" destOrd="0" parTransId="{215C8198-F43E-4B76-A43A-1C48E63BBC51}" sibTransId="{7157F3B9-0A0B-446E-A765-0BAC6CDEC498}"/>
    <dgm:cxn modelId="{0AEB03CE-610A-4116-84EF-E57B93DF1E0C}" type="presOf" srcId="{7157F3B9-0A0B-446E-A765-0BAC6CDEC498}" destId="{0BDD3333-1987-44C8-B56D-306412D81D8B}" srcOrd="0" destOrd="0" presId="urn:microsoft.com/office/officeart/2005/8/layout/cycle1"/>
    <dgm:cxn modelId="{B78C11FB-A2CF-480C-A48A-FDED749A82F2}" type="presOf" srcId="{FD71E61C-BE2A-46ED-BAF0-1E327EFEEC32}" destId="{B1629B71-502B-4052-B8E3-BF18889641F6}" srcOrd="0" destOrd="0" presId="urn:microsoft.com/office/officeart/2005/8/layout/cycle1"/>
    <dgm:cxn modelId="{4C0B4DCA-B8B4-4904-AE2D-6288D015C640}" type="presParOf" srcId="{B1629B71-502B-4052-B8E3-BF18889641F6}" destId="{70155B6D-A95F-459D-BFEC-6F5B14938B2B}" srcOrd="0" destOrd="0" presId="urn:microsoft.com/office/officeart/2005/8/layout/cycle1"/>
    <dgm:cxn modelId="{BAD97A0B-80B9-405B-BD32-C469EE72F849}" type="presParOf" srcId="{B1629B71-502B-4052-B8E3-BF18889641F6}" destId="{51DAF806-4BFF-466E-B3AA-D9CA7871ACF5}" srcOrd="1" destOrd="0" presId="urn:microsoft.com/office/officeart/2005/8/layout/cycle1"/>
    <dgm:cxn modelId="{B20270EC-E66E-4BDB-989C-49459FABFD41}" type="presParOf" srcId="{B1629B71-502B-4052-B8E3-BF18889641F6}" destId="{D96ABA22-544F-434F-B8DF-7AD54F34CFD5}" srcOrd="2" destOrd="0" presId="urn:microsoft.com/office/officeart/2005/8/layout/cycle1"/>
    <dgm:cxn modelId="{8DB69326-9C86-416F-9FAE-7A62C3D3FA45}" type="presParOf" srcId="{B1629B71-502B-4052-B8E3-BF18889641F6}" destId="{8CA6195A-CF73-4C7B-A608-E201B6B013A9}" srcOrd="3" destOrd="0" presId="urn:microsoft.com/office/officeart/2005/8/layout/cycle1"/>
    <dgm:cxn modelId="{D0110A70-113C-402E-BB5C-9BB52C82FAD1}" type="presParOf" srcId="{B1629B71-502B-4052-B8E3-BF18889641F6}" destId="{77147D69-7F93-4638-B723-3A4B1A55EE0B}" srcOrd="4" destOrd="0" presId="urn:microsoft.com/office/officeart/2005/8/layout/cycle1"/>
    <dgm:cxn modelId="{83646470-9374-4EE4-B591-4A3DE4AF2C36}" type="presParOf" srcId="{B1629B71-502B-4052-B8E3-BF18889641F6}" destId="{4B0F9B6A-7E37-4004-A79D-4300055A1365}" srcOrd="5" destOrd="0" presId="urn:microsoft.com/office/officeart/2005/8/layout/cycle1"/>
    <dgm:cxn modelId="{87BD7641-8E0C-4132-8E93-D6FAEF6D993F}" type="presParOf" srcId="{B1629B71-502B-4052-B8E3-BF18889641F6}" destId="{01890EF8-6AA7-4C2F-8DFB-BA1323B56434}" srcOrd="6" destOrd="0" presId="urn:microsoft.com/office/officeart/2005/8/layout/cycle1"/>
    <dgm:cxn modelId="{649E5C16-2F96-40E7-8EFE-8225162D0F91}" type="presParOf" srcId="{B1629B71-502B-4052-B8E3-BF18889641F6}" destId="{308446FD-DA5D-447C-9AB9-BC36B0F8ACA7}" srcOrd="7" destOrd="0" presId="urn:microsoft.com/office/officeart/2005/8/layout/cycle1"/>
    <dgm:cxn modelId="{919BA28E-5FF4-4E32-AE7B-6F9AFD393BAB}" type="presParOf" srcId="{B1629B71-502B-4052-B8E3-BF18889641F6}" destId="{DBD61F55-A931-493B-9ABA-A6604C354E31}" srcOrd="8" destOrd="0" presId="urn:microsoft.com/office/officeart/2005/8/layout/cycle1"/>
    <dgm:cxn modelId="{39C5FB53-F4B0-43F5-841C-11C649AADAF1}" type="presParOf" srcId="{B1629B71-502B-4052-B8E3-BF18889641F6}" destId="{DE8106F1-655B-41EB-9AF1-ED456F9855E6}" srcOrd="9" destOrd="0" presId="urn:microsoft.com/office/officeart/2005/8/layout/cycle1"/>
    <dgm:cxn modelId="{26CD7C0A-CA01-48D8-A51A-6E46224C05BA}" type="presParOf" srcId="{B1629B71-502B-4052-B8E3-BF18889641F6}" destId="{2073C8BE-8ECD-4829-B6BF-534E36037486}" srcOrd="10" destOrd="0" presId="urn:microsoft.com/office/officeart/2005/8/layout/cycle1"/>
    <dgm:cxn modelId="{FB3F2C11-63C2-46C4-B51A-D23FA66A8B16}" type="presParOf" srcId="{B1629B71-502B-4052-B8E3-BF18889641F6}" destId="{0BDD3333-1987-44C8-B56D-306412D81D8B}" srcOrd="11" destOrd="0" presId="urn:microsoft.com/office/officeart/2005/8/layout/cycle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DAF806-4BFF-466E-B3AA-D9CA7871ACF5}">
      <dsp:nvSpPr>
        <dsp:cNvPr id="0" name=""/>
        <dsp:cNvSpPr/>
      </dsp:nvSpPr>
      <dsp:spPr>
        <a:xfrm>
          <a:off x="3441276" y="76768"/>
          <a:ext cx="1215348" cy="1215348"/>
        </a:xfrm>
        <a:prstGeom prst="rect">
          <a:avLst/>
        </a:prstGeom>
        <a:blipFill rotWithShape="0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>
            <a:solidFill>
              <a:srgbClr val="FF0000"/>
            </a:solidFill>
            <a:latin typeface="Calibri" panose="020F0502020204030204"/>
            <a:ea typeface="+mn-ea"/>
            <a:cs typeface="+mn-cs"/>
          </a:endParaRPr>
        </a:p>
      </dsp:txBody>
      <dsp:txXfrm>
        <a:off x="3441276" y="76768"/>
        <a:ext cx="1215348" cy="1215348"/>
      </dsp:txXfrm>
    </dsp:sp>
    <dsp:sp modelId="{D96ABA22-544F-434F-B8DF-7AD54F34CFD5}">
      <dsp:nvSpPr>
        <dsp:cNvPr id="0" name=""/>
        <dsp:cNvSpPr/>
      </dsp:nvSpPr>
      <dsp:spPr>
        <a:xfrm>
          <a:off x="1300883" y="256"/>
          <a:ext cx="3432253" cy="3432253"/>
        </a:xfrm>
        <a:prstGeom prst="circularArrow">
          <a:avLst>
            <a:gd name="adj1" fmla="val 6901"/>
            <a:gd name="adj2" fmla="val 465293"/>
            <a:gd name="adj3" fmla="val 549663"/>
            <a:gd name="adj4" fmla="val 20585044"/>
            <a:gd name="adj5" fmla="val 8052"/>
          </a:avLst>
        </a:prstGeom>
        <a:solidFill>
          <a:srgbClr val="2F3286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147D69-7F93-4638-B723-3A4B1A55EE0B}">
      <dsp:nvSpPr>
        <dsp:cNvPr id="0" name=""/>
        <dsp:cNvSpPr/>
      </dsp:nvSpPr>
      <dsp:spPr>
        <a:xfrm>
          <a:off x="3441276" y="2140649"/>
          <a:ext cx="1215348" cy="1215348"/>
        </a:xfrm>
        <a:prstGeom prst="rect">
          <a:avLst/>
        </a:prstGeom>
        <a:blipFill rotWithShape="0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>
            <a:solidFill>
              <a:srgbClr val="FF0000"/>
            </a:solidFill>
            <a:latin typeface="Calibri" panose="020F0502020204030204"/>
            <a:ea typeface="+mn-ea"/>
            <a:cs typeface="+mn-cs"/>
          </a:endParaRPr>
        </a:p>
      </dsp:txBody>
      <dsp:txXfrm>
        <a:off x="3441276" y="2140649"/>
        <a:ext cx="1215348" cy="1215348"/>
      </dsp:txXfrm>
    </dsp:sp>
    <dsp:sp modelId="{4B0F9B6A-7E37-4004-A79D-4300055A1365}">
      <dsp:nvSpPr>
        <dsp:cNvPr id="0" name=""/>
        <dsp:cNvSpPr/>
      </dsp:nvSpPr>
      <dsp:spPr>
        <a:xfrm>
          <a:off x="1300883" y="256"/>
          <a:ext cx="3432253" cy="3432253"/>
        </a:xfrm>
        <a:prstGeom prst="circularArrow">
          <a:avLst>
            <a:gd name="adj1" fmla="val 6901"/>
            <a:gd name="adj2" fmla="val 465293"/>
            <a:gd name="adj3" fmla="val 5949663"/>
            <a:gd name="adj4" fmla="val 4385044"/>
            <a:gd name="adj5" fmla="val 8052"/>
          </a:avLst>
        </a:prstGeom>
        <a:solidFill>
          <a:srgbClr val="2F3286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8446FD-DA5D-447C-9AB9-BC36B0F8ACA7}">
      <dsp:nvSpPr>
        <dsp:cNvPr id="0" name=""/>
        <dsp:cNvSpPr/>
      </dsp:nvSpPr>
      <dsp:spPr>
        <a:xfrm>
          <a:off x="1377395" y="2140649"/>
          <a:ext cx="1215348" cy="1215348"/>
        </a:xfrm>
        <a:prstGeom prst="rect">
          <a:avLst/>
        </a:prstGeom>
        <a:blipFill rotWithShape="0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>
            <a:solidFill>
              <a:srgbClr val="FF0000"/>
            </a:solidFill>
            <a:latin typeface="Calibri" panose="020F0502020204030204"/>
            <a:ea typeface="+mn-ea"/>
            <a:cs typeface="+mn-cs"/>
          </a:endParaRPr>
        </a:p>
      </dsp:txBody>
      <dsp:txXfrm>
        <a:off x="1377395" y="2140649"/>
        <a:ext cx="1215348" cy="1215348"/>
      </dsp:txXfrm>
    </dsp:sp>
    <dsp:sp modelId="{DBD61F55-A931-493B-9ABA-A6604C354E31}">
      <dsp:nvSpPr>
        <dsp:cNvPr id="0" name=""/>
        <dsp:cNvSpPr/>
      </dsp:nvSpPr>
      <dsp:spPr>
        <a:xfrm>
          <a:off x="1300883" y="256"/>
          <a:ext cx="3432253" cy="3432253"/>
        </a:xfrm>
        <a:prstGeom prst="circularArrow">
          <a:avLst>
            <a:gd name="adj1" fmla="val 6901"/>
            <a:gd name="adj2" fmla="val 465293"/>
            <a:gd name="adj3" fmla="val 11349663"/>
            <a:gd name="adj4" fmla="val 9785044"/>
            <a:gd name="adj5" fmla="val 8052"/>
          </a:avLst>
        </a:prstGeom>
        <a:solidFill>
          <a:srgbClr val="2F3286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73C8BE-8ECD-4829-B6BF-534E36037486}">
      <dsp:nvSpPr>
        <dsp:cNvPr id="0" name=""/>
        <dsp:cNvSpPr/>
      </dsp:nvSpPr>
      <dsp:spPr>
        <a:xfrm>
          <a:off x="1377395" y="76768"/>
          <a:ext cx="1215348" cy="1215348"/>
        </a:xfrm>
        <a:prstGeom prst="rect">
          <a:avLst/>
        </a:prstGeom>
        <a:blipFill rotWithShape="0"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>
              <a:solidFill>
                <a:srgbClr val="1F3864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 </a:t>
          </a:r>
        </a:p>
      </dsp:txBody>
      <dsp:txXfrm>
        <a:off x="1377395" y="76768"/>
        <a:ext cx="1215348" cy="1215348"/>
      </dsp:txXfrm>
    </dsp:sp>
    <dsp:sp modelId="{0BDD3333-1987-44C8-B56D-306412D81D8B}">
      <dsp:nvSpPr>
        <dsp:cNvPr id="0" name=""/>
        <dsp:cNvSpPr/>
      </dsp:nvSpPr>
      <dsp:spPr>
        <a:xfrm>
          <a:off x="1300883" y="256"/>
          <a:ext cx="3432253" cy="3432253"/>
        </a:xfrm>
        <a:prstGeom prst="circularArrow">
          <a:avLst>
            <a:gd name="adj1" fmla="val 6901"/>
            <a:gd name="adj2" fmla="val 465293"/>
            <a:gd name="adj3" fmla="val 16749663"/>
            <a:gd name="adj4" fmla="val 15185044"/>
            <a:gd name="adj5" fmla="val 8052"/>
          </a:avLst>
        </a:prstGeom>
        <a:solidFill>
          <a:srgbClr val="2F3286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81A5B-03C2-46E5-952B-32C50EAE610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9BBE95-6006-4AA9-B6D4-5F91D973D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710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BBE95-6006-4AA9-B6D4-5F91D973DE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19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6C75E-8BFD-7408-8832-58BA196F7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B8CF0-0224-4695-A1A8-F65EBAFAF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EDDC5-4ED5-D44D-4975-E14BBC611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745BD-5A89-F352-9695-31C4F1BE5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BBE95-6006-4AA9-B6D4-5F91D973DE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546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51C60-B977-EAE4-39FB-DD605DF6D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88F6A-BF70-5FBE-3DA4-E13C33973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64656-271A-03A1-783B-3D1EBB20B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FCC3E-3323-033C-1530-EB1C7BC6F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BBE95-6006-4AA9-B6D4-5F91D973DE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627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BBE95-6006-4AA9-B6D4-5F91D973DE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1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200C93-2AB5-47CD-9F04-CF5855D41F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8028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161CE8-798B-4B64-A5FA-33B2FC1E07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3"/>
            <a:ext cx="12192000" cy="4395828"/>
          </a:xfrm>
          <a:prstGeom prst="rect">
            <a:avLst/>
          </a:prstGeom>
          <a:solidFill>
            <a:srgbClr val="002F54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975" b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1B1206-5F24-EC01-4AAB-587281058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02128"/>
            <a:ext cx="12192000" cy="1762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975" b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A1A14-0EBA-FCFC-E83D-99377A86B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381" y="939355"/>
            <a:ext cx="11033235" cy="1366621"/>
          </a:xfrm>
          <a:noFill/>
        </p:spPr>
        <p:txBody>
          <a:bodyPr anchor="b">
            <a:normAutofit/>
          </a:bodyPr>
          <a:lstStyle>
            <a:lvl1pPr algn="ctr">
              <a:defRPr lang="en-US" sz="3600" b="1" kern="1200" dirty="0">
                <a:ln w="0"/>
                <a:solidFill>
                  <a:schemeClr val="bg1"/>
                </a:solidFill>
                <a:latin typeface="Univers Condensed Light"/>
                <a:ea typeface="Microsoft YaHei Ligh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A04AF-C53D-050D-CF7B-78FDDFE3C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381" y="2726835"/>
            <a:ext cx="11033234" cy="1241849"/>
          </a:xfrm>
        </p:spPr>
        <p:txBody>
          <a:bodyPr>
            <a:normAutofit/>
          </a:bodyPr>
          <a:lstStyle>
            <a:lvl1pPr marL="0" indent="0" algn="ctr">
              <a:buNone/>
              <a:defRPr lang="en-US" sz="3600" kern="1200" cap="none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Univers Condensed Light"/>
                <a:ea typeface="Microsoft YaHei Light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456E60-D175-72CC-A4A0-B762C1FB2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342" y="4999010"/>
            <a:ext cx="4871311" cy="950404"/>
          </a:xfrm>
          <a:prstGeom prst="rect">
            <a:avLst/>
          </a:prstGeom>
        </p:spPr>
      </p:pic>
      <p:sp>
        <p:nvSpPr>
          <p:cNvPr id="14" name="직사각형 25">
            <a:extLst>
              <a:ext uri="{FF2B5EF4-FFF2-40B4-BE49-F238E27FC236}">
                <a16:creationId xmlns:a16="http://schemas.microsoft.com/office/drawing/2014/main" id="{117BE693-D075-98E6-68BF-B402286D5389}"/>
              </a:ext>
            </a:extLst>
          </p:cNvPr>
          <p:cNvSpPr/>
          <p:nvPr/>
        </p:nvSpPr>
        <p:spPr>
          <a:xfrm>
            <a:off x="0" y="6470085"/>
            <a:ext cx="12192000" cy="387916"/>
          </a:xfrm>
          <a:prstGeom prst="rect">
            <a:avLst/>
          </a:prstGeom>
          <a:gradFill flip="none" rotWithShape="1">
            <a:gsLst>
              <a:gs pos="60890">
                <a:srgbClr val="0885B9"/>
              </a:gs>
              <a:gs pos="32800">
                <a:srgbClr val="0D6691"/>
              </a:gs>
              <a:gs pos="0">
                <a:schemeClr val="accent1">
                  <a:lumMod val="50000"/>
                </a:schemeClr>
              </a:gs>
              <a:gs pos="100000">
                <a:srgbClr val="00B0F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Picture 14" descr="A blue globe with a black background&#10;&#10;Description automatically generated">
            <a:extLst>
              <a:ext uri="{FF2B5EF4-FFF2-40B4-BE49-F238E27FC236}">
                <a16:creationId xmlns:a16="http://schemas.microsoft.com/office/drawing/2014/main" id="{5196ED49-FBC1-20FF-E430-D148306E695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21" t="31020" r="-1" b="10396"/>
          <a:stretch/>
        </p:blipFill>
        <p:spPr>
          <a:xfrm>
            <a:off x="0" y="6470084"/>
            <a:ext cx="410413" cy="3879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781B28-0B76-D96E-6E30-C0C2A8EF3C2C}"/>
              </a:ext>
            </a:extLst>
          </p:cNvPr>
          <p:cNvSpPr txBox="1"/>
          <p:nvPr userDrawn="1"/>
        </p:nvSpPr>
        <p:spPr>
          <a:xfrm>
            <a:off x="838200" y="6537430"/>
            <a:ext cx="1051560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sz="1100" b="0" i="0" spc="3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WORLD BANK I Climate Resilient Transport Guidance Note I </a:t>
            </a:r>
            <a:r>
              <a:rPr lang="fr-FR" sz="1100" b="0" i="0" spc="300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September</a:t>
            </a:r>
            <a:r>
              <a:rPr lang="fr-FR" sz="1100" b="0" i="0" spc="3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2025 I </a:t>
            </a:r>
            <a:fld id="{E92212EB-3986-448F-B2E6-500660B29F9B}" type="slidenum">
              <a:rPr lang="fr-FR" sz="1100" b="0" i="0" spc="300" noProof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fr-FR" sz="1100" b="1" i="1" spc="200" baseline="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832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5">
            <a:extLst>
              <a:ext uri="{FF2B5EF4-FFF2-40B4-BE49-F238E27FC236}">
                <a16:creationId xmlns:a16="http://schemas.microsoft.com/office/drawing/2014/main" id="{8E732431-F4A1-00B1-9CFB-15C628DA1EC7}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gradFill flip="none" rotWithShape="1">
            <a:gsLst>
              <a:gs pos="60890">
                <a:srgbClr val="0885B9"/>
              </a:gs>
              <a:gs pos="32800">
                <a:srgbClr val="0D6691"/>
              </a:gs>
              <a:gs pos="0">
                <a:schemeClr val="accent1">
                  <a:lumMod val="50000"/>
                </a:schemeClr>
              </a:gs>
              <a:gs pos="100000">
                <a:srgbClr val="00B0F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D9995-2D9C-B3E9-1DDE-A5907244C1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379" y="2225433"/>
            <a:ext cx="11033233" cy="8365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C553F04-3914-0DE2-AF6F-4E8DA7463F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9386" y="3185514"/>
            <a:ext cx="11033234" cy="1710951"/>
          </a:xfrm>
        </p:spPr>
        <p:txBody>
          <a:bodyPr>
            <a:normAutofit/>
          </a:bodyPr>
          <a:lstStyle>
            <a:lvl1pPr marL="0" indent="0" algn="l">
              <a:buNone/>
              <a:defRPr lang="en-US" sz="3600" kern="1200" cap="none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Univers Condensed Light"/>
                <a:ea typeface="Microsoft YaHei Light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section subtitle style</a:t>
            </a:r>
          </a:p>
        </p:txBody>
      </p: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E4B80D83-15D6-B257-BCCF-0058D7160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79" y="1363668"/>
            <a:ext cx="3237612" cy="6573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2E607A-F6A9-FC8C-0205-BFD46FA3B9C0}"/>
              </a:ext>
            </a:extLst>
          </p:cNvPr>
          <p:cNvSpPr txBox="1"/>
          <p:nvPr userDrawn="1"/>
        </p:nvSpPr>
        <p:spPr>
          <a:xfrm>
            <a:off x="838200" y="6537430"/>
            <a:ext cx="1051560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sz="1100" b="0" i="0" spc="3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WORLD BANK I Climate Resilient Transport Guidance Note I </a:t>
            </a:r>
            <a:r>
              <a:rPr lang="fr-FR" sz="1100" b="0" i="0" spc="300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September</a:t>
            </a:r>
            <a:r>
              <a:rPr lang="fr-FR" sz="1100" b="0" i="0" spc="3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2025 I </a:t>
            </a:r>
            <a:fld id="{E92212EB-3986-448F-B2E6-500660B29F9B}" type="slidenum">
              <a:rPr lang="fr-FR" sz="1100" b="0" i="0" spc="300" noProof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fr-FR" sz="1100" b="1" i="1" spc="200" baseline="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F3807-43A7-E0A9-66CB-38EEB4093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720" y="743423"/>
            <a:ext cx="11430000" cy="5352855"/>
          </a:xfrm>
        </p:spPr>
        <p:txBody>
          <a:bodyPr/>
          <a:lstStyle>
            <a:lvl1pPr marL="228600" indent="-228600">
              <a:defRPr lang="en-US" sz="2800" kern="1200" dirty="0" smtClean="0">
                <a:solidFill>
                  <a:srgbClr val="002F54"/>
                </a:solidFill>
                <a:latin typeface="Univers Condensed" panose="020B0506020202050204" pitchFamily="34" charset="0"/>
                <a:ea typeface="+mn-ea"/>
                <a:cs typeface="+mn-cs"/>
              </a:defRPr>
            </a:lvl1pPr>
            <a:lvl2pPr marL="685800" indent="-228600">
              <a:defRPr lang="en-US" sz="2400" kern="1200" dirty="0" smtClean="0">
                <a:solidFill>
                  <a:srgbClr val="002F54"/>
                </a:solidFill>
                <a:latin typeface="Univers Condensed" panose="020B0506020202050204" pitchFamily="34" charset="0"/>
                <a:ea typeface="+mn-ea"/>
                <a:cs typeface="+mn-cs"/>
              </a:defRPr>
            </a:lvl2pPr>
            <a:lvl3pPr marL="1143000" indent="-228600">
              <a:defRPr lang="en-US" sz="2000" kern="1200" dirty="0" smtClean="0">
                <a:solidFill>
                  <a:srgbClr val="002F54"/>
                </a:solidFill>
                <a:latin typeface="Univers Condensed" panose="020B0506020202050204" pitchFamily="34" charset="0"/>
                <a:ea typeface="+mn-ea"/>
                <a:cs typeface="+mn-cs"/>
              </a:defRPr>
            </a:lvl3pPr>
            <a:lvl4pPr marL="1600200" indent="-228600">
              <a:defRPr lang="en-US" sz="1800" kern="1200" dirty="0" smtClean="0">
                <a:solidFill>
                  <a:srgbClr val="002F54"/>
                </a:solidFill>
                <a:latin typeface="Univers Condensed" panose="020B0506020202050204" pitchFamily="34" charset="0"/>
                <a:ea typeface="+mn-ea"/>
                <a:cs typeface="+mn-cs"/>
              </a:defRPr>
            </a:lvl4pPr>
            <a:lvl5pPr marL="2057400" indent="-228600">
              <a:defRPr lang="en-US" sz="1800" kern="1200" dirty="0">
                <a:solidFill>
                  <a:srgbClr val="002F54"/>
                </a:solidFill>
                <a:latin typeface="Univers Condensed" panose="020B0506020202050204" pitchFamily="34" charset="0"/>
                <a:ea typeface="+mn-ea"/>
                <a:cs typeface="+mn-cs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Click to edit Master text styles</a:t>
            </a:r>
          </a:p>
          <a:p>
            <a:pPr marL="228600" lvl="1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228600" lvl="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228600" lvl="4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DAA297-ECB2-18C1-4FA3-82F88CEF3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720" y="75503"/>
            <a:ext cx="11430000" cy="569219"/>
          </a:xfrm>
        </p:spPr>
        <p:txBody>
          <a:bodyPr anchor="b"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small" spc="300" baseline="0" dirty="0">
                <a:solidFill>
                  <a:srgbClr val="002F5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530855-CB0C-0019-6128-B63A00F44769}"/>
              </a:ext>
            </a:extLst>
          </p:cNvPr>
          <p:cNvCxnSpPr/>
          <p:nvPr/>
        </p:nvCxnSpPr>
        <p:spPr>
          <a:xfrm flipV="1">
            <a:off x="381000" y="644722"/>
            <a:ext cx="11430000" cy="0"/>
          </a:xfrm>
          <a:prstGeom prst="line">
            <a:avLst/>
          </a:prstGeom>
          <a:ln>
            <a:solidFill>
              <a:srgbClr val="002F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25">
            <a:extLst>
              <a:ext uri="{FF2B5EF4-FFF2-40B4-BE49-F238E27FC236}">
                <a16:creationId xmlns:a16="http://schemas.microsoft.com/office/drawing/2014/main" id="{1EE0EFE7-50D5-F95F-6B60-53EA6D936701}"/>
              </a:ext>
            </a:extLst>
          </p:cNvPr>
          <p:cNvSpPr/>
          <p:nvPr/>
        </p:nvSpPr>
        <p:spPr>
          <a:xfrm>
            <a:off x="0" y="6470085"/>
            <a:ext cx="12192000" cy="387916"/>
          </a:xfrm>
          <a:prstGeom prst="rect">
            <a:avLst/>
          </a:prstGeom>
          <a:gradFill flip="none" rotWithShape="1">
            <a:gsLst>
              <a:gs pos="60890">
                <a:srgbClr val="0885B9"/>
              </a:gs>
              <a:gs pos="32800">
                <a:srgbClr val="0D6691"/>
              </a:gs>
              <a:gs pos="0">
                <a:schemeClr val="accent1">
                  <a:lumMod val="50000"/>
                </a:schemeClr>
              </a:gs>
              <a:gs pos="100000">
                <a:srgbClr val="00B0F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Picture 14" descr="A blue globe with a black background&#10;&#10;Description automatically generated">
            <a:extLst>
              <a:ext uri="{FF2B5EF4-FFF2-40B4-BE49-F238E27FC236}">
                <a16:creationId xmlns:a16="http://schemas.microsoft.com/office/drawing/2014/main" id="{6191A613-6EBC-5C29-6C5C-C83F54620F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21" t="31020" r="-1" b="10396"/>
          <a:stretch/>
        </p:blipFill>
        <p:spPr>
          <a:xfrm>
            <a:off x="0" y="6470084"/>
            <a:ext cx="410413" cy="387913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67EC92-9A4D-CB74-8D5A-27A7FB252F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1" y="6137302"/>
            <a:ext cx="5710720" cy="291758"/>
          </a:xfrm>
        </p:spPr>
        <p:txBody>
          <a:bodyPr>
            <a:noAutofit/>
          </a:bodyPr>
          <a:lstStyle>
            <a:lvl1pPr marL="0" indent="0" algn="r">
              <a:buNone/>
              <a:defRPr lang="en-US" sz="1400" kern="1200" dirty="0" smtClean="0">
                <a:solidFill>
                  <a:srgbClr val="002F54"/>
                </a:solidFill>
                <a:latin typeface="Univers Condensed" panose="020B0506020202050204" pitchFamily="34" charset="0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source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DAD73C-B7E1-784B-10B0-B09D206A6C95}"/>
              </a:ext>
            </a:extLst>
          </p:cNvPr>
          <p:cNvSpPr txBox="1"/>
          <p:nvPr userDrawn="1"/>
        </p:nvSpPr>
        <p:spPr>
          <a:xfrm>
            <a:off x="838200" y="6537430"/>
            <a:ext cx="1051560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sz="1100" b="0" i="0" spc="3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WORLD BANK I Climate Resilient Transport Guidance Note I </a:t>
            </a:r>
            <a:r>
              <a:rPr lang="fr-FR" sz="1100" b="0" i="0" spc="300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September</a:t>
            </a:r>
            <a:r>
              <a:rPr lang="fr-FR" sz="1100" b="0" i="0" spc="3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2025 I </a:t>
            </a:r>
            <a:fld id="{E92212EB-3986-448F-B2E6-500660B29F9B}" type="slidenum">
              <a:rPr lang="fr-FR" sz="1100" b="0" i="0" spc="300" noProof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fr-FR" sz="1100" b="1" i="1" spc="200" baseline="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148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(without sourc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F3807-43A7-E0A9-66CB-38EEB4093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720" y="743423"/>
            <a:ext cx="11430000" cy="5644611"/>
          </a:xfrm>
        </p:spPr>
        <p:txBody>
          <a:bodyPr/>
          <a:lstStyle>
            <a:lvl1pPr marL="228600" indent="-228600">
              <a:defRPr lang="en-US" sz="2800" kern="1200" dirty="0" smtClean="0">
                <a:solidFill>
                  <a:srgbClr val="002F54"/>
                </a:solidFill>
                <a:latin typeface="Univers Condensed" panose="020B0506020202050204" pitchFamily="34" charset="0"/>
                <a:ea typeface="+mn-ea"/>
                <a:cs typeface="+mn-cs"/>
              </a:defRPr>
            </a:lvl1pPr>
            <a:lvl2pPr marL="685800" indent="-228600">
              <a:defRPr lang="en-US" sz="2400" kern="1200" dirty="0" smtClean="0">
                <a:solidFill>
                  <a:srgbClr val="002F54"/>
                </a:solidFill>
                <a:latin typeface="Univers Condensed" panose="020B0506020202050204" pitchFamily="34" charset="0"/>
                <a:ea typeface="+mn-ea"/>
                <a:cs typeface="+mn-cs"/>
              </a:defRPr>
            </a:lvl2pPr>
            <a:lvl3pPr marL="1143000" indent="-228600">
              <a:defRPr lang="en-US" sz="2000" kern="1200" dirty="0" smtClean="0">
                <a:solidFill>
                  <a:srgbClr val="002F54"/>
                </a:solidFill>
                <a:latin typeface="Univers Condensed" panose="020B0506020202050204" pitchFamily="34" charset="0"/>
                <a:ea typeface="+mn-ea"/>
                <a:cs typeface="+mn-cs"/>
              </a:defRPr>
            </a:lvl3pPr>
            <a:lvl4pPr marL="1600200" indent="-228600">
              <a:defRPr lang="en-US" sz="1800" kern="1200" dirty="0" smtClean="0">
                <a:solidFill>
                  <a:srgbClr val="002F54"/>
                </a:solidFill>
                <a:latin typeface="Univers Condensed" panose="020B0506020202050204" pitchFamily="34" charset="0"/>
                <a:ea typeface="+mn-ea"/>
                <a:cs typeface="+mn-cs"/>
              </a:defRPr>
            </a:lvl4pPr>
            <a:lvl5pPr marL="2057400" indent="-228600">
              <a:defRPr lang="en-US" sz="1800" kern="1200" dirty="0">
                <a:solidFill>
                  <a:srgbClr val="002F54"/>
                </a:solidFill>
                <a:latin typeface="Univers Condensed" panose="020B0506020202050204" pitchFamily="34" charset="0"/>
                <a:ea typeface="+mn-ea"/>
                <a:cs typeface="+mn-cs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228600" lvl="1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228600" lvl="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228600" lvl="4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DAA297-ECB2-18C1-4FA3-82F88CEF3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720" y="75503"/>
            <a:ext cx="11430000" cy="569219"/>
          </a:xfrm>
        </p:spPr>
        <p:txBody>
          <a:bodyPr anchor="b"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small" spc="300" baseline="0" dirty="0">
                <a:solidFill>
                  <a:srgbClr val="002F5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530855-CB0C-0019-6128-B63A00F44769}"/>
              </a:ext>
            </a:extLst>
          </p:cNvPr>
          <p:cNvCxnSpPr/>
          <p:nvPr/>
        </p:nvCxnSpPr>
        <p:spPr>
          <a:xfrm flipV="1">
            <a:off x="381000" y="644722"/>
            <a:ext cx="11430000" cy="0"/>
          </a:xfrm>
          <a:prstGeom prst="line">
            <a:avLst/>
          </a:prstGeom>
          <a:ln>
            <a:solidFill>
              <a:srgbClr val="002F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25">
            <a:extLst>
              <a:ext uri="{FF2B5EF4-FFF2-40B4-BE49-F238E27FC236}">
                <a16:creationId xmlns:a16="http://schemas.microsoft.com/office/drawing/2014/main" id="{1EE0EFE7-50D5-F95F-6B60-53EA6D936701}"/>
              </a:ext>
            </a:extLst>
          </p:cNvPr>
          <p:cNvSpPr/>
          <p:nvPr/>
        </p:nvSpPr>
        <p:spPr>
          <a:xfrm>
            <a:off x="0" y="6470085"/>
            <a:ext cx="12192000" cy="387916"/>
          </a:xfrm>
          <a:prstGeom prst="rect">
            <a:avLst/>
          </a:prstGeom>
          <a:gradFill flip="none" rotWithShape="1">
            <a:gsLst>
              <a:gs pos="60890">
                <a:srgbClr val="0885B9"/>
              </a:gs>
              <a:gs pos="32800">
                <a:srgbClr val="0D6691"/>
              </a:gs>
              <a:gs pos="0">
                <a:schemeClr val="accent1">
                  <a:lumMod val="50000"/>
                </a:schemeClr>
              </a:gs>
              <a:gs pos="100000">
                <a:srgbClr val="00B0F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Picture 14" descr="A blue globe with a black background&#10;&#10;Description automatically generated">
            <a:extLst>
              <a:ext uri="{FF2B5EF4-FFF2-40B4-BE49-F238E27FC236}">
                <a16:creationId xmlns:a16="http://schemas.microsoft.com/office/drawing/2014/main" id="{6191A613-6EBC-5C29-6C5C-C83F54620F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21" t="31020" r="-1" b="10396"/>
          <a:stretch/>
        </p:blipFill>
        <p:spPr>
          <a:xfrm>
            <a:off x="0" y="6470084"/>
            <a:ext cx="410413" cy="3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FA88A3-F295-9376-9384-6C9BCC1A0DDD}"/>
              </a:ext>
            </a:extLst>
          </p:cNvPr>
          <p:cNvSpPr txBox="1"/>
          <p:nvPr userDrawn="1"/>
        </p:nvSpPr>
        <p:spPr>
          <a:xfrm>
            <a:off x="838200" y="6537430"/>
            <a:ext cx="1051560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sz="1100" b="0" i="0" spc="3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WORLD BANK I Climate Resilient Transport Guidance Note I </a:t>
            </a:r>
            <a:r>
              <a:rPr lang="fr-FR" sz="1100" b="0" i="0" spc="300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September</a:t>
            </a:r>
            <a:r>
              <a:rPr lang="fr-FR" sz="1100" b="0" i="0" spc="3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2025 I </a:t>
            </a:r>
            <a:fld id="{E92212EB-3986-448F-B2E6-500660B29F9B}" type="slidenum">
              <a:rPr lang="fr-FR" sz="1100" b="0" i="0" spc="300" noProof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fr-FR" sz="1100" b="1" i="1" spc="200" baseline="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124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25">
            <a:extLst>
              <a:ext uri="{FF2B5EF4-FFF2-40B4-BE49-F238E27FC236}">
                <a16:creationId xmlns:a16="http://schemas.microsoft.com/office/drawing/2014/main" id="{9B165511-D271-9374-C1DB-02B2C968E6C8}"/>
              </a:ext>
            </a:extLst>
          </p:cNvPr>
          <p:cNvSpPr/>
          <p:nvPr/>
        </p:nvSpPr>
        <p:spPr>
          <a:xfrm>
            <a:off x="0" y="6470085"/>
            <a:ext cx="12192000" cy="387916"/>
          </a:xfrm>
          <a:prstGeom prst="rect">
            <a:avLst/>
          </a:prstGeom>
          <a:gradFill flip="none" rotWithShape="1">
            <a:gsLst>
              <a:gs pos="60890">
                <a:srgbClr val="0885B9"/>
              </a:gs>
              <a:gs pos="32800">
                <a:srgbClr val="0D6691"/>
              </a:gs>
              <a:gs pos="0">
                <a:schemeClr val="accent1">
                  <a:lumMod val="50000"/>
                </a:schemeClr>
              </a:gs>
              <a:gs pos="100000">
                <a:srgbClr val="00B0F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Picture 15" descr="A blue globe with a black background&#10;&#10;Description automatically generated">
            <a:extLst>
              <a:ext uri="{FF2B5EF4-FFF2-40B4-BE49-F238E27FC236}">
                <a16:creationId xmlns:a16="http://schemas.microsoft.com/office/drawing/2014/main" id="{838C6651-CDE2-C7D3-4119-7D37885AB7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21" t="31020" r="-1" b="10396"/>
          <a:stretch/>
        </p:blipFill>
        <p:spPr>
          <a:xfrm>
            <a:off x="0" y="6470084"/>
            <a:ext cx="410413" cy="387913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A5133F4-462F-9DA1-CAB5-DFD6A16A9F8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63439" y="735149"/>
            <a:ext cx="5638800" cy="533698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rgbClr val="002F54"/>
                </a:solidFill>
                <a:latin typeface="Univers Condensed" panose="020B0506020202050204" pitchFamily="34" charset="0"/>
              </a:defRPr>
            </a:lvl1pPr>
            <a:lvl2pPr>
              <a:defRPr lang="en-US">
                <a:solidFill>
                  <a:srgbClr val="002F54"/>
                </a:solidFill>
                <a:latin typeface="Univers Condensed" panose="020B0506020202050204" pitchFamily="34" charset="0"/>
              </a:defRPr>
            </a:lvl2pPr>
            <a:lvl3pPr>
              <a:defRPr lang="en-US">
                <a:solidFill>
                  <a:srgbClr val="002F54"/>
                </a:solidFill>
                <a:latin typeface="Univers Condensed" panose="020B0506020202050204" pitchFamily="34" charset="0"/>
              </a:defRPr>
            </a:lvl3pPr>
            <a:lvl4pPr>
              <a:defRPr lang="en-US">
                <a:solidFill>
                  <a:srgbClr val="002F54"/>
                </a:solidFill>
                <a:latin typeface="Univers Condensed" panose="020B0506020202050204" pitchFamily="34" charset="0"/>
              </a:defRPr>
            </a:lvl4pPr>
            <a:lvl5pPr>
              <a:defRPr lang="en-US">
                <a:solidFill>
                  <a:srgbClr val="002F54"/>
                </a:solidFill>
                <a:latin typeface="Univers Condensed" panose="020B0506020202050204" pitchFamily="34" charset="0"/>
              </a:defRPr>
            </a:lvl5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</a:pPr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55926E6-D73D-46FB-7349-6A257AE18A2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89762" y="732219"/>
            <a:ext cx="5638800" cy="533698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rgbClr val="002F54"/>
                </a:solidFill>
                <a:latin typeface="Univers Condensed" panose="020B0506020202050204" pitchFamily="34" charset="0"/>
              </a:defRPr>
            </a:lvl1pPr>
            <a:lvl2pPr>
              <a:defRPr lang="en-US">
                <a:solidFill>
                  <a:srgbClr val="002F54"/>
                </a:solidFill>
                <a:latin typeface="Univers Condensed" panose="020B0506020202050204" pitchFamily="34" charset="0"/>
              </a:defRPr>
            </a:lvl2pPr>
            <a:lvl3pPr>
              <a:defRPr lang="en-US">
                <a:solidFill>
                  <a:srgbClr val="002F54"/>
                </a:solidFill>
                <a:latin typeface="Univers Condensed" panose="020B0506020202050204" pitchFamily="34" charset="0"/>
              </a:defRPr>
            </a:lvl3pPr>
            <a:lvl4pPr>
              <a:defRPr lang="en-US">
                <a:solidFill>
                  <a:srgbClr val="002F54"/>
                </a:solidFill>
                <a:latin typeface="Univers Condensed" panose="020B0506020202050204" pitchFamily="34" charset="0"/>
              </a:defRPr>
            </a:lvl4pPr>
            <a:lvl5pPr>
              <a:defRPr lang="en-US">
                <a:solidFill>
                  <a:srgbClr val="002F54"/>
                </a:solidFill>
                <a:latin typeface="Univers Condensed" panose="020B0506020202050204" pitchFamily="34" charset="0"/>
              </a:defRPr>
            </a:lvl5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</a:pPr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175956-328D-6AE7-6B36-834343865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9739"/>
            <a:ext cx="11430000" cy="554983"/>
          </a:xfrm>
        </p:spPr>
        <p:txBody>
          <a:bodyPr anchor="b">
            <a:normAutofit/>
          </a:bodyPr>
          <a:lstStyle>
            <a:lvl1pPr>
              <a:defRPr lang="en-US" sz="2800" kern="1200" cap="small" spc="300" baseline="0" dirty="0">
                <a:solidFill>
                  <a:srgbClr val="002F5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2DE82FA-4522-85E0-0446-884537278938}"/>
              </a:ext>
            </a:extLst>
          </p:cNvPr>
          <p:cNvCxnSpPr/>
          <p:nvPr/>
        </p:nvCxnSpPr>
        <p:spPr>
          <a:xfrm flipV="1">
            <a:off x="381000" y="644722"/>
            <a:ext cx="11430000" cy="0"/>
          </a:xfrm>
          <a:prstGeom prst="line">
            <a:avLst/>
          </a:prstGeom>
          <a:ln>
            <a:solidFill>
              <a:srgbClr val="002F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9F3580C-9BFA-D795-D154-B0A28EA20E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6137302"/>
            <a:ext cx="5710720" cy="291758"/>
          </a:xfrm>
        </p:spPr>
        <p:txBody>
          <a:bodyPr>
            <a:noAutofit/>
          </a:bodyPr>
          <a:lstStyle>
            <a:lvl1pPr marL="0" indent="0" algn="r">
              <a:buNone/>
              <a:defRPr lang="en-US" sz="1400" kern="1200" dirty="0" smtClean="0">
                <a:solidFill>
                  <a:srgbClr val="002F54"/>
                </a:solidFill>
                <a:latin typeface="Univers Condensed" panose="020B0506020202050204" pitchFamily="34" charset="0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source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7E2116-28BA-2D35-D494-BA39F9DA1A11}"/>
              </a:ext>
            </a:extLst>
          </p:cNvPr>
          <p:cNvSpPr txBox="1"/>
          <p:nvPr userDrawn="1"/>
        </p:nvSpPr>
        <p:spPr>
          <a:xfrm>
            <a:off x="838200" y="6537430"/>
            <a:ext cx="1051560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sz="1100" b="0" i="0" spc="3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WORLD BANK I Climate Resilient Transport Guidance Note I </a:t>
            </a:r>
            <a:r>
              <a:rPr lang="fr-FR" sz="1100" b="0" i="0" spc="300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September</a:t>
            </a:r>
            <a:r>
              <a:rPr lang="fr-FR" sz="1100" b="0" i="0" spc="3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2025 I </a:t>
            </a:r>
            <a:fld id="{E92212EB-3986-448F-B2E6-500660B29F9B}" type="slidenum">
              <a:rPr lang="fr-FR" sz="1100" b="0" i="0" spc="300" noProof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fr-FR" sz="1100" b="1" i="1" spc="200" baseline="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599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25">
            <a:extLst>
              <a:ext uri="{FF2B5EF4-FFF2-40B4-BE49-F238E27FC236}">
                <a16:creationId xmlns:a16="http://schemas.microsoft.com/office/drawing/2014/main" id="{0FA25468-D24A-4932-E736-46329EE21951}"/>
              </a:ext>
            </a:extLst>
          </p:cNvPr>
          <p:cNvSpPr/>
          <p:nvPr/>
        </p:nvSpPr>
        <p:spPr>
          <a:xfrm>
            <a:off x="0" y="6470085"/>
            <a:ext cx="12192000" cy="387916"/>
          </a:xfrm>
          <a:prstGeom prst="rect">
            <a:avLst/>
          </a:prstGeom>
          <a:gradFill flip="none" rotWithShape="1">
            <a:gsLst>
              <a:gs pos="60890">
                <a:srgbClr val="0885B9"/>
              </a:gs>
              <a:gs pos="32800">
                <a:srgbClr val="0D6691"/>
              </a:gs>
              <a:gs pos="0">
                <a:schemeClr val="accent1">
                  <a:lumMod val="50000"/>
                </a:schemeClr>
              </a:gs>
              <a:gs pos="100000">
                <a:srgbClr val="00B0F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Picture 17" descr="A blue globe with a black background&#10;&#10;Description automatically generated">
            <a:extLst>
              <a:ext uri="{FF2B5EF4-FFF2-40B4-BE49-F238E27FC236}">
                <a16:creationId xmlns:a16="http://schemas.microsoft.com/office/drawing/2014/main" id="{FD5FBFFC-56EF-F14E-CF46-DB71475005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21" t="31020" r="-1" b="10396"/>
          <a:stretch/>
        </p:blipFill>
        <p:spPr>
          <a:xfrm>
            <a:off x="0" y="6470084"/>
            <a:ext cx="410413" cy="38791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CAEA41-932E-B47F-E0C6-1753DDC4DCE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81000" y="1319702"/>
            <a:ext cx="5638800" cy="476761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rgbClr val="002F54"/>
                </a:solidFill>
                <a:latin typeface="Univers Condensed" panose="020B0506020202050204" pitchFamily="34" charset="0"/>
              </a:defRPr>
            </a:lvl1pPr>
            <a:lvl2pPr>
              <a:defRPr lang="en-US">
                <a:solidFill>
                  <a:srgbClr val="002F54"/>
                </a:solidFill>
                <a:latin typeface="Univers Condensed" panose="020B0506020202050204" pitchFamily="34" charset="0"/>
              </a:defRPr>
            </a:lvl2pPr>
            <a:lvl3pPr>
              <a:defRPr lang="en-US">
                <a:solidFill>
                  <a:srgbClr val="002F54"/>
                </a:solidFill>
                <a:latin typeface="Univers Condensed" panose="020B0506020202050204" pitchFamily="34" charset="0"/>
              </a:defRPr>
            </a:lvl3pPr>
            <a:lvl4pPr>
              <a:defRPr lang="en-US">
                <a:solidFill>
                  <a:srgbClr val="002F54"/>
                </a:solidFill>
                <a:latin typeface="Univers Condensed" panose="020B0506020202050204" pitchFamily="34" charset="0"/>
              </a:defRPr>
            </a:lvl4pPr>
            <a:lvl5pPr>
              <a:defRPr lang="en-US">
                <a:solidFill>
                  <a:srgbClr val="002F54"/>
                </a:solidFill>
                <a:latin typeface="Univers Condensed" panose="020B0506020202050204" pitchFamily="34" charset="0"/>
              </a:defRPr>
            </a:lvl5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</a:pPr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888342C-EDA2-CE46-FEF2-61482CB4670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0" y="1319702"/>
            <a:ext cx="5638800" cy="476761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rgbClr val="002F54"/>
                </a:solidFill>
                <a:latin typeface="Univers Condensed" panose="020B0506020202050204" pitchFamily="34" charset="0"/>
              </a:defRPr>
            </a:lvl1pPr>
            <a:lvl2pPr>
              <a:defRPr lang="en-US">
                <a:solidFill>
                  <a:srgbClr val="002F54"/>
                </a:solidFill>
                <a:latin typeface="Univers Condensed" panose="020B0506020202050204" pitchFamily="34" charset="0"/>
              </a:defRPr>
            </a:lvl2pPr>
            <a:lvl3pPr>
              <a:defRPr lang="en-US">
                <a:solidFill>
                  <a:srgbClr val="002F54"/>
                </a:solidFill>
                <a:latin typeface="Univers Condensed" panose="020B0506020202050204" pitchFamily="34" charset="0"/>
              </a:defRPr>
            </a:lvl3pPr>
            <a:lvl4pPr>
              <a:defRPr lang="en-US">
                <a:solidFill>
                  <a:srgbClr val="002F54"/>
                </a:solidFill>
                <a:latin typeface="Univers Condensed" panose="020B0506020202050204" pitchFamily="34" charset="0"/>
              </a:defRPr>
            </a:lvl4pPr>
            <a:lvl5pPr>
              <a:defRPr lang="en-US">
                <a:solidFill>
                  <a:srgbClr val="002F54"/>
                </a:solidFill>
                <a:latin typeface="Univers Condensed" panose="020B0506020202050204" pitchFamily="34" charset="0"/>
              </a:defRPr>
            </a:lvl5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</a:pPr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0B908-5AD3-4587-D509-D2ED679C8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9739"/>
            <a:ext cx="11430000" cy="554983"/>
          </a:xfrm>
        </p:spPr>
        <p:txBody>
          <a:bodyPr anchor="b"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small" spc="300" baseline="0" dirty="0">
                <a:solidFill>
                  <a:srgbClr val="002F5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33347-511F-18AB-7975-7EEC98EDC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692509"/>
            <a:ext cx="5638800" cy="57151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00B3F6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176E20-7349-FB3B-508C-AB1874DD2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692510"/>
            <a:ext cx="5638800" cy="571514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00B3F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8C3BCE-2CBF-3842-98E6-69D387CF741C}"/>
              </a:ext>
            </a:extLst>
          </p:cNvPr>
          <p:cNvCxnSpPr/>
          <p:nvPr/>
        </p:nvCxnSpPr>
        <p:spPr>
          <a:xfrm flipV="1">
            <a:off x="381000" y="644722"/>
            <a:ext cx="11430000" cy="0"/>
          </a:xfrm>
          <a:prstGeom prst="line">
            <a:avLst/>
          </a:prstGeom>
          <a:ln>
            <a:solidFill>
              <a:srgbClr val="002F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51FA7B8-BEA2-B413-33FE-2FE0A314F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1" y="6137302"/>
            <a:ext cx="5710720" cy="291758"/>
          </a:xfrm>
        </p:spPr>
        <p:txBody>
          <a:bodyPr>
            <a:noAutofit/>
          </a:bodyPr>
          <a:lstStyle>
            <a:lvl1pPr marL="0" indent="0" algn="r">
              <a:buNone/>
              <a:defRPr lang="en-US" sz="1400" kern="1200" dirty="0" smtClean="0">
                <a:solidFill>
                  <a:srgbClr val="002F54"/>
                </a:solidFill>
                <a:latin typeface="Univers Condensed" panose="020B0506020202050204" pitchFamily="34" charset="0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add source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14930-6D07-1608-0841-E6970A658DAE}"/>
              </a:ext>
            </a:extLst>
          </p:cNvPr>
          <p:cNvSpPr txBox="1"/>
          <p:nvPr userDrawn="1"/>
        </p:nvSpPr>
        <p:spPr>
          <a:xfrm>
            <a:off x="838200" y="6537430"/>
            <a:ext cx="1051560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sz="1100" b="0" i="0" spc="3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WORLD BANK I Climate Resilient Transport Guidance Note I </a:t>
            </a:r>
            <a:r>
              <a:rPr lang="fr-FR" sz="1100" b="0" i="0" spc="300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September</a:t>
            </a:r>
            <a:r>
              <a:rPr lang="fr-FR" sz="1100" b="0" i="0" spc="3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2025 I </a:t>
            </a:r>
            <a:fld id="{E92212EB-3986-448F-B2E6-500660B29F9B}" type="slidenum">
              <a:rPr lang="fr-FR" sz="1100" b="0" i="0" spc="300" noProof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fr-FR" sz="1100" b="1" i="1" spc="200" baseline="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668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25">
            <a:extLst>
              <a:ext uri="{FF2B5EF4-FFF2-40B4-BE49-F238E27FC236}">
                <a16:creationId xmlns:a16="http://schemas.microsoft.com/office/drawing/2014/main" id="{A758EAFD-6A1E-CF5A-3A2F-98C85C65FD5E}"/>
              </a:ext>
            </a:extLst>
          </p:cNvPr>
          <p:cNvSpPr/>
          <p:nvPr/>
        </p:nvSpPr>
        <p:spPr>
          <a:xfrm>
            <a:off x="0" y="6470085"/>
            <a:ext cx="12192000" cy="387916"/>
          </a:xfrm>
          <a:prstGeom prst="rect">
            <a:avLst/>
          </a:prstGeom>
          <a:gradFill flip="none" rotWithShape="1">
            <a:gsLst>
              <a:gs pos="60890">
                <a:srgbClr val="0885B9"/>
              </a:gs>
              <a:gs pos="32800">
                <a:srgbClr val="0D6691"/>
              </a:gs>
              <a:gs pos="0">
                <a:schemeClr val="accent1">
                  <a:lumMod val="50000"/>
                </a:schemeClr>
              </a:gs>
              <a:gs pos="100000">
                <a:srgbClr val="00B0F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Picture 11" descr="A blue globe with a black background&#10;&#10;Description automatically generated">
            <a:extLst>
              <a:ext uri="{FF2B5EF4-FFF2-40B4-BE49-F238E27FC236}">
                <a16:creationId xmlns:a16="http://schemas.microsoft.com/office/drawing/2014/main" id="{8D07DB5A-9A76-F5D8-A2DD-45DB436C48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21" t="31020" r="-1" b="10396"/>
          <a:stretch/>
        </p:blipFill>
        <p:spPr>
          <a:xfrm>
            <a:off x="0" y="6470084"/>
            <a:ext cx="410413" cy="3879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A894B0-246B-5053-2813-DEE9657D1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9740"/>
            <a:ext cx="11430000" cy="554982"/>
          </a:xfrm>
        </p:spPr>
        <p:txBody>
          <a:bodyPr anchor="b">
            <a:normAutofit/>
          </a:bodyPr>
          <a:lstStyle>
            <a:lvl1pPr>
              <a:defRPr lang="en-US" sz="2800" kern="1200" cap="small" spc="300" baseline="0" dirty="0">
                <a:solidFill>
                  <a:srgbClr val="002F5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DF402F-2910-124E-662E-C77B91F8820E}"/>
              </a:ext>
            </a:extLst>
          </p:cNvPr>
          <p:cNvCxnSpPr/>
          <p:nvPr/>
        </p:nvCxnSpPr>
        <p:spPr>
          <a:xfrm flipV="1">
            <a:off x="381000" y="644722"/>
            <a:ext cx="11430000" cy="0"/>
          </a:xfrm>
          <a:prstGeom prst="line">
            <a:avLst/>
          </a:prstGeom>
          <a:ln>
            <a:solidFill>
              <a:srgbClr val="002F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7EE6104-C4AD-CA62-66C7-36AE488A9789}"/>
              </a:ext>
            </a:extLst>
          </p:cNvPr>
          <p:cNvSpPr txBox="1"/>
          <p:nvPr userDrawn="1"/>
        </p:nvSpPr>
        <p:spPr>
          <a:xfrm>
            <a:off x="838200" y="6537430"/>
            <a:ext cx="1051560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sz="1100" b="0" i="0" spc="3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WORLD BANK I Climate Resilient Transport Guidance Note I </a:t>
            </a:r>
            <a:r>
              <a:rPr lang="fr-FR" sz="1100" b="0" i="0" spc="300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September</a:t>
            </a:r>
            <a:r>
              <a:rPr lang="fr-FR" sz="1100" b="0" i="0" spc="3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2025 I </a:t>
            </a:r>
            <a:fld id="{E92212EB-3986-448F-B2E6-500660B29F9B}" type="slidenum">
              <a:rPr lang="fr-FR" sz="1100" b="0" i="0" spc="300" noProof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fr-FR" sz="1100" b="1" i="1" spc="200" baseline="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555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EEFE66-A920-84A0-097F-EF9991F4DA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30/05/2024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2BA66-3132-3210-247A-A189159C4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F5EC1-EAFE-8360-5260-4CCB14A6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B23244-1FD6-4DBC-8EF2-870F03186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40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-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12F22-06B8-C184-4C4F-7E620F79F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5973"/>
            <a:ext cx="10515600" cy="654735"/>
          </a:xfrm>
        </p:spPr>
        <p:txBody>
          <a:bodyPr>
            <a:normAutofit/>
          </a:bodyPr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ln w="0"/>
                <a:solidFill>
                  <a:srgbClr val="002F54"/>
                </a:solidFill>
                <a:latin typeface="Univers Condensed Light"/>
                <a:ea typeface="Microsoft YaHei Ligh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직사각형 25">
            <a:extLst>
              <a:ext uri="{FF2B5EF4-FFF2-40B4-BE49-F238E27FC236}">
                <a16:creationId xmlns:a16="http://schemas.microsoft.com/office/drawing/2014/main" id="{2F51FF2B-4036-4BA1-51D8-0A4D289511C3}"/>
              </a:ext>
            </a:extLst>
          </p:cNvPr>
          <p:cNvSpPr/>
          <p:nvPr/>
        </p:nvSpPr>
        <p:spPr>
          <a:xfrm>
            <a:off x="0" y="4395830"/>
            <a:ext cx="12192000" cy="2462171"/>
          </a:xfrm>
          <a:prstGeom prst="rect">
            <a:avLst/>
          </a:prstGeom>
          <a:gradFill flip="none" rotWithShape="1">
            <a:gsLst>
              <a:gs pos="60890">
                <a:srgbClr val="0885B9"/>
              </a:gs>
              <a:gs pos="32800">
                <a:srgbClr val="0D6691"/>
              </a:gs>
              <a:gs pos="0">
                <a:schemeClr val="accent1">
                  <a:lumMod val="50000"/>
                </a:schemeClr>
              </a:gs>
              <a:gs pos="100000">
                <a:srgbClr val="00B0F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Picture 9" descr="A blue globe with a black background&#10;&#10;Description automatically generated">
            <a:extLst>
              <a:ext uri="{FF2B5EF4-FFF2-40B4-BE49-F238E27FC236}">
                <a16:creationId xmlns:a16="http://schemas.microsoft.com/office/drawing/2014/main" id="{64CAE1FC-67F3-DD0F-0980-0BF0B01F9D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70" t="9999" b="7421"/>
          <a:stretch/>
        </p:blipFill>
        <p:spPr>
          <a:xfrm>
            <a:off x="0" y="4395830"/>
            <a:ext cx="2001328" cy="24621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1579183-1CA1-F6DF-29B2-AFF727413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02128"/>
            <a:ext cx="12192000" cy="1762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975" b="0">
              <a:solidFill>
                <a:schemeClr val="bg1"/>
              </a:solidFill>
            </a:endParaRPr>
          </a:p>
        </p:txBody>
      </p:sp>
      <p:sp>
        <p:nvSpPr>
          <p:cNvPr id="12" name="Text Placeholder 331">
            <a:extLst>
              <a:ext uri="{FF2B5EF4-FFF2-40B4-BE49-F238E27FC236}">
                <a16:creationId xmlns:a16="http://schemas.microsoft.com/office/drawing/2014/main" id="{B12D99DB-7D51-0B02-F109-D526D1B3C9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4720737"/>
            <a:ext cx="10515600" cy="826048"/>
          </a:xfr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600" b="1" kern="1200" spc="0" dirty="0" smtClean="0">
                <a:ln w="0"/>
                <a:solidFill>
                  <a:schemeClr val="bg1"/>
                </a:solidFill>
                <a:latin typeface="Univers Condensed Light"/>
                <a:ea typeface="Microsoft YaHei Light"/>
                <a:cs typeface="+mn-cs"/>
              </a:defRPr>
            </a:lvl1pPr>
            <a:lvl2pPr>
              <a:defRPr b="0" i="0">
                <a:latin typeface="Andes ExtraLight"/>
                <a:cs typeface="Andes ExtraLight"/>
              </a:defRPr>
            </a:lvl2pPr>
            <a:lvl3pPr>
              <a:defRPr b="0" i="0">
                <a:latin typeface="Andes ExtraLight"/>
                <a:cs typeface="Andes ExtraLight"/>
              </a:defRPr>
            </a:lvl3pPr>
            <a:lvl4pPr>
              <a:defRPr b="0" i="0">
                <a:latin typeface="Andes ExtraLight"/>
                <a:cs typeface="Andes ExtraLight"/>
              </a:defRPr>
            </a:lvl4pPr>
            <a:lvl5pPr>
              <a:defRPr b="0" i="0">
                <a:latin typeface="Andes ExtraLight"/>
                <a:cs typeface="Ande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31">
            <a:extLst>
              <a:ext uri="{FF2B5EF4-FFF2-40B4-BE49-F238E27FC236}">
                <a16:creationId xmlns:a16="http://schemas.microsoft.com/office/drawing/2014/main" id="{B4F52868-A79B-F553-9674-2640A5B1EB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5789180"/>
            <a:ext cx="10515600" cy="748129"/>
          </a:xfr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b="0" i="0" kern="1200" cap="none" baseline="0" dirty="0" smtClean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Univers Condensed Light"/>
                <a:ea typeface="Microsoft YaHei Light"/>
                <a:cs typeface="Andes ExtraLight"/>
              </a:defRPr>
            </a:lvl1pPr>
            <a:lvl2pPr>
              <a:defRPr b="0" i="0">
                <a:latin typeface="Andes ExtraLight"/>
                <a:cs typeface="Andes ExtraLight"/>
              </a:defRPr>
            </a:lvl2pPr>
            <a:lvl3pPr>
              <a:defRPr b="0" i="0">
                <a:latin typeface="Andes ExtraLight"/>
                <a:cs typeface="Andes ExtraLight"/>
              </a:defRPr>
            </a:lvl3pPr>
            <a:lvl4pPr>
              <a:defRPr b="0" i="0">
                <a:latin typeface="Andes ExtraLight"/>
                <a:cs typeface="Andes ExtraLight"/>
              </a:defRPr>
            </a:lvl4pPr>
            <a:lvl5pPr>
              <a:defRPr b="0" i="0">
                <a:latin typeface="Andes ExtraLight"/>
                <a:cs typeface="Ande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864DB8B3-6390-DC37-052C-B748FB8A8FC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971"/>
          <a:stretch/>
        </p:blipFill>
        <p:spPr>
          <a:xfrm>
            <a:off x="5468470" y="1605683"/>
            <a:ext cx="1255058" cy="122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412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1" cy="2387600"/>
          </a:xfrm>
        </p:spPr>
        <p:txBody>
          <a:bodyPr anchor="b"/>
          <a:lstStyle>
            <a:lvl1pPr algn="ctr">
              <a:defRPr sz="597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1" cy="1655763"/>
          </a:xfrm>
        </p:spPr>
        <p:txBody>
          <a:bodyPr/>
          <a:lstStyle>
            <a:lvl1pPr marL="0" indent="0" algn="ctr">
              <a:buNone/>
              <a:defRPr sz="2390"/>
            </a:lvl1pPr>
            <a:lvl2pPr marL="455236" indent="0" algn="ctr">
              <a:buNone/>
              <a:defRPr sz="1991"/>
            </a:lvl2pPr>
            <a:lvl3pPr marL="910472" indent="0" algn="ctr">
              <a:buNone/>
              <a:defRPr sz="1792"/>
            </a:lvl3pPr>
            <a:lvl4pPr marL="1365708" indent="0" algn="ctr">
              <a:buNone/>
              <a:defRPr sz="1593"/>
            </a:lvl4pPr>
            <a:lvl5pPr marL="1820944" indent="0" algn="ctr">
              <a:buNone/>
              <a:defRPr sz="1593"/>
            </a:lvl5pPr>
            <a:lvl6pPr marL="2276180" indent="0" algn="ctr">
              <a:buNone/>
              <a:defRPr sz="1593"/>
            </a:lvl6pPr>
            <a:lvl7pPr marL="2731417" indent="0" algn="ctr">
              <a:buNone/>
              <a:defRPr sz="1593"/>
            </a:lvl7pPr>
            <a:lvl8pPr marL="3186653" indent="0" algn="ctr">
              <a:buNone/>
              <a:defRPr sz="1593"/>
            </a:lvl8pPr>
            <a:lvl9pPr marL="3641889" indent="0" algn="ctr">
              <a:buNone/>
              <a:defRPr sz="159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137EC-6E66-4631-A9DA-EAD9E7BBD83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6218-3005-4C59-9455-67AEBB345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49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137EC-6E66-4631-A9DA-EAD9E7BBD83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6218-3005-4C59-9455-67AEBB345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68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1" cy="2852737"/>
          </a:xfrm>
        </p:spPr>
        <p:txBody>
          <a:bodyPr anchor="b"/>
          <a:lstStyle>
            <a:lvl1pPr>
              <a:defRPr sz="597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1" cy="1500187"/>
          </a:xfrm>
        </p:spPr>
        <p:txBody>
          <a:bodyPr/>
          <a:lstStyle>
            <a:lvl1pPr marL="0" indent="0">
              <a:buNone/>
              <a:defRPr sz="2390">
                <a:solidFill>
                  <a:schemeClr val="tx1">
                    <a:tint val="75000"/>
                  </a:schemeClr>
                </a:solidFill>
              </a:defRPr>
            </a:lvl1pPr>
            <a:lvl2pPr marL="455236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2pPr>
            <a:lvl3pPr marL="910472" indent="0">
              <a:buNone/>
              <a:defRPr sz="1792">
                <a:solidFill>
                  <a:schemeClr val="tx1">
                    <a:tint val="75000"/>
                  </a:schemeClr>
                </a:solidFill>
              </a:defRPr>
            </a:lvl3pPr>
            <a:lvl4pPr marL="1365708" indent="0">
              <a:buNone/>
              <a:defRPr sz="1593">
                <a:solidFill>
                  <a:schemeClr val="tx1">
                    <a:tint val="75000"/>
                  </a:schemeClr>
                </a:solidFill>
              </a:defRPr>
            </a:lvl4pPr>
            <a:lvl5pPr marL="1820944" indent="0">
              <a:buNone/>
              <a:defRPr sz="1593">
                <a:solidFill>
                  <a:schemeClr val="tx1">
                    <a:tint val="75000"/>
                  </a:schemeClr>
                </a:solidFill>
              </a:defRPr>
            </a:lvl5pPr>
            <a:lvl6pPr marL="2276180" indent="0">
              <a:buNone/>
              <a:defRPr sz="1593">
                <a:solidFill>
                  <a:schemeClr val="tx1">
                    <a:tint val="75000"/>
                  </a:schemeClr>
                </a:solidFill>
              </a:defRPr>
            </a:lvl6pPr>
            <a:lvl7pPr marL="2731417" indent="0">
              <a:buNone/>
              <a:defRPr sz="1593">
                <a:solidFill>
                  <a:schemeClr val="tx1">
                    <a:tint val="75000"/>
                  </a:schemeClr>
                </a:solidFill>
              </a:defRPr>
            </a:lvl7pPr>
            <a:lvl8pPr marL="3186653" indent="0">
              <a:buNone/>
              <a:defRPr sz="1593">
                <a:solidFill>
                  <a:schemeClr val="tx1">
                    <a:tint val="75000"/>
                  </a:schemeClr>
                </a:solidFill>
              </a:defRPr>
            </a:lvl8pPr>
            <a:lvl9pPr marL="3641889" indent="0">
              <a:buNone/>
              <a:defRPr sz="15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137EC-6E66-4631-A9DA-EAD9E7BBD83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6218-3005-4C59-9455-67AEBB345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5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137EC-6E66-4631-A9DA-EAD9E7BBD83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6218-3005-4C59-9455-67AEBB345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870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7" y="365125"/>
            <a:ext cx="10515601" cy="13255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390" b="1"/>
            </a:lvl1pPr>
            <a:lvl2pPr marL="455236" indent="0">
              <a:buNone/>
              <a:defRPr sz="1991" b="1"/>
            </a:lvl2pPr>
            <a:lvl3pPr marL="910472" indent="0">
              <a:buNone/>
              <a:defRPr sz="1792" b="1"/>
            </a:lvl3pPr>
            <a:lvl4pPr marL="1365708" indent="0">
              <a:buNone/>
              <a:defRPr sz="1593" b="1"/>
            </a:lvl4pPr>
            <a:lvl5pPr marL="1820944" indent="0">
              <a:buNone/>
              <a:defRPr sz="1593" b="1"/>
            </a:lvl5pPr>
            <a:lvl6pPr marL="2276180" indent="0">
              <a:buNone/>
              <a:defRPr sz="1593" b="1"/>
            </a:lvl6pPr>
            <a:lvl7pPr marL="2731417" indent="0">
              <a:buNone/>
              <a:defRPr sz="1593" b="1"/>
            </a:lvl7pPr>
            <a:lvl8pPr marL="3186653" indent="0">
              <a:buNone/>
              <a:defRPr sz="1593" b="1"/>
            </a:lvl8pPr>
            <a:lvl9pPr marL="3641889" indent="0">
              <a:buNone/>
              <a:defRPr sz="159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390" b="1"/>
            </a:lvl1pPr>
            <a:lvl2pPr marL="455236" indent="0">
              <a:buNone/>
              <a:defRPr sz="1991" b="1"/>
            </a:lvl2pPr>
            <a:lvl3pPr marL="910472" indent="0">
              <a:buNone/>
              <a:defRPr sz="1792" b="1"/>
            </a:lvl3pPr>
            <a:lvl4pPr marL="1365708" indent="0">
              <a:buNone/>
              <a:defRPr sz="1593" b="1"/>
            </a:lvl4pPr>
            <a:lvl5pPr marL="1820944" indent="0">
              <a:buNone/>
              <a:defRPr sz="1593" b="1"/>
            </a:lvl5pPr>
            <a:lvl6pPr marL="2276180" indent="0">
              <a:buNone/>
              <a:defRPr sz="1593" b="1"/>
            </a:lvl6pPr>
            <a:lvl7pPr marL="2731417" indent="0">
              <a:buNone/>
              <a:defRPr sz="1593" b="1"/>
            </a:lvl7pPr>
            <a:lvl8pPr marL="3186653" indent="0">
              <a:buNone/>
              <a:defRPr sz="1593" b="1"/>
            </a:lvl8pPr>
            <a:lvl9pPr marL="3641889" indent="0">
              <a:buNone/>
              <a:defRPr sz="159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137EC-6E66-4631-A9DA-EAD9E7BBD83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6218-3005-4C59-9455-67AEBB345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53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137EC-6E66-4631-A9DA-EAD9E7BBD83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6218-3005-4C59-9455-67AEBB345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66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137EC-6E66-4631-A9DA-EAD9E7BBD83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6218-3005-4C59-9455-67AEBB345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154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1"/>
            <a:ext cx="3932237" cy="1600200"/>
          </a:xfrm>
        </p:spPr>
        <p:txBody>
          <a:bodyPr anchor="b"/>
          <a:lstStyle>
            <a:lvl1pPr>
              <a:defRPr sz="318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186"/>
            </a:lvl1pPr>
            <a:lvl2pPr>
              <a:defRPr sz="2788"/>
            </a:lvl2pPr>
            <a:lvl3pPr>
              <a:defRPr sz="2390"/>
            </a:lvl3pPr>
            <a:lvl4pPr>
              <a:defRPr sz="1991"/>
            </a:lvl4pPr>
            <a:lvl5pPr>
              <a:defRPr sz="1991"/>
            </a:lvl5pPr>
            <a:lvl6pPr>
              <a:defRPr sz="1991"/>
            </a:lvl6pPr>
            <a:lvl7pPr>
              <a:defRPr sz="1991"/>
            </a:lvl7pPr>
            <a:lvl8pPr>
              <a:defRPr sz="1991"/>
            </a:lvl8pPr>
            <a:lvl9pPr>
              <a:defRPr sz="1991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</p:spPr>
        <p:txBody>
          <a:bodyPr/>
          <a:lstStyle>
            <a:lvl1pPr marL="0" indent="0">
              <a:buNone/>
              <a:defRPr sz="1593"/>
            </a:lvl1pPr>
            <a:lvl2pPr marL="455236" indent="0">
              <a:buNone/>
              <a:defRPr sz="1394"/>
            </a:lvl2pPr>
            <a:lvl3pPr marL="910472" indent="0">
              <a:buNone/>
              <a:defRPr sz="1195"/>
            </a:lvl3pPr>
            <a:lvl4pPr marL="1365708" indent="0">
              <a:buNone/>
              <a:defRPr sz="996"/>
            </a:lvl4pPr>
            <a:lvl5pPr marL="1820944" indent="0">
              <a:buNone/>
              <a:defRPr sz="996"/>
            </a:lvl5pPr>
            <a:lvl6pPr marL="2276180" indent="0">
              <a:buNone/>
              <a:defRPr sz="996"/>
            </a:lvl6pPr>
            <a:lvl7pPr marL="2731417" indent="0">
              <a:buNone/>
              <a:defRPr sz="996"/>
            </a:lvl7pPr>
            <a:lvl8pPr marL="3186653" indent="0">
              <a:buNone/>
              <a:defRPr sz="996"/>
            </a:lvl8pPr>
            <a:lvl9pPr marL="3641889" indent="0">
              <a:buNone/>
              <a:defRPr sz="99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137EC-6E66-4631-A9DA-EAD9E7BBD83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6218-3005-4C59-9455-67AEBB345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145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1"/>
            <a:ext cx="3932237" cy="1600200"/>
          </a:xfrm>
        </p:spPr>
        <p:txBody>
          <a:bodyPr anchor="b"/>
          <a:lstStyle>
            <a:lvl1pPr>
              <a:defRPr sz="318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186"/>
            </a:lvl1pPr>
            <a:lvl2pPr marL="455236" indent="0">
              <a:buNone/>
              <a:defRPr sz="2788"/>
            </a:lvl2pPr>
            <a:lvl3pPr marL="910472" indent="0">
              <a:buNone/>
              <a:defRPr sz="2390"/>
            </a:lvl3pPr>
            <a:lvl4pPr marL="1365708" indent="0">
              <a:buNone/>
              <a:defRPr sz="1991"/>
            </a:lvl4pPr>
            <a:lvl5pPr marL="1820944" indent="0">
              <a:buNone/>
              <a:defRPr sz="1991"/>
            </a:lvl5pPr>
            <a:lvl6pPr marL="2276180" indent="0">
              <a:buNone/>
              <a:defRPr sz="1991"/>
            </a:lvl6pPr>
            <a:lvl7pPr marL="2731417" indent="0">
              <a:buNone/>
              <a:defRPr sz="1991"/>
            </a:lvl7pPr>
            <a:lvl8pPr marL="3186653" indent="0">
              <a:buNone/>
              <a:defRPr sz="1991"/>
            </a:lvl8pPr>
            <a:lvl9pPr marL="3641889" indent="0">
              <a:buNone/>
              <a:defRPr sz="199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</p:spPr>
        <p:txBody>
          <a:bodyPr/>
          <a:lstStyle>
            <a:lvl1pPr marL="0" indent="0">
              <a:buNone/>
              <a:defRPr sz="1593"/>
            </a:lvl1pPr>
            <a:lvl2pPr marL="455236" indent="0">
              <a:buNone/>
              <a:defRPr sz="1394"/>
            </a:lvl2pPr>
            <a:lvl3pPr marL="910472" indent="0">
              <a:buNone/>
              <a:defRPr sz="1195"/>
            </a:lvl3pPr>
            <a:lvl4pPr marL="1365708" indent="0">
              <a:buNone/>
              <a:defRPr sz="996"/>
            </a:lvl4pPr>
            <a:lvl5pPr marL="1820944" indent="0">
              <a:buNone/>
              <a:defRPr sz="996"/>
            </a:lvl5pPr>
            <a:lvl6pPr marL="2276180" indent="0">
              <a:buNone/>
              <a:defRPr sz="996"/>
            </a:lvl6pPr>
            <a:lvl7pPr marL="2731417" indent="0">
              <a:buNone/>
              <a:defRPr sz="996"/>
            </a:lvl7pPr>
            <a:lvl8pPr marL="3186653" indent="0">
              <a:buNone/>
              <a:defRPr sz="996"/>
            </a:lvl8pPr>
            <a:lvl9pPr marL="3641889" indent="0">
              <a:buNone/>
              <a:defRPr sz="99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137EC-6E66-4631-A9DA-EAD9E7BBD83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6218-3005-4C59-9455-67AEBB345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536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137EC-6E66-4631-A9DA-EAD9E7BBD83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6218-3005-4C59-9455-67AEBB345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6141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899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137EC-6E66-4631-A9DA-EAD9E7BBD83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6218-3005-4C59-9455-67AEBB345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83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E552E8-097A-19EB-EB33-CADF0F765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C4553-8A4C-763B-D7A2-771C912F4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50B155-4166-657F-0ACE-B5C5632EFDB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80775" y="6642100"/>
            <a:ext cx="8763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 Use Only</a:t>
            </a:r>
          </a:p>
        </p:txBody>
      </p:sp>
    </p:spTree>
    <p:extLst>
      <p:ext uri="{BB962C8B-B14F-4D97-AF65-F5344CB8AC3E}">
        <p14:creationId xmlns:p14="http://schemas.microsoft.com/office/powerpoint/2010/main" val="2728845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9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1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137EC-6E66-4631-A9DA-EAD9E7BBD83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86218-3005-4C59-9455-67AEBB34593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CB0BFC-CD5E-5E19-E00F-8663CC5979F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80775" y="6642100"/>
            <a:ext cx="8763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 Use Only</a:t>
            </a:r>
          </a:p>
        </p:txBody>
      </p:sp>
    </p:spTree>
    <p:extLst>
      <p:ext uri="{BB962C8B-B14F-4D97-AF65-F5344CB8AC3E}">
        <p14:creationId xmlns:p14="http://schemas.microsoft.com/office/powerpoint/2010/main" val="4060226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0472" rtl="0" eaLnBrk="1" latinLnBrk="0" hangingPunct="1">
        <a:lnSpc>
          <a:spcPct val="90000"/>
        </a:lnSpc>
        <a:spcBef>
          <a:spcPct val="0"/>
        </a:spcBef>
        <a:buNone/>
        <a:defRPr sz="43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7618" indent="-227618" algn="l" defTabSz="910472" rtl="0" eaLnBrk="1" latinLnBrk="0" hangingPunct="1">
        <a:lnSpc>
          <a:spcPct val="90000"/>
        </a:lnSpc>
        <a:spcBef>
          <a:spcPts val="996"/>
        </a:spcBef>
        <a:buFont typeface="Arial" panose="020B0604020202020204" pitchFamily="34" charset="0"/>
        <a:buChar char="•"/>
        <a:defRPr sz="2788" kern="1200">
          <a:solidFill>
            <a:schemeClr val="tx1"/>
          </a:solidFill>
          <a:latin typeface="+mn-lt"/>
          <a:ea typeface="+mn-ea"/>
          <a:cs typeface="+mn-cs"/>
        </a:defRPr>
      </a:lvl1pPr>
      <a:lvl2pPr marL="682854" indent="-227618" algn="l" defTabSz="910472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0" kern="1200">
          <a:solidFill>
            <a:schemeClr val="tx1"/>
          </a:solidFill>
          <a:latin typeface="+mn-lt"/>
          <a:ea typeface="+mn-ea"/>
          <a:cs typeface="+mn-cs"/>
        </a:defRPr>
      </a:lvl2pPr>
      <a:lvl3pPr marL="1138090" indent="-227618" algn="l" defTabSz="910472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1" kern="1200">
          <a:solidFill>
            <a:schemeClr val="tx1"/>
          </a:solidFill>
          <a:latin typeface="+mn-lt"/>
          <a:ea typeface="+mn-ea"/>
          <a:cs typeface="+mn-cs"/>
        </a:defRPr>
      </a:lvl3pPr>
      <a:lvl4pPr marL="1593326" indent="-227618" algn="l" defTabSz="910472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2" kern="1200">
          <a:solidFill>
            <a:schemeClr val="tx1"/>
          </a:solidFill>
          <a:latin typeface="+mn-lt"/>
          <a:ea typeface="+mn-ea"/>
          <a:cs typeface="+mn-cs"/>
        </a:defRPr>
      </a:lvl4pPr>
      <a:lvl5pPr marL="2048562" indent="-227618" algn="l" defTabSz="910472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2" kern="1200">
          <a:solidFill>
            <a:schemeClr val="tx1"/>
          </a:solidFill>
          <a:latin typeface="+mn-lt"/>
          <a:ea typeface="+mn-ea"/>
          <a:cs typeface="+mn-cs"/>
        </a:defRPr>
      </a:lvl5pPr>
      <a:lvl6pPr marL="2503799" indent="-227618" algn="l" defTabSz="910472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2" kern="1200">
          <a:solidFill>
            <a:schemeClr val="tx1"/>
          </a:solidFill>
          <a:latin typeface="+mn-lt"/>
          <a:ea typeface="+mn-ea"/>
          <a:cs typeface="+mn-cs"/>
        </a:defRPr>
      </a:lvl6pPr>
      <a:lvl7pPr marL="2959035" indent="-227618" algn="l" defTabSz="910472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2" kern="1200">
          <a:solidFill>
            <a:schemeClr val="tx1"/>
          </a:solidFill>
          <a:latin typeface="+mn-lt"/>
          <a:ea typeface="+mn-ea"/>
          <a:cs typeface="+mn-cs"/>
        </a:defRPr>
      </a:lvl7pPr>
      <a:lvl8pPr marL="3414271" indent="-227618" algn="l" defTabSz="910472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2" kern="1200">
          <a:solidFill>
            <a:schemeClr val="tx1"/>
          </a:solidFill>
          <a:latin typeface="+mn-lt"/>
          <a:ea typeface="+mn-ea"/>
          <a:cs typeface="+mn-cs"/>
        </a:defRPr>
      </a:lvl8pPr>
      <a:lvl9pPr marL="3869507" indent="-227618" algn="l" defTabSz="910472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0472" rtl="0" eaLnBrk="1" latinLnBrk="0" hangingPunct="1">
        <a:defRPr sz="1792" kern="1200">
          <a:solidFill>
            <a:schemeClr val="tx1"/>
          </a:solidFill>
          <a:latin typeface="+mn-lt"/>
          <a:ea typeface="+mn-ea"/>
          <a:cs typeface="+mn-cs"/>
        </a:defRPr>
      </a:lvl1pPr>
      <a:lvl2pPr marL="455236" algn="l" defTabSz="910472" rtl="0" eaLnBrk="1" latinLnBrk="0" hangingPunct="1">
        <a:defRPr sz="1792" kern="1200">
          <a:solidFill>
            <a:schemeClr val="tx1"/>
          </a:solidFill>
          <a:latin typeface="+mn-lt"/>
          <a:ea typeface="+mn-ea"/>
          <a:cs typeface="+mn-cs"/>
        </a:defRPr>
      </a:lvl2pPr>
      <a:lvl3pPr marL="910472" algn="l" defTabSz="910472" rtl="0" eaLnBrk="1" latinLnBrk="0" hangingPunct="1">
        <a:defRPr sz="1792" kern="1200">
          <a:solidFill>
            <a:schemeClr val="tx1"/>
          </a:solidFill>
          <a:latin typeface="+mn-lt"/>
          <a:ea typeface="+mn-ea"/>
          <a:cs typeface="+mn-cs"/>
        </a:defRPr>
      </a:lvl3pPr>
      <a:lvl4pPr marL="1365708" algn="l" defTabSz="910472" rtl="0" eaLnBrk="1" latinLnBrk="0" hangingPunct="1">
        <a:defRPr sz="1792" kern="1200">
          <a:solidFill>
            <a:schemeClr val="tx1"/>
          </a:solidFill>
          <a:latin typeface="+mn-lt"/>
          <a:ea typeface="+mn-ea"/>
          <a:cs typeface="+mn-cs"/>
        </a:defRPr>
      </a:lvl4pPr>
      <a:lvl5pPr marL="1820944" algn="l" defTabSz="910472" rtl="0" eaLnBrk="1" latinLnBrk="0" hangingPunct="1">
        <a:defRPr sz="1792" kern="1200">
          <a:solidFill>
            <a:schemeClr val="tx1"/>
          </a:solidFill>
          <a:latin typeface="+mn-lt"/>
          <a:ea typeface="+mn-ea"/>
          <a:cs typeface="+mn-cs"/>
        </a:defRPr>
      </a:lvl5pPr>
      <a:lvl6pPr marL="2276180" algn="l" defTabSz="910472" rtl="0" eaLnBrk="1" latinLnBrk="0" hangingPunct="1">
        <a:defRPr sz="1792" kern="1200">
          <a:solidFill>
            <a:schemeClr val="tx1"/>
          </a:solidFill>
          <a:latin typeface="+mn-lt"/>
          <a:ea typeface="+mn-ea"/>
          <a:cs typeface="+mn-cs"/>
        </a:defRPr>
      </a:lvl6pPr>
      <a:lvl7pPr marL="2731417" algn="l" defTabSz="910472" rtl="0" eaLnBrk="1" latinLnBrk="0" hangingPunct="1">
        <a:defRPr sz="1792" kern="1200">
          <a:solidFill>
            <a:schemeClr val="tx1"/>
          </a:solidFill>
          <a:latin typeface="+mn-lt"/>
          <a:ea typeface="+mn-ea"/>
          <a:cs typeface="+mn-cs"/>
        </a:defRPr>
      </a:lvl7pPr>
      <a:lvl8pPr marL="3186653" algn="l" defTabSz="910472" rtl="0" eaLnBrk="1" latinLnBrk="0" hangingPunct="1">
        <a:defRPr sz="1792" kern="1200">
          <a:solidFill>
            <a:schemeClr val="tx1"/>
          </a:solidFill>
          <a:latin typeface="+mn-lt"/>
          <a:ea typeface="+mn-ea"/>
          <a:cs typeface="+mn-cs"/>
        </a:defRPr>
      </a:lvl8pPr>
      <a:lvl9pPr marL="3641889" algn="l" defTabSz="910472" rtl="0" eaLnBrk="1" latinLnBrk="0" hangingPunct="1">
        <a:defRPr sz="17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27.svg"/><Relationship Id="rId3" Type="http://schemas.openxmlformats.org/officeDocument/2006/relationships/image" Target="../media/image21.jpeg"/><Relationship Id="rId7" Type="http://schemas.openxmlformats.org/officeDocument/2006/relationships/image" Target="../media/image24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3.png"/><Relationship Id="rId11" Type="http://schemas.openxmlformats.org/officeDocument/2006/relationships/chart" Target="../charts/chart3.xml"/><Relationship Id="rId5" Type="http://schemas.microsoft.com/office/2007/relationships/hdphoto" Target="../media/hdphoto1.wdp"/><Relationship Id="rId10" Type="http://schemas.openxmlformats.org/officeDocument/2006/relationships/chart" Target="../charts/chart2.xml"/><Relationship Id="rId4" Type="http://schemas.openxmlformats.org/officeDocument/2006/relationships/image" Target="../media/image22.png"/><Relationship Id="rId9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57C5BF-2079-225E-7DAF-333177A86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other and daughter on a windswept and muddy shoreline">
            <a:extLst>
              <a:ext uri="{FF2B5EF4-FFF2-40B4-BE49-F238E27FC236}">
                <a16:creationId xmlns:a16="http://schemas.microsoft.com/office/drawing/2014/main" id="{6DBFD5AA-60B5-7CD8-0B20-D30D1C3D1D2D}"/>
              </a:ext>
            </a:extLst>
          </p:cNvPr>
          <p:cNvPicPr/>
          <p:nvPr/>
        </p:nvPicPr>
        <p:blipFill rotWithShape="1">
          <a:blip r:embed="rId2">
            <a:alphaModFix amt="40000"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3" b="10430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A4C315D-220C-9B27-1C50-7C63C0B2D781}"/>
              </a:ext>
            </a:extLst>
          </p:cNvPr>
          <p:cNvSpPr txBox="1">
            <a:spLocks/>
          </p:cNvSpPr>
          <p:nvPr/>
        </p:nvSpPr>
        <p:spPr>
          <a:xfrm>
            <a:off x="965200" y="1327385"/>
            <a:ext cx="10261600" cy="423884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 w="22225">
                  <a:solidFill>
                    <a:prstClr val="white"/>
                  </a:solidFill>
                  <a:miter lim="800000"/>
                </a:ln>
                <a:noFill/>
                <a:effectLst/>
                <a:uLnTx/>
                <a:uFillTx/>
                <a:latin typeface="Univers Condensed"/>
                <a:ea typeface="+mj-ea"/>
                <a:cs typeface="+mj-cs"/>
              </a:rPr>
              <a:t>How to define the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i="0" u="none" strike="noStrike" kern="1200" cap="none" spc="0" normalizeH="0" baseline="0" noProof="0" dirty="0">
                <a:ln w="22225">
                  <a:solidFill>
                    <a:prstClr val="white"/>
                  </a:solidFill>
                  <a:miter lim="800000"/>
                </a:ln>
                <a:solidFill>
                  <a:srgbClr val="FF0000"/>
                </a:solidFill>
                <a:effectLst/>
                <a:uLnTx/>
                <a:uFillTx/>
                <a:latin typeface="Univers Condensed"/>
                <a:ea typeface="+mj-ea"/>
                <a:cs typeface="+mj-cs"/>
              </a:rPr>
              <a:t>next generation of road funds</a:t>
            </a:r>
            <a:r>
              <a:rPr kumimoji="0" lang="en-US" sz="6600" b="0" i="0" u="none" strike="noStrike" kern="1200" cap="none" spc="0" normalizeH="0" baseline="0" noProof="0" dirty="0">
                <a:ln w="22225">
                  <a:solidFill>
                    <a:prstClr val="white"/>
                  </a:solidFill>
                  <a:miter lim="800000"/>
                </a:ln>
                <a:noFill/>
                <a:effectLst/>
                <a:uLnTx/>
                <a:uFillTx/>
                <a:latin typeface="Univers Condensed"/>
                <a:ea typeface="+mj-ea"/>
                <a:cs typeface="+mj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 w="22225">
                  <a:solidFill>
                    <a:prstClr val="white"/>
                  </a:solidFill>
                  <a:miter lim="800000"/>
                </a:ln>
                <a:noFill/>
                <a:effectLst/>
                <a:uLnTx/>
                <a:uFillTx/>
                <a:latin typeface="Univers Condensed"/>
                <a:ea typeface="+mj-ea"/>
                <a:cs typeface="+mj-cs"/>
              </a:rPr>
              <a:t>to provide resilience and sustainability of transport networks and corridors?</a:t>
            </a:r>
          </a:p>
        </p:txBody>
      </p:sp>
    </p:spTree>
    <p:extLst>
      <p:ext uri="{BB962C8B-B14F-4D97-AF65-F5344CB8AC3E}">
        <p14:creationId xmlns:p14="http://schemas.microsoft.com/office/powerpoint/2010/main" val="18355984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other and daughter on a windswept and muddy shoreline">
            <a:extLst>
              <a:ext uri="{FF2B5EF4-FFF2-40B4-BE49-F238E27FC236}">
                <a16:creationId xmlns:a16="http://schemas.microsoft.com/office/drawing/2014/main" id="{2FF6271A-9892-FD58-BF39-98FD78C4C537}"/>
              </a:ext>
            </a:extLst>
          </p:cNvPr>
          <p:cNvPicPr/>
          <p:nvPr/>
        </p:nvPicPr>
        <p:blipFill rotWithShape="1">
          <a:blip r:embed="rId2">
            <a:alphaModFix amt="40000"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3" b="10430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FE028C6-7978-FA58-AD3F-0114B8BB4618}"/>
              </a:ext>
            </a:extLst>
          </p:cNvPr>
          <p:cNvSpPr txBox="1">
            <a:spLocks/>
          </p:cNvSpPr>
          <p:nvPr/>
        </p:nvSpPr>
        <p:spPr>
          <a:xfrm>
            <a:off x="965200" y="1647723"/>
            <a:ext cx="10261600" cy="35625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11500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Rethinking Resilience</a:t>
            </a:r>
          </a:p>
          <a:p>
            <a:pPr algn="ctr">
              <a:spcAft>
                <a:spcPts val="600"/>
              </a:spcAft>
            </a:pPr>
            <a:endParaRPr lang="en-US" sz="11500" dirty="0">
              <a:ln w="22225">
                <a:solidFill>
                  <a:schemeClr val="tx1"/>
                </a:solidFill>
                <a:miter lim="800000"/>
              </a:ln>
              <a:noFill/>
            </a:endParaRPr>
          </a:p>
          <a:p>
            <a:pPr algn="ctr">
              <a:spcAft>
                <a:spcPts val="600"/>
              </a:spcAft>
            </a:pPr>
            <a:r>
              <a:rPr lang="en-US" sz="11500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Transport = enabler of economic growth</a:t>
            </a:r>
          </a:p>
        </p:txBody>
      </p:sp>
    </p:spTree>
    <p:extLst>
      <p:ext uri="{BB962C8B-B14F-4D97-AF65-F5344CB8AC3E}">
        <p14:creationId xmlns:p14="http://schemas.microsoft.com/office/powerpoint/2010/main" val="24965692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586FA5-C371-51AD-F1FB-666DE623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Climate-Resilient Transport Strategy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602BE7-1600-3E1D-BA2C-4AB8D7CABC54}"/>
              </a:ext>
            </a:extLst>
          </p:cNvPr>
          <p:cNvSpPr/>
          <p:nvPr/>
        </p:nvSpPr>
        <p:spPr>
          <a:xfrm>
            <a:off x="376720" y="2747691"/>
            <a:ext cx="5055892" cy="1632311"/>
          </a:xfrm>
          <a:prstGeom prst="rect">
            <a:avLst/>
          </a:prstGeom>
          <a:solidFill>
            <a:srgbClr val="002F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+mj-lt"/>
              </a:rPr>
              <a:t>Why is Climate-Resilient Transport Development Crucial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EE46AE1F-DF7A-1367-4603-1106CE55197E}"/>
              </a:ext>
            </a:extLst>
          </p:cNvPr>
          <p:cNvSpPr/>
          <p:nvPr/>
        </p:nvSpPr>
        <p:spPr>
          <a:xfrm rot="5400000">
            <a:off x="4925201" y="3380967"/>
            <a:ext cx="1632312" cy="365760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33523A-A5EC-1AEB-FEBE-20D236135361}"/>
              </a:ext>
            </a:extLst>
          </p:cNvPr>
          <p:cNvSpPr/>
          <p:nvPr/>
        </p:nvSpPr>
        <p:spPr>
          <a:xfrm>
            <a:off x="6044095" y="884902"/>
            <a:ext cx="5762626" cy="5353665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F54"/>
                </a:solidFill>
              </a:rPr>
              <a:t>Impact of CC on Transport Networks and Economic Implications of Climate-Related Disruptions: </a:t>
            </a:r>
            <a:r>
              <a:rPr lang="en-US" dirty="0">
                <a:solidFill>
                  <a:srgbClr val="002F54"/>
                </a:solidFill>
              </a:rPr>
              <a:t>Cost of transport disruptions for households and firms in low- and middle-income countries varies between $391 billion and $647 billion per year.</a:t>
            </a:r>
          </a:p>
          <a:p>
            <a:pPr marL="285750" indent="-28575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F54"/>
                </a:solidFill>
              </a:rPr>
              <a:t>Supply chain disruptions slowed Africa’s GDP growth </a:t>
            </a:r>
            <a:r>
              <a:rPr lang="en-US" dirty="0">
                <a:solidFill>
                  <a:srgbClr val="002F54"/>
                </a:solidFill>
              </a:rPr>
              <a:t>to 3.1% in 2022 down from 4.5% in 2021. Shipping and transport costs keep increasing.</a:t>
            </a:r>
          </a:p>
          <a:p>
            <a:pPr marL="285750" indent="-28575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F54"/>
                </a:solidFill>
              </a:rPr>
              <a:t>Positive socio-economic impacts on people and businesses: </a:t>
            </a:r>
            <a:r>
              <a:rPr lang="en-US" dirty="0">
                <a:solidFill>
                  <a:srgbClr val="002F54"/>
                </a:solidFill>
              </a:rPr>
              <a:t>Investing in climate-resilient transport infrastructure could lead to an estimated $4.2 trillion increase in global GDP by 2040 through improved access to markets and services.</a:t>
            </a:r>
            <a:endParaRPr lang="fr-FR" dirty="0">
              <a:solidFill>
                <a:srgbClr val="002F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580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7E0AD-38D2-131F-0F1B-F2796F659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83EA1C-9758-B483-5B55-DBDDF877D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Climate-Resilient Transport Strategy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86C21D-D132-9F60-ABB6-133A751322B8}"/>
              </a:ext>
            </a:extLst>
          </p:cNvPr>
          <p:cNvSpPr/>
          <p:nvPr/>
        </p:nvSpPr>
        <p:spPr>
          <a:xfrm>
            <a:off x="376720" y="1421636"/>
            <a:ext cx="5055892" cy="1632311"/>
          </a:xfrm>
          <a:prstGeom prst="rect">
            <a:avLst/>
          </a:prstGeom>
          <a:solidFill>
            <a:srgbClr val="002F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effectLst/>
                <a:latin typeface="+mj-lt"/>
                <a:ea typeface="Times New Roman" panose="02020603050405020304" pitchFamily="18" charset="0"/>
              </a:rPr>
              <a:t>Shifting Paradigms: </a:t>
            </a:r>
          </a:p>
          <a:p>
            <a:pPr algn="ctr"/>
            <a:r>
              <a:rPr lang="en-US" sz="2400" dirty="0">
                <a:effectLst/>
                <a:latin typeface="+mj-lt"/>
                <a:ea typeface="Times New Roman" panose="02020603050405020304" pitchFamily="18" charset="0"/>
              </a:rPr>
              <a:t>Toward Sustainable</a:t>
            </a:r>
          </a:p>
          <a:p>
            <a:pPr algn="ctr"/>
            <a:r>
              <a:rPr lang="en-US" sz="2400" dirty="0">
                <a:effectLst/>
                <a:latin typeface="+mj-lt"/>
                <a:ea typeface="Times New Roman" panose="02020603050405020304" pitchFamily="18" charset="0"/>
              </a:rPr>
              <a:t>Transport Services Provision</a:t>
            </a:r>
            <a:endParaRPr lang="en-US" sz="2400" dirty="0">
              <a:latin typeface="+mj-lt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B638702-9A10-9C00-E233-592641086831}"/>
              </a:ext>
            </a:extLst>
          </p:cNvPr>
          <p:cNvSpPr/>
          <p:nvPr/>
        </p:nvSpPr>
        <p:spPr>
          <a:xfrm rot="5400000">
            <a:off x="4925201" y="2054912"/>
            <a:ext cx="1632312" cy="365760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DC4728-D277-21C7-FDF6-02BEFCC66793}"/>
              </a:ext>
            </a:extLst>
          </p:cNvPr>
          <p:cNvSpPr/>
          <p:nvPr/>
        </p:nvSpPr>
        <p:spPr>
          <a:xfrm>
            <a:off x="6044095" y="973395"/>
            <a:ext cx="5762626" cy="2566218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F54"/>
                </a:solidFill>
              </a:rPr>
              <a:t>Current focus on asset-level interventions:</a:t>
            </a:r>
            <a:r>
              <a:rPr lang="en-US" dirty="0">
                <a:solidFill>
                  <a:srgbClr val="002F54"/>
                </a:solidFill>
              </a:rPr>
              <a:t> 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02F54"/>
                </a:solidFill>
              </a:rPr>
              <a:t>Transport sector operations rely heavily on the inclusion of Engineering and Design measures, and then O&amp;M in second place.</a:t>
            </a:r>
          </a:p>
        </p:txBody>
      </p:sp>
      <p:pic>
        <p:nvPicPr>
          <p:cNvPr id="3" name="Picture 10" descr="Engineers on site discussing">
            <a:extLst>
              <a:ext uri="{FF2B5EF4-FFF2-40B4-BE49-F238E27FC236}">
                <a16:creationId xmlns:a16="http://schemas.microsoft.com/office/drawing/2014/main" id="{271D39F6-A5F6-DB7E-7773-C74ED02C76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7" t="24383" r="28180" b="639"/>
          <a:stretch/>
        </p:blipFill>
        <p:spPr bwMode="auto">
          <a:xfrm>
            <a:off x="2309165" y="3877801"/>
            <a:ext cx="3604165" cy="2260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1DBBF3D6-9861-FB58-6BCA-FACF10B32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4094" y="3877802"/>
            <a:ext cx="3674140" cy="226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1649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DE824-FA6F-C48E-85D5-A7FCB33F5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CBE32C-C65C-248E-40D8-6C37BD185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Climate-Resilient Transport Strategy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D1BEE4-606A-479E-663D-E5BE6A75CF8C}"/>
              </a:ext>
            </a:extLst>
          </p:cNvPr>
          <p:cNvSpPr/>
          <p:nvPr/>
        </p:nvSpPr>
        <p:spPr>
          <a:xfrm>
            <a:off x="376720" y="1421636"/>
            <a:ext cx="5055892" cy="1632311"/>
          </a:xfrm>
          <a:prstGeom prst="rect">
            <a:avLst/>
          </a:prstGeom>
          <a:solidFill>
            <a:srgbClr val="002F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effectLst/>
                <a:latin typeface="+mj-lt"/>
                <a:ea typeface="Times New Roman" panose="02020603050405020304" pitchFamily="18" charset="0"/>
              </a:rPr>
              <a:t>Shifting Paradigms: </a:t>
            </a:r>
          </a:p>
          <a:p>
            <a:pPr algn="ctr"/>
            <a:r>
              <a:rPr lang="en-US" sz="2400" dirty="0">
                <a:effectLst/>
                <a:latin typeface="+mj-lt"/>
                <a:ea typeface="Times New Roman" panose="02020603050405020304" pitchFamily="18" charset="0"/>
              </a:rPr>
              <a:t>Toward Sustainable</a:t>
            </a:r>
          </a:p>
          <a:p>
            <a:pPr algn="ctr"/>
            <a:r>
              <a:rPr lang="en-US" sz="2400" dirty="0">
                <a:effectLst/>
                <a:latin typeface="+mj-lt"/>
                <a:ea typeface="Times New Roman" panose="02020603050405020304" pitchFamily="18" charset="0"/>
              </a:rPr>
              <a:t>Transport Services Provision</a:t>
            </a:r>
            <a:endParaRPr lang="en-US" sz="2400" dirty="0">
              <a:latin typeface="+mj-lt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F774197A-D1B9-5F2E-0D9F-9A1E84047223}"/>
              </a:ext>
            </a:extLst>
          </p:cNvPr>
          <p:cNvSpPr/>
          <p:nvPr/>
        </p:nvSpPr>
        <p:spPr>
          <a:xfrm rot="5400000">
            <a:off x="4925201" y="2054912"/>
            <a:ext cx="1632312" cy="365760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1A3C59-8996-B520-EEFF-D2E186B10B7E}"/>
              </a:ext>
            </a:extLst>
          </p:cNvPr>
          <p:cNvSpPr/>
          <p:nvPr/>
        </p:nvSpPr>
        <p:spPr>
          <a:xfrm>
            <a:off x="6044094" y="966255"/>
            <a:ext cx="5762626" cy="2556702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F54"/>
                </a:solidFill>
              </a:rPr>
              <a:t>Climate-Resilient Transport for Sustainable Services, Trade and Logistics: 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02F54"/>
                </a:solidFill>
              </a:rPr>
              <a:t>Sustainable</a:t>
            </a:r>
            <a:r>
              <a:rPr lang="en-US" b="1" dirty="0">
                <a:solidFill>
                  <a:srgbClr val="002F54"/>
                </a:solidFill>
              </a:rPr>
              <a:t> </a:t>
            </a:r>
            <a:r>
              <a:rPr lang="en-US" dirty="0">
                <a:solidFill>
                  <a:srgbClr val="002F54"/>
                </a:solidFill>
              </a:rPr>
              <a:t>transport development plays a major role in promoting economic growth and social equity. Requires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holistic</a:t>
            </a:r>
            <a:r>
              <a:rPr lang="en-US" dirty="0">
                <a:solidFill>
                  <a:srgbClr val="002F54"/>
                </a:solidFill>
              </a:rPr>
              <a:t>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system-level </a:t>
            </a:r>
            <a:r>
              <a:rPr lang="en-US" dirty="0">
                <a:solidFill>
                  <a:srgbClr val="002F54"/>
                </a:solidFill>
              </a:rPr>
              <a:t>and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multimodal </a:t>
            </a:r>
            <a:r>
              <a:rPr lang="en-US" dirty="0">
                <a:solidFill>
                  <a:srgbClr val="002F54"/>
                </a:solidFill>
              </a:rPr>
              <a:t>development strategies.</a:t>
            </a:r>
            <a:endParaRPr lang="fr-FR" dirty="0">
              <a:solidFill>
                <a:srgbClr val="002F54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DD88ED-A183-BDC3-8011-E36DB4596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9035" y="3877801"/>
            <a:ext cx="3604165" cy="227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7DABD9F0-6535-A31A-1AEE-020B40975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154" y="3877801"/>
            <a:ext cx="3413811" cy="2277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BC7B2D-A657-4B8B-9DE6-01CA678747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0206"/>
          <a:stretch/>
        </p:blipFill>
        <p:spPr>
          <a:xfrm>
            <a:off x="4468131" y="3861146"/>
            <a:ext cx="3446093" cy="229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0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586FA5-C371-51AD-F1FB-666DE623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Climate-Resilient Transport Strategy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9F4DB8-1252-06A8-2A05-4A726F972732}"/>
              </a:ext>
            </a:extLst>
          </p:cNvPr>
          <p:cNvSpPr/>
          <p:nvPr/>
        </p:nvSpPr>
        <p:spPr>
          <a:xfrm>
            <a:off x="6091720" y="1748519"/>
            <a:ext cx="4524687" cy="4032289"/>
          </a:xfrm>
          <a:prstGeom prst="rect">
            <a:avLst/>
          </a:prstGeom>
          <a:solidFill>
            <a:srgbClr val="002F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AutoNum type="arabicPeriod"/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System Planning &amp; Financing</a:t>
            </a:r>
          </a:p>
          <a:p>
            <a:pPr marL="457200" indent="-457200">
              <a:buAutoNum type="arabicPeriod"/>
            </a:pP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Engineering &amp; Design</a:t>
            </a:r>
          </a:p>
          <a:p>
            <a:pPr marL="457200" indent="-457200">
              <a:buAutoNum type="arabicPeriod"/>
            </a:pP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Operations &amp; Maintenance</a:t>
            </a:r>
          </a:p>
          <a:p>
            <a:pPr marL="457200" indent="-457200">
              <a:buAutoNum type="arabicPeriod"/>
            </a:pP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Contingency Planning</a:t>
            </a:r>
          </a:p>
          <a:p>
            <a:pPr marL="457200" indent="-457200">
              <a:buAutoNum type="arabicPeriod"/>
            </a:pP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Institutional Capacity &amp; Coordination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7CAC4105-5162-564A-3B28-7F4FAB8539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6624115"/>
              </p:ext>
            </p:extLst>
          </p:nvPr>
        </p:nvGraphicFramePr>
        <p:xfrm>
          <a:off x="57700" y="2048282"/>
          <a:ext cx="6034020" cy="34327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59E9C525-8B8E-B0C4-C389-8BDC881D8ECC}"/>
              </a:ext>
            </a:extLst>
          </p:cNvPr>
          <p:cNvGrpSpPr/>
          <p:nvPr/>
        </p:nvGrpSpPr>
        <p:grpSpPr>
          <a:xfrm>
            <a:off x="987443" y="2124043"/>
            <a:ext cx="4270627" cy="3639264"/>
            <a:chOff x="871222" y="1132078"/>
            <a:chExt cx="3313522" cy="278314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0C6FB6E-32CE-D484-6D5C-A69D941C409C}"/>
                </a:ext>
              </a:extLst>
            </p:cNvPr>
            <p:cNvGrpSpPr/>
            <p:nvPr/>
          </p:nvGrpSpPr>
          <p:grpSpPr>
            <a:xfrm>
              <a:off x="871222" y="1132078"/>
              <a:ext cx="3313522" cy="2783148"/>
              <a:chOff x="5200664" y="2482558"/>
              <a:chExt cx="1993422" cy="2010080"/>
            </a:xfrm>
          </p:grpSpPr>
          <p:sp>
            <p:nvSpPr>
              <p:cNvPr id="2" name="Text Box 2">
                <a:extLst>
                  <a:ext uri="{FF2B5EF4-FFF2-40B4-BE49-F238E27FC236}">
                    <a16:creationId xmlns:a16="http://schemas.microsoft.com/office/drawing/2014/main" id="{391CC328-91F7-9A80-9F3A-0C796CEE5D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17630" y="2935327"/>
                <a:ext cx="398780" cy="5949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800" b="1" kern="100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5</a:t>
                </a:r>
                <a:endPara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" name="Text Box 2">
                <a:extLst>
                  <a:ext uri="{FF2B5EF4-FFF2-40B4-BE49-F238E27FC236}">
                    <a16:creationId xmlns:a16="http://schemas.microsoft.com/office/drawing/2014/main" id="{EA29D9E4-F058-36D2-A2C5-CB0F9D551E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45359" y="2482558"/>
                <a:ext cx="391795" cy="5949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800" b="1" kern="100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1</a:t>
                </a:r>
                <a:endPara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" name="Text Box 2">
                <a:extLst>
                  <a:ext uri="{FF2B5EF4-FFF2-40B4-BE49-F238E27FC236}">
                    <a16:creationId xmlns:a16="http://schemas.microsoft.com/office/drawing/2014/main" id="{0849A5A5-AC77-BC4D-41ED-B2400C34B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32217" y="2557780"/>
                <a:ext cx="391795" cy="5949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800" b="1" kern="100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2</a:t>
                </a:r>
                <a:endPara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" name="Text Box 2">
                <a:extLst>
                  <a:ext uri="{FF2B5EF4-FFF2-40B4-BE49-F238E27FC236}">
                    <a16:creationId xmlns:a16="http://schemas.microsoft.com/office/drawing/2014/main" id="{71B7323D-503A-067A-A39D-253040968D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02291" y="3897643"/>
                <a:ext cx="391795" cy="5949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800" b="1" kern="100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3</a:t>
                </a:r>
                <a:endPara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Text Box 2">
                <a:extLst>
                  <a:ext uri="{FF2B5EF4-FFF2-40B4-BE49-F238E27FC236}">
                    <a16:creationId xmlns:a16="http://schemas.microsoft.com/office/drawing/2014/main" id="{8B0F8E45-1CA0-6E94-975F-DF7F34202A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00664" y="3741742"/>
                <a:ext cx="391795" cy="5949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800" b="1" kern="100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4</a:t>
                </a:r>
                <a:endPara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17" name="Graphic 79" descr="Bank outline">
              <a:extLst>
                <a:ext uri="{FF2B5EF4-FFF2-40B4-BE49-F238E27FC236}">
                  <a16:creationId xmlns:a16="http://schemas.microsoft.com/office/drawing/2014/main" id="{902E32E5-AD13-76B0-EB67-5F5708563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080772" y="1974839"/>
              <a:ext cx="823828" cy="823828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A8D66B8-31E2-C5FB-AEB3-F9C458AEEF82}"/>
              </a:ext>
            </a:extLst>
          </p:cNvPr>
          <p:cNvSpPr txBox="1"/>
          <p:nvPr/>
        </p:nvSpPr>
        <p:spPr>
          <a:xfrm>
            <a:off x="2251179" y="949684"/>
            <a:ext cx="7681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rgbClr val="002F54"/>
                </a:solidFill>
                <a:latin typeface="+mj-lt"/>
              </a:rPr>
              <a:t>The Life-Cycle </a:t>
            </a:r>
            <a:r>
              <a:rPr lang="en-GB" b="1" dirty="0">
                <a:solidFill>
                  <a:srgbClr val="002F54"/>
                </a:solidFill>
                <a:latin typeface="+mj-lt"/>
              </a:rPr>
              <a:t>A</a:t>
            </a:r>
            <a:r>
              <a:rPr lang="en-GB" sz="1800" b="1" dirty="0">
                <a:solidFill>
                  <a:srgbClr val="002F54"/>
                </a:solidFill>
                <a:latin typeface="+mj-lt"/>
              </a:rPr>
              <a:t>pproach – 5 pillars for a more comprehensive approach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853120-BC6C-07E0-E492-AB332C7BDFBE}"/>
              </a:ext>
            </a:extLst>
          </p:cNvPr>
          <p:cNvSpPr/>
          <p:nvPr/>
        </p:nvSpPr>
        <p:spPr>
          <a:xfrm>
            <a:off x="6091719" y="1748519"/>
            <a:ext cx="4524687" cy="4032289"/>
          </a:xfrm>
          <a:prstGeom prst="rect">
            <a:avLst/>
          </a:prstGeom>
          <a:solidFill>
            <a:srgbClr val="002F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rgbClr val="39A5AD"/>
                </a:solidFill>
                <a:effectLst/>
                <a:latin typeface="+mj-lt"/>
                <a:ea typeface="Times New Roman" panose="02020603050405020304" pitchFamily="18" charset="0"/>
              </a:rPr>
              <a:t>System Planning &amp; Financing</a:t>
            </a:r>
          </a:p>
          <a:p>
            <a:pPr marL="457200" indent="-457200">
              <a:buAutoNum type="arabicPeriod"/>
            </a:pP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2">
                    <a:lumMod val="9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Engineering &amp; Design</a:t>
            </a:r>
          </a:p>
          <a:p>
            <a:pPr marL="457200" indent="-457200">
              <a:buAutoNum type="arabicPeriod"/>
            </a:pPr>
            <a:endParaRPr lang="en-US" sz="2000" dirty="0">
              <a:solidFill>
                <a:schemeClr val="bg2">
                  <a:lumMod val="90000"/>
                </a:schemeClr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2">
                    <a:lumMod val="9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Operations &amp; Maintenance</a:t>
            </a:r>
          </a:p>
          <a:p>
            <a:pPr marL="457200" indent="-457200">
              <a:buAutoNum type="arabicPeriod"/>
            </a:pP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39A5AD"/>
                </a:solidFill>
                <a:effectLst/>
                <a:latin typeface="+mj-lt"/>
                <a:ea typeface="Times New Roman" panose="02020603050405020304" pitchFamily="18" charset="0"/>
              </a:rPr>
              <a:t>Contingency Planning</a:t>
            </a:r>
          </a:p>
          <a:p>
            <a:pPr marL="457200" indent="-457200">
              <a:buAutoNum type="arabicPeriod"/>
            </a:pPr>
            <a:endParaRPr lang="en-US" sz="2000" dirty="0">
              <a:solidFill>
                <a:srgbClr val="39A5AD"/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39A5AD"/>
                </a:solidFill>
                <a:effectLst/>
                <a:latin typeface="+mj-lt"/>
                <a:ea typeface="Times New Roman" panose="02020603050405020304" pitchFamily="18" charset="0"/>
              </a:rPr>
              <a:t>Institutional Capacity &amp; Coordination</a:t>
            </a: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9EB67386-D41E-A254-5763-E80793B1EE59}"/>
              </a:ext>
            </a:extLst>
          </p:cNvPr>
          <p:cNvSpPr/>
          <p:nvPr/>
        </p:nvSpPr>
        <p:spPr>
          <a:xfrm rot="6684479">
            <a:off x="2565588" y="2232054"/>
            <a:ext cx="313136" cy="254863"/>
          </a:xfrm>
          <a:prstGeom prst="triangle">
            <a:avLst>
              <a:gd name="adj" fmla="val 100000"/>
            </a:avLst>
          </a:prstGeom>
          <a:solidFill>
            <a:srgbClr val="2F3286"/>
          </a:solidFill>
          <a:ln>
            <a:solidFill>
              <a:srgbClr val="2F32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48D0EF2-2913-44CC-5900-CAAD7D8330CA}"/>
              </a:ext>
            </a:extLst>
          </p:cNvPr>
          <p:cNvSpPr/>
          <p:nvPr/>
        </p:nvSpPr>
        <p:spPr>
          <a:xfrm rot="1344038">
            <a:off x="1539626" y="4018640"/>
            <a:ext cx="313136" cy="254863"/>
          </a:xfrm>
          <a:prstGeom prst="triangle">
            <a:avLst>
              <a:gd name="adj" fmla="val 100000"/>
            </a:avLst>
          </a:prstGeom>
          <a:solidFill>
            <a:srgbClr val="2F3286"/>
          </a:solidFill>
          <a:ln>
            <a:solidFill>
              <a:srgbClr val="2F32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5BB3CF7A-5EF6-BF01-5939-E00A7EE3436E}"/>
              </a:ext>
            </a:extLst>
          </p:cNvPr>
          <p:cNvSpPr/>
          <p:nvPr/>
        </p:nvSpPr>
        <p:spPr>
          <a:xfrm rot="17709488">
            <a:off x="3269688" y="5040275"/>
            <a:ext cx="313136" cy="254863"/>
          </a:xfrm>
          <a:prstGeom prst="triangle">
            <a:avLst>
              <a:gd name="adj" fmla="val 100000"/>
            </a:avLst>
          </a:prstGeom>
          <a:solidFill>
            <a:srgbClr val="2F3286"/>
          </a:solidFill>
          <a:ln>
            <a:solidFill>
              <a:srgbClr val="2F32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8BA4239-0608-9D02-BD84-AA97F91309F1}"/>
              </a:ext>
            </a:extLst>
          </p:cNvPr>
          <p:cNvSpPr/>
          <p:nvPr/>
        </p:nvSpPr>
        <p:spPr>
          <a:xfrm rot="11592624">
            <a:off x="4327200" y="3314912"/>
            <a:ext cx="313136" cy="254863"/>
          </a:xfrm>
          <a:prstGeom prst="triangle">
            <a:avLst>
              <a:gd name="adj" fmla="val 100000"/>
            </a:avLst>
          </a:prstGeom>
          <a:solidFill>
            <a:srgbClr val="2F3286"/>
          </a:solidFill>
          <a:ln>
            <a:solidFill>
              <a:srgbClr val="2F32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DF8169-ABB8-4DF1-1E35-3DD71EB771F1}"/>
              </a:ext>
            </a:extLst>
          </p:cNvPr>
          <p:cNvSpPr txBox="1"/>
          <p:nvPr/>
        </p:nvSpPr>
        <p:spPr>
          <a:xfrm>
            <a:off x="2251178" y="5970676"/>
            <a:ext cx="7681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rgbClr val="FF0000"/>
                </a:solidFill>
                <a:latin typeface="+mj-lt"/>
              </a:rPr>
              <a:t>&gt; Role of road funds &lt;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809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92EC31C-DD41-5E0A-169D-43EB79C587CF}"/>
              </a:ext>
            </a:extLst>
          </p:cNvPr>
          <p:cNvGrpSpPr/>
          <p:nvPr/>
        </p:nvGrpSpPr>
        <p:grpSpPr>
          <a:xfrm>
            <a:off x="560919" y="1561156"/>
            <a:ext cx="3166131" cy="5281992"/>
            <a:chOff x="1081632" y="1422092"/>
            <a:chExt cx="3179905" cy="5304971"/>
          </a:xfrm>
        </p:grpSpPr>
        <p:sp>
          <p:nvSpPr>
            <p:cNvPr id="19" name="Rectangle 19">
              <a:extLst>
                <a:ext uri="{FF2B5EF4-FFF2-40B4-BE49-F238E27FC236}">
                  <a16:creationId xmlns:a16="http://schemas.microsoft.com/office/drawing/2014/main" id="{5E5FA0F3-AE86-2469-51AF-89B7A8D3C03F}"/>
                </a:ext>
              </a:extLst>
            </p:cNvPr>
            <p:cNvSpPr/>
            <p:nvPr/>
          </p:nvSpPr>
          <p:spPr>
            <a:xfrm>
              <a:off x="1113837" y="1422092"/>
              <a:ext cx="3146802" cy="5304971"/>
            </a:xfrm>
            <a:prstGeom prst="rect">
              <a:avLst/>
            </a:pr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0472">
                <a:defRPr/>
              </a:pPr>
              <a:endParaRPr lang="en-US" sz="179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42E9390-1E48-8392-A666-491E160A51E4}"/>
                </a:ext>
              </a:extLst>
            </p:cNvPr>
            <p:cNvSpPr txBox="1"/>
            <p:nvPr/>
          </p:nvSpPr>
          <p:spPr>
            <a:xfrm>
              <a:off x="1538450" y="1477447"/>
              <a:ext cx="2190791" cy="585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0472">
                <a:defRPr/>
              </a:pPr>
              <a:r>
                <a:rPr lang="en-US" sz="1593" b="1" dirty="0">
                  <a:solidFill>
                    <a:srgbClr val="A9D18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Plan A -</a:t>
              </a:r>
              <a:r>
                <a:rPr lang="en-US" sz="1593" b="1" dirty="0">
                  <a:solidFill>
                    <a:srgbClr val="55C6CD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en-US" sz="1593" b="1" dirty="0">
                  <a:solidFill>
                    <a:prstClr val="black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$130 Million </a:t>
              </a:r>
            </a:p>
            <a:p>
              <a:pPr algn="ctr" defTabSz="910472">
                <a:defRPr/>
              </a:pPr>
              <a:endParaRPr lang="en-US" sz="1593" b="1" dirty="0">
                <a:solidFill>
                  <a:srgbClr val="55C6C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DF09A26-8A00-C12C-1EB8-B7A66839F0A6}"/>
                </a:ext>
              </a:extLst>
            </p:cNvPr>
            <p:cNvSpPr txBox="1"/>
            <p:nvPr/>
          </p:nvSpPr>
          <p:spPr>
            <a:xfrm>
              <a:off x="1081632" y="1883475"/>
              <a:ext cx="3153890" cy="893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0472">
                <a:defRPr/>
              </a:pPr>
              <a:r>
                <a:rPr lang="en-US" sz="1295" b="1" dirty="0">
                  <a:solidFill>
                    <a:srgbClr val="595959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Expensive structural interventions </a:t>
              </a:r>
              <a:r>
                <a:rPr lang="en-US" sz="1295" dirty="0">
                  <a:solidFill>
                    <a:srgbClr val="595959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that can absorb high impact stressing </a:t>
              </a:r>
            </a:p>
            <a:p>
              <a:pPr algn="ctr" defTabSz="910472">
                <a:defRPr/>
              </a:pPr>
              <a:endParaRPr lang="en-US" sz="1295" dirty="0">
                <a:solidFill>
                  <a:srgbClr val="59595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algn="ctr" defTabSz="910472">
                <a:defRPr/>
              </a:pPr>
              <a:r>
                <a:rPr lang="en-US" sz="1295" dirty="0">
                  <a:solidFill>
                    <a:srgbClr val="595959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[Applied to: 31 bridges, 910 km of roads]</a:t>
              </a:r>
            </a:p>
          </p:txBody>
        </p:sp>
        <p:pic>
          <p:nvPicPr>
            <p:cNvPr id="159" name="Εικόνα 1">
              <a:extLst>
                <a:ext uri="{FF2B5EF4-FFF2-40B4-BE49-F238E27FC236}">
                  <a16:creationId xmlns:a16="http://schemas.microsoft.com/office/drawing/2014/main" id="{066FBEBE-6840-FD61-DE62-8F65383F8C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974" b="1"/>
            <a:stretch/>
          </p:blipFill>
          <p:spPr>
            <a:xfrm>
              <a:off x="1107647" y="2987462"/>
              <a:ext cx="3153890" cy="2549605"/>
            </a:xfrm>
            <a:prstGeom prst="rect">
              <a:avLst/>
            </a:prstGeom>
            <a:ln w="19050">
              <a:noFill/>
            </a:ln>
          </p:spPr>
        </p:pic>
        <p:sp>
          <p:nvSpPr>
            <p:cNvPr id="287" name="Rectangle 19">
              <a:extLst>
                <a:ext uri="{FF2B5EF4-FFF2-40B4-BE49-F238E27FC236}">
                  <a16:creationId xmlns:a16="http://schemas.microsoft.com/office/drawing/2014/main" id="{8E863729-1037-281B-93C0-929EB943E3D8}"/>
                </a:ext>
              </a:extLst>
            </p:cNvPr>
            <p:cNvSpPr/>
            <p:nvPr/>
          </p:nvSpPr>
          <p:spPr>
            <a:xfrm>
              <a:off x="1131281" y="2960687"/>
              <a:ext cx="3128282" cy="2576379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0472">
                <a:defRPr/>
              </a:pPr>
              <a:endParaRPr lang="en-US" sz="179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60" name="Ομάδα 334">
              <a:extLst>
                <a:ext uri="{FF2B5EF4-FFF2-40B4-BE49-F238E27FC236}">
                  <a16:creationId xmlns:a16="http://schemas.microsoft.com/office/drawing/2014/main" id="{D303689B-63BF-713D-BDAD-18738E3F805D}"/>
                </a:ext>
              </a:extLst>
            </p:cNvPr>
            <p:cNvGrpSpPr/>
            <p:nvPr/>
          </p:nvGrpSpPr>
          <p:grpSpPr>
            <a:xfrm>
              <a:off x="2190498" y="4841471"/>
              <a:ext cx="651678" cy="651677"/>
              <a:chOff x="6510225" y="5791023"/>
              <a:chExt cx="731520" cy="731520"/>
            </a:xfrm>
          </p:grpSpPr>
          <p:sp>
            <p:nvSpPr>
              <p:cNvPr id="161" name="Οβάλ 220">
                <a:extLst>
                  <a:ext uri="{FF2B5EF4-FFF2-40B4-BE49-F238E27FC236}">
                    <a16:creationId xmlns:a16="http://schemas.microsoft.com/office/drawing/2014/main" id="{4F95C8D3-CDE7-85E6-4134-54FC524716B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10225" y="5791023"/>
                <a:ext cx="731520" cy="731520"/>
              </a:xfrm>
              <a:prstGeom prst="ellipse">
                <a:avLst/>
              </a:prstGeom>
              <a:solidFill>
                <a:sysClr val="window" lastClr="FFFFFF">
                  <a:alpha val="85000"/>
                </a:sysClr>
              </a:solidFill>
              <a:ln w="28575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grpSp>
            <p:nvGrpSpPr>
              <p:cNvPr id="162" name="Ομάδα 221">
                <a:extLst>
                  <a:ext uri="{FF2B5EF4-FFF2-40B4-BE49-F238E27FC236}">
                    <a16:creationId xmlns:a16="http://schemas.microsoft.com/office/drawing/2014/main" id="{D9A66AE3-B064-1C53-03EF-D1A6F1B1F65F}"/>
                  </a:ext>
                </a:extLst>
              </p:cNvPr>
              <p:cNvGrpSpPr/>
              <p:nvPr/>
            </p:nvGrpSpPr>
            <p:grpSpPr>
              <a:xfrm>
                <a:off x="6646067" y="5955503"/>
                <a:ext cx="513010" cy="448871"/>
                <a:chOff x="10832377" y="5600373"/>
                <a:chExt cx="513010" cy="448871"/>
              </a:xfrm>
            </p:grpSpPr>
            <p:grpSp>
              <p:nvGrpSpPr>
                <p:cNvPr id="165" name="Ομάδα 222">
                  <a:extLst>
                    <a:ext uri="{FF2B5EF4-FFF2-40B4-BE49-F238E27FC236}">
                      <a16:creationId xmlns:a16="http://schemas.microsoft.com/office/drawing/2014/main" id="{E630E044-0281-FE04-4E24-373F5E2CE3B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20829087">
                  <a:off x="10867880" y="5600373"/>
                  <a:ext cx="477507" cy="416161"/>
                  <a:chOff x="1025051" y="3993303"/>
                  <a:chExt cx="793327" cy="691405"/>
                </a:xfrm>
              </p:grpSpPr>
              <p:sp>
                <p:nvSpPr>
                  <p:cNvPr id="190" name="Ορθογώνιο 235">
                    <a:extLst>
                      <a:ext uri="{FF2B5EF4-FFF2-40B4-BE49-F238E27FC236}">
                        <a16:creationId xmlns:a16="http://schemas.microsoft.com/office/drawing/2014/main" id="{AA714293-4BF2-9D1D-32C8-69B1094C50A6}"/>
                      </a:ext>
                    </a:extLst>
                  </p:cNvPr>
                  <p:cNvSpPr/>
                  <p:nvPr/>
                </p:nvSpPr>
                <p:spPr>
                  <a:xfrm rot="714471">
                    <a:off x="1202953" y="4036939"/>
                    <a:ext cx="276034" cy="647769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ysClr val="window" lastClr="FFFFFF">
                        <a:lumMod val="50000"/>
                      </a:sys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910472">
                      <a:defRPr/>
                    </a:pPr>
                    <a:r>
                      <a:rPr lang="en-US" sz="1792" kern="0">
                        <a:solidFill>
                          <a:prstClr val="white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a:t> </a:t>
                    </a:r>
                  </a:p>
                </p:txBody>
              </p:sp>
              <p:sp>
                <p:nvSpPr>
                  <p:cNvPr id="191" name="Ορθογώνιο 236">
                    <a:extLst>
                      <a:ext uri="{FF2B5EF4-FFF2-40B4-BE49-F238E27FC236}">
                        <a16:creationId xmlns:a16="http://schemas.microsoft.com/office/drawing/2014/main" id="{436A814D-AD0C-7196-DD32-FF4EAA08B218}"/>
                      </a:ext>
                    </a:extLst>
                  </p:cNvPr>
                  <p:cNvSpPr/>
                  <p:nvPr/>
                </p:nvSpPr>
                <p:spPr>
                  <a:xfrm rot="762807">
                    <a:off x="1025051" y="3993303"/>
                    <a:ext cx="793327" cy="51293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ysClr val="window" lastClr="FFFFFF">
                        <a:lumMod val="50000"/>
                      </a:sys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910472">
                      <a:defRPr/>
                    </a:pPr>
                    <a:endParaRPr lang="en-US" sz="1792" kern="0">
                      <a:solidFill>
                        <a:prstClr val="white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endParaRPr>
                  </a:p>
                </p:txBody>
              </p:sp>
            </p:grpSp>
            <p:sp>
              <p:nvSpPr>
                <p:cNvPr id="166" name="Οβάλ 223">
                  <a:extLst>
                    <a:ext uri="{FF2B5EF4-FFF2-40B4-BE49-F238E27FC236}">
                      <a16:creationId xmlns:a16="http://schemas.microsoft.com/office/drawing/2014/main" id="{71736134-AB0D-FD44-3646-8B65273FFC35}"/>
                    </a:ext>
                  </a:extLst>
                </p:cNvPr>
                <p:cNvSpPr/>
                <p:nvPr/>
              </p:nvSpPr>
              <p:spPr>
                <a:xfrm>
                  <a:off x="11075765" y="5988285"/>
                  <a:ext cx="73152" cy="4571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F28E2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0472">
                    <a:defRPr/>
                  </a:pPr>
                  <a:endParaRPr lang="en-US" sz="1792" kern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  <p:sp>
              <p:nvSpPr>
                <p:cNvPr id="179" name="Οβάλ 224">
                  <a:extLst>
                    <a:ext uri="{FF2B5EF4-FFF2-40B4-BE49-F238E27FC236}">
                      <a16:creationId xmlns:a16="http://schemas.microsoft.com/office/drawing/2014/main" id="{B427961D-B66C-9162-E21F-C973C96BECB6}"/>
                    </a:ext>
                  </a:extLst>
                </p:cNvPr>
                <p:cNvSpPr/>
                <p:nvPr/>
              </p:nvSpPr>
              <p:spPr>
                <a:xfrm>
                  <a:off x="11157045" y="5998445"/>
                  <a:ext cx="73152" cy="4571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F28E2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0472">
                    <a:defRPr/>
                  </a:pPr>
                  <a:endParaRPr lang="en-US" sz="1792" kern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  <p:sp>
              <p:nvSpPr>
                <p:cNvPr id="180" name="Οβάλ 225">
                  <a:extLst>
                    <a:ext uri="{FF2B5EF4-FFF2-40B4-BE49-F238E27FC236}">
                      <a16:creationId xmlns:a16="http://schemas.microsoft.com/office/drawing/2014/main" id="{A96543E0-8016-BBDB-A3EB-3EB45CF21FC2}"/>
                    </a:ext>
                  </a:extLst>
                </p:cNvPr>
                <p:cNvSpPr/>
                <p:nvPr/>
              </p:nvSpPr>
              <p:spPr>
                <a:xfrm>
                  <a:off x="11081482" y="5942566"/>
                  <a:ext cx="73152" cy="4571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F28E2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0472">
                    <a:defRPr/>
                  </a:pPr>
                  <a:endParaRPr lang="en-US" sz="1792" kern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  <p:sp>
              <p:nvSpPr>
                <p:cNvPr id="181" name="Οβάλ 226">
                  <a:extLst>
                    <a:ext uri="{FF2B5EF4-FFF2-40B4-BE49-F238E27FC236}">
                      <a16:creationId xmlns:a16="http://schemas.microsoft.com/office/drawing/2014/main" id="{87A03E0C-4D8A-CE4E-98A7-AC237D40B694}"/>
                    </a:ext>
                  </a:extLst>
                </p:cNvPr>
                <p:cNvSpPr/>
                <p:nvPr/>
              </p:nvSpPr>
              <p:spPr>
                <a:xfrm>
                  <a:off x="11206829" y="5959310"/>
                  <a:ext cx="73152" cy="4571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F28E2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0472">
                    <a:defRPr/>
                  </a:pPr>
                  <a:endParaRPr lang="en-US" sz="1792" kern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  <p:sp>
              <p:nvSpPr>
                <p:cNvPr id="182" name="Οβάλ 227">
                  <a:extLst>
                    <a:ext uri="{FF2B5EF4-FFF2-40B4-BE49-F238E27FC236}">
                      <a16:creationId xmlns:a16="http://schemas.microsoft.com/office/drawing/2014/main" id="{D61012B9-8B6A-AAA8-09CC-6B1DE25983D1}"/>
                    </a:ext>
                  </a:extLst>
                </p:cNvPr>
                <p:cNvSpPr/>
                <p:nvPr/>
              </p:nvSpPr>
              <p:spPr>
                <a:xfrm>
                  <a:off x="11243405" y="6003525"/>
                  <a:ext cx="73152" cy="4571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F28E2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0472">
                    <a:defRPr/>
                  </a:pPr>
                  <a:endParaRPr lang="en-US" sz="1792" kern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  <p:sp>
              <p:nvSpPr>
                <p:cNvPr id="183" name="Οβάλ 228">
                  <a:extLst>
                    <a:ext uri="{FF2B5EF4-FFF2-40B4-BE49-F238E27FC236}">
                      <a16:creationId xmlns:a16="http://schemas.microsoft.com/office/drawing/2014/main" id="{BE3DF9FE-CED5-56AC-A1CC-D950A986B852}"/>
                    </a:ext>
                  </a:extLst>
                </p:cNvPr>
                <p:cNvSpPr/>
                <p:nvPr/>
              </p:nvSpPr>
              <p:spPr>
                <a:xfrm>
                  <a:off x="10918285" y="5983205"/>
                  <a:ext cx="73152" cy="4571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F28E2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0472">
                    <a:defRPr/>
                  </a:pPr>
                  <a:endParaRPr lang="en-US" sz="1792" kern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  <p:sp>
              <p:nvSpPr>
                <p:cNvPr id="184" name="Οβάλ 229">
                  <a:extLst>
                    <a:ext uri="{FF2B5EF4-FFF2-40B4-BE49-F238E27FC236}">
                      <a16:creationId xmlns:a16="http://schemas.microsoft.com/office/drawing/2014/main" id="{DA3633F1-1459-200B-9FC4-9AE1E6381CAC}"/>
                    </a:ext>
                  </a:extLst>
                </p:cNvPr>
                <p:cNvSpPr/>
                <p:nvPr/>
              </p:nvSpPr>
              <p:spPr>
                <a:xfrm>
                  <a:off x="11004645" y="5993365"/>
                  <a:ext cx="73152" cy="4571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F28E2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0472">
                    <a:defRPr/>
                  </a:pPr>
                  <a:endParaRPr lang="en-US" sz="1792" kern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  <p:sp>
              <p:nvSpPr>
                <p:cNvPr id="185" name="Οβάλ 230">
                  <a:extLst>
                    <a:ext uri="{FF2B5EF4-FFF2-40B4-BE49-F238E27FC236}">
                      <a16:creationId xmlns:a16="http://schemas.microsoft.com/office/drawing/2014/main" id="{1848BE85-BD31-0FB3-82AA-1D8C1749A622}"/>
                    </a:ext>
                  </a:extLst>
                </p:cNvPr>
                <p:cNvSpPr/>
                <p:nvPr/>
              </p:nvSpPr>
              <p:spPr>
                <a:xfrm>
                  <a:off x="10924002" y="5937486"/>
                  <a:ext cx="73152" cy="4571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F28E2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0472">
                    <a:defRPr/>
                  </a:pPr>
                  <a:endParaRPr lang="en-US" sz="1792" kern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  <p:sp>
              <p:nvSpPr>
                <p:cNvPr id="186" name="Οβάλ 231">
                  <a:extLst>
                    <a:ext uri="{FF2B5EF4-FFF2-40B4-BE49-F238E27FC236}">
                      <a16:creationId xmlns:a16="http://schemas.microsoft.com/office/drawing/2014/main" id="{390FEB65-F5FD-0F6C-A966-25D469E89BB0}"/>
                    </a:ext>
                  </a:extLst>
                </p:cNvPr>
                <p:cNvSpPr/>
                <p:nvPr/>
              </p:nvSpPr>
              <p:spPr>
                <a:xfrm>
                  <a:off x="10998251" y="5943036"/>
                  <a:ext cx="73152" cy="4571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F28E2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0472">
                    <a:defRPr/>
                  </a:pPr>
                  <a:endParaRPr lang="en-US" sz="1792" kern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  <p:sp>
              <p:nvSpPr>
                <p:cNvPr id="187" name="Οβάλ 232">
                  <a:extLst>
                    <a:ext uri="{FF2B5EF4-FFF2-40B4-BE49-F238E27FC236}">
                      <a16:creationId xmlns:a16="http://schemas.microsoft.com/office/drawing/2014/main" id="{1296FE68-6D56-5F8D-C423-01F98A87B622}"/>
                    </a:ext>
                  </a:extLst>
                </p:cNvPr>
                <p:cNvSpPr/>
                <p:nvPr/>
              </p:nvSpPr>
              <p:spPr>
                <a:xfrm>
                  <a:off x="11146885" y="5949899"/>
                  <a:ext cx="73152" cy="4571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F28E2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0472">
                    <a:defRPr/>
                  </a:pPr>
                  <a:endParaRPr lang="en-US" sz="1792" kern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  <p:sp>
              <p:nvSpPr>
                <p:cNvPr id="188" name="Οβάλ 233">
                  <a:extLst>
                    <a:ext uri="{FF2B5EF4-FFF2-40B4-BE49-F238E27FC236}">
                      <a16:creationId xmlns:a16="http://schemas.microsoft.com/office/drawing/2014/main" id="{E661FE5B-7270-02BC-FD11-278233400516}"/>
                    </a:ext>
                  </a:extLst>
                </p:cNvPr>
                <p:cNvSpPr/>
                <p:nvPr/>
              </p:nvSpPr>
              <p:spPr>
                <a:xfrm>
                  <a:off x="10860877" y="5943836"/>
                  <a:ext cx="73152" cy="4571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F28E2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0472">
                    <a:defRPr/>
                  </a:pPr>
                  <a:endParaRPr lang="en-US" sz="1792" kern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  <p:sp>
              <p:nvSpPr>
                <p:cNvPr id="189" name="Οβάλ 234">
                  <a:extLst>
                    <a:ext uri="{FF2B5EF4-FFF2-40B4-BE49-F238E27FC236}">
                      <a16:creationId xmlns:a16="http://schemas.microsoft.com/office/drawing/2014/main" id="{63D29A8C-9488-37F3-C2C3-088BB9F72C75}"/>
                    </a:ext>
                  </a:extLst>
                </p:cNvPr>
                <p:cNvSpPr/>
                <p:nvPr/>
              </p:nvSpPr>
              <p:spPr>
                <a:xfrm>
                  <a:off x="10832377" y="5987106"/>
                  <a:ext cx="73152" cy="45719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F28E2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0472">
                    <a:defRPr/>
                  </a:pPr>
                  <a:endParaRPr lang="en-US" sz="1792" kern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</p:grpSp>
          <p:sp>
            <p:nvSpPr>
              <p:cNvPr id="163" name="Ελεύθερη σχεδίαση: Σχήμα 237">
                <a:extLst>
                  <a:ext uri="{FF2B5EF4-FFF2-40B4-BE49-F238E27FC236}">
                    <a16:creationId xmlns:a16="http://schemas.microsoft.com/office/drawing/2014/main" id="{3670D3BF-C704-7DDA-61A0-0C8D44B750B0}"/>
                  </a:ext>
                </a:extLst>
              </p:cNvPr>
              <p:cNvSpPr/>
              <p:nvPr/>
            </p:nvSpPr>
            <p:spPr>
              <a:xfrm flipV="1">
                <a:off x="6674567" y="6165855"/>
                <a:ext cx="418903" cy="118643"/>
              </a:xfrm>
              <a:custGeom>
                <a:avLst/>
                <a:gdLst>
                  <a:gd name="connsiteX0" fmla="*/ 0 w 889000"/>
                  <a:gd name="connsiteY0" fmla="*/ 17061 h 164754"/>
                  <a:gd name="connsiteX1" fmla="*/ 340360 w 889000"/>
                  <a:gd name="connsiteY1" fmla="*/ 164381 h 164754"/>
                  <a:gd name="connsiteX2" fmla="*/ 629920 w 889000"/>
                  <a:gd name="connsiteY2" fmla="*/ 57701 h 164754"/>
                  <a:gd name="connsiteX3" fmla="*/ 817880 w 889000"/>
                  <a:gd name="connsiteY3" fmla="*/ 6901 h 164754"/>
                  <a:gd name="connsiteX4" fmla="*/ 889000 w 889000"/>
                  <a:gd name="connsiteY4" fmla="*/ 1821 h 164754"/>
                  <a:gd name="connsiteX0" fmla="*/ 0 w 716280"/>
                  <a:gd name="connsiteY0" fmla="*/ 113581 h 170986"/>
                  <a:gd name="connsiteX1" fmla="*/ 167640 w 716280"/>
                  <a:gd name="connsiteY1" fmla="*/ 164381 h 170986"/>
                  <a:gd name="connsiteX2" fmla="*/ 457200 w 716280"/>
                  <a:gd name="connsiteY2" fmla="*/ 57701 h 170986"/>
                  <a:gd name="connsiteX3" fmla="*/ 645160 w 716280"/>
                  <a:gd name="connsiteY3" fmla="*/ 6901 h 170986"/>
                  <a:gd name="connsiteX4" fmla="*/ 716280 w 716280"/>
                  <a:gd name="connsiteY4" fmla="*/ 1821 h 170986"/>
                  <a:gd name="connsiteX0" fmla="*/ 0 w 716280"/>
                  <a:gd name="connsiteY0" fmla="*/ 113581 h 195213"/>
                  <a:gd name="connsiteX1" fmla="*/ 167640 w 716280"/>
                  <a:gd name="connsiteY1" fmla="*/ 164381 h 195213"/>
                  <a:gd name="connsiteX2" fmla="*/ 335280 w 716280"/>
                  <a:gd name="connsiteY2" fmla="*/ 189781 h 195213"/>
                  <a:gd name="connsiteX3" fmla="*/ 457200 w 716280"/>
                  <a:gd name="connsiteY3" fmla="*/ 57701 h 195213"/>
                  <a:gd name="connsiteX4" fmla="*/ 645160 w 716280"/>
                  <a:gd name="connsiteY4" fmla="*/ 6901 h 195213"/>
                  <a:gd name="connsiteX5" fmla="*/ 716280 w 716280"/>
                  <a:gd name="connsiteY5" fmla="*/ 1821 h 195213"/>
                  <a:gd name="connsiteX0" fmla="*/ 0 w 716280"/>
                  <a:gd name="connsiteY0" fmla="*/ 113581 h 195213"/>
                  <a:gd name="connsiteX1" fmla="*/ 167640 w 716280"/>
                  <a:gd name="connsiteY1" fmla="*/ 164381 h 195213"/>
                  <a:gd name="connsiteX2" fmla="*/ 335280 w 716280"/>
                  <a:gd name="connsiteY2" fmla="*/ 189781 h 195213"/>
                  <a:gd name="connsiteX3" fmla="*/ 477520 w 716280"/>
                  <a:gd name="connsiteY3" fmla="*/ 83101 h 195213"/>
                  <a:gd name="connsiteX4" fmla="*/ 645160 w 716280"/>
                  <a:gd name="connsiteY4" fmla="*/ 6901 h 195213"/>
                  <a:gd name="connsiteX5" fmla="*/ 716280 w 716280"/>
                  <a:gd name="connsiteY5" fmla="*/ 1821 h 195213"/>
                  <a:gd name="connsiteX0" fmla="*/ 0 w 695960"/>
                  <a:gd name="connsiteY0" fmla="*/ 32301 h 197112"/>
                  <a:gd name="connsiteX1" fmla="*/ 147320 w 695960"/>
                  <a:gd name="connsiteY1" fmla="*/ 164381 h 197112"/>
                  <a:gd name="connsiteX2" fmla="*/ 314960 w 695960"/>
                  <a:gd name="connsiteY2" fmla="*/ 189781 h 197112"/>
                  <a:gd name="connsiteX3" fmla="*/ 457200 w 695960"/>
                  <a:gd name="connsiteY3" fmla="*/ 83101 h 197112"/>
                  <a:gd name="connsiteX4" fmla="*/ 624840 w 695960"/>
                  <a:gd name="connsiteY4" fmla="*/ 6901 h 197112"/>
                  <a:gd name="connsiteX5" fmla="*/ 695960 w 695960"/>
                  <a:gd name="connsiteY5" fmla="*/ 1821 h 197112"/>
                  <a:gd name="connsiteX0" fmla="*/ 0 w 695960"/>
                  <a:gd name="connsiteY0" fmla="*/ 32301 h 197112"/>
                  <a:gd name="connsiteX1" fmla="*/ 147320 w 695960"/>
                  <a:gd name="connsiteY1" fmla="*/ 164381 h 197112"/>
                  <a:gd name="connsiteX2" fmla="*/ 314960 w 695960"/>
                  <a:gd name="connsiteY2" fmla="*/ 189781 h 197112"/>
                  <a:gd name="connsiteX3" fmla="*/ 457200 w 695960"/>
                  <a:gd name="connsiteY3" fmla="*/ 83101 h 197112"/>
                  <a:gd name="connsiteX4" fmla="*/ 624840 w 695960"/>
                  <a:gd name="connsiteY4" fmla="*/ 6901 h 197112"/>
                  <a:gd name="connsiteX5" fmla="*/ 695960 w 695960"/>
                  <a:gd name="connsiteY5" fmla="*/ 1821 h 197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95960" h="197112">
                    <a:moveTo>
                      <a:pt x="0" y="32301"/>
                    </a:moveTo>
                    <a:cubicBezTo>
                      <a:pt x="56726" y="112734"/>
                      <a:pt x="94827" y="138134"/>
                      <a:pt x="147320" y="164381"/>
                    </a:cubicBezTo>
                    <a:cubicBezTo>
                      <a:pt x="199813" y="190628"/>
                      <a:pt x="266700" y="207561"/>
                      <a:pt x="314960" y="189781"/>
                    </a:cubicBezTo>
                    <a:cubicBezTo>
                      <a:pt x="363220" y="172001"/>
                      <a:pt x="405553" y="113581"/>
                      <a:pt x="457200" y="83101"/>
                    </a:cubicBezTo>
                    <a:cubicBezTo>
                      <a:pt x="508847" y="52621"/>
                      <a:pt x="581660" y="16214"/>
                      <a:pt x="624840" y="6901"/>
                    </a:cubicBezTo>
                    <a:cubicBezTo>
                      <a:pt x="668020" y="-2412"/>
                      <a:pt x="681990" y="-296"/>
                      <a:pt x="695960" y="1821"/>
                    </a:cubicBezTo>
                  </a:path>
                </a:pathLst>
              </a:custGeom>
              <a:noFill/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64" name="Ελεύθερη σχεδίαση: Σχήμα 238">
                <a:extLst>
                  <a:ext uri="{FF2B5EF4-FFF2-40B4-BE49-F238E27FC236}">
                    <a16:creationId xmlns:a16="http://schemas.microsoft.com/office/drawing/2014/main" id="{41F97B78-CF92-69BF-9A0B-83D48DD9E436}"/>
                  </a:ext>
                </a:extLst>
              </p:cNvPr>
              <p:cNvSpPr/>
              <p:nvPr/>
            </p:nvSpPr>
            <p:spPr>
              <a:xfrm rot="765204">
                <a:off x="6841165" y="6151371"/>
                <a:ext cx="115794" cy="90738"/>
              </a:xfrm>
              <a:custGeom>
                <a:avLst/>
                <a:gdLst>
                  <a:gd name="connsiteX0" fmla="*/ 19050 w 273050"/>
                  <a:gd name="connsiteY0" fmla="*/ 0 h 234950"/>
                  <a:gd name="connsiteX1" fmla="*/ 273050 w 273050"/>
                  <a:gd name="connsiteY1" fmla="*/ 152400 h 234950"/>
                  <a:gd name="connsiteX2" fmla="*/ 0 w 273050"/>
                  <a:gd name="connsiteY2" fmla="*/ 234950 h 234950"/>
                  <a:gd name="connsiteX3" fmla="*/ 127000 w 273050"/>
                  <a:gd name="connsiteY3" fmla="*/ 127000 h 234950"/>
                  <a:gd name="connsiteX4" fmla="*/ 19050 w 273050"/>
                  <a:gd name="connsiteY4" fmla="*/ 0 h 234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3050" h="234950">
                    <a:moveTo>
                      <a:pt x="19050" y="0"/>
                    </a:moveTo>
                    <a:lnTo>
                      <a:pt x="273050" y="152400"/>
                    </a:lnTo>
                    <a:lnTo>
                      <a:pt x="0" y="234950"/>
                    </a:lnTo>
                    <a:lnTo>
                      <a:pt x="127000" y="127000"/>
                    </a:lnTo>
                    <a:lnTo>
                      <a:pt x="19050" y="0"/>
                    </a:lnTo>
                    <a:close/>
                  </a:path>
                </a:pathLst>
              </a:cu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p:grpSp>
        <p:sp>
          <p:nvSpPr>
            <p:cNvPr id="192" name="Οβάλ 241">
              <a:extLst>
                <a:ext uri="{FF2B5EF4-FFF2-40B4-BE49-F238E27FC236}">
                  <a16:creationId xmlns:a16="http://schemas.microsoft.com/office/drawing/2014/main" id="{9E1A3BEE-0609-4B7D-A626-35F101D44BE2}"/>
                </a:ext>
              </a:extLst>
            </p:cNvPr>
            <p:cNvSpPr/>
            <p:nvPr/>
          </p:nvSpPr>
          <p:spPr>
            <a:xfrm>
              <a:off x="3006485" y="4630809"/>
              <a:ext cx="73314" cy="73314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2F657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0472">
                <a:defRPr/>
              </a:pPr>
              <a:endParaRPr lang="en-US" sz="1792" kern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grpSp>
          <p:nvGrpSpPr>
            <p:cNvPr id="193" name="Ομάδα 335">
              <a:extLst>
                <a:ext uri="{FF2B5EF4-FFF2-40B4-BE49-F238E27FC236}">
                  <a16:creationId xmlns:a16="http://schemas.microsoft.com/office/drawing/2014/main" id="{B38236D6-251B-2124-9DA0-E4AA2DD6C8B5}"/>
                </a:ext>
              </a:extLst>
            </p:cNvPr>
            <p:cNvGrpSpPr/>
            <p:nvPr/>
          </p:nvGrpSpPr>
          <p:grpSpPr>
            <a:xfrm>
              <a:off x="2943242" y="3883480"/>
              <a:ext cx="651678" cy="651677"/>
              <a:chOff x="7862244" y="4614757"/>
              <a:chExt cx="731520" cy="731520"/>
            </a:xfrm>
          </p:grpSpPr>
          <p:sp>
            <p:nvSpPr>
              <p:cNvPr id="194" name="Οβάλ 275">
                <a:extLst>
                  <a:ext uri="{FF2B5EF4-FFF2-40B4-BE49-F238E27FC236}">
                    <a16:creationId xmlns:a16="http://schemas.microsoft.com/office/drawing/2014/main" id="{FC517A17-905E-0C46-B7B7-FD6C006790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62244" y="4614757"/>
                <a:ext cx="731520" cy="731520"/>
              </a:xfrm>
              <a:prstGeom prst="ellipse">
                <a:avLst/>
              </a:prstGeom>
              <a:solidFill>
                <a:sysClr val="window" lastClr="FFFFFF">
                  <a:alpha val="85000"/>
                </a:sysClr>
              </a:solidFill>
              <a:ln w="28575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95" name="Ελεύθερη σχεδίαση: Σχήμα 276">
                <a:extLst>
                  <a:ext uri="{FF2B5EF4-FFF2-40B4-BE49-F238E27FC236}">
                    <a16:creationId xmlns:a16="http://schemas.microsoft.com/office/drawing/2014/main" id="{60154AD8-8A90-4488-D61F-DA44041FDA1D}"/>
                  </a:ext>
                </a:extLst>
              </p:cNvPr>
              <p:cNvSpPr/>
              <p:nvPr/>
            </p:nvSpPr>
            <p:spPr>
              <a:xfrm>
                <a:off x="7926523" y="4905035"/>
                <a:ext cx="604837" cy="171450"/>
              </a:xfrm>
              <a:custGeom>
                <a:avLst/>
                <a:gdLst>
                  <a:gd name="connsiteX0" fmla="*/ 73025 w 604837"/>
                  <a:gd name="connsiteY0" fmla="*/ 165100 h 171450"/>
                  <a:gd name="connsiteX1" fmla="*/ 0 w 604837"/>
                  <a:gd name="connsiteY1" fmla="*/ 165100 h 171450"/>
                  <a:gd name="connsiteX2" fmla="*/ 192087 w 604837"/>
                  <a:gd name="connsiteY2" fmla="*/ 0 h 171450"/>
                  <a:gd name="connsiteX3" fmla="*/ 407987 w 604837"/>
                  <a:gd name="connsiteY3" fmla="*/ 3175 h 171450"/>
                  <a:gd name="connsiteX4" fmla="*/ 604837 w 604837"/>
                  <a:gd name="connsiteY4" fmla="*/ 165100 h 171450"/>
                  <a:gd name="connsiteX5" fmla="*/ 527050 w 604837"/>
                  <a:gd name="connsiteY5" fmla="*/ 171450 h 171450"/>
                  <a:gd name="connsiteX6" fmla="*/ 401637 w 604837"/>
                  <a:gd name="connsiteY6" fmla="*/ 58737 h 171450"/>
                  <a:gd name="connsiteX7" fmla="*/ 185737 w 604837"/>
                  <a:gd name="connsiteY7" fmla="*/ 61912 h 171450"/>
                  <a:gd name="connsiteX8" fmla="*/ 73025 w 604837"/>
                  <a:gd name="connsiteY8" fmla="*/ 165100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4837" h="171450">
                    <a:moveTo>
                      <a:pt x="73025" y="165100"/>
                    </a:moveTo>
                    <a:lnTo>
                      <a:pt x="0" y="165100"/>
                    </a:lnTo>
                    <a:lnTo>
                      <a:pt x="192087" y="0"/>
                    </a:lnTo>
                    <a:lnTo>
                      <a:pt x="407987" y="3175"/>
                    </a:lnTo>
                    <a:lnTo>
                      <a:pt x="604837" y="165100"/>
                    </a:lnTo>
                    <a:lnTo>
                      <a:pt x="527050" y="171450"/>
                    </a:lnTo>
                    <a:lnTo>
                      <a:pt x="401637" y="58737"/>
                    </a:lnTo>
                    <a:lnTo>
                      <a:pt x="185737" y="61912"/>
                    </a:lnTo>
                    <a:lnTo>
                      <a:pt x="73025" y="165100"/>
                    </a:lnTo>
                    <a:close/>
                  </a:path>
                </a:pathLst>
              </a:custGeom>
              <a:pattFill prst="pct20">
                <a:fgClr>
                  <a:srgbClr val="F28E2B"/>
                </a:fgClr>
                <a:bgClr>
                  <a:sysClr val="window" lastClr="FFFFFF"/>
                </a:bgClr>
              </a:patt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96" name="Ελεύθερη σχεδίαση: Σχήμα 290">
                <a:extLst>
                  <a:ext uri="{FF2B5EF4-FFF2-40B4-BE49-F238E27FC236}">
                    <a16:creationId xmlns:a16="http://schemas.microsoft.com/office/drawing/2014/main" id="{99E92AEA-0792-79B0-8FE2-5283DF065FA9}"/>
                  </a:ext>
                </a:extLst>
              </p:cNvPr>
              <p:cNvSpPr/>
              <p:nvPr/>
            </p:nvSpPr>
            <p:spPr>
              <a:xfrm>
                <a:off x="8002723" y="4966947"/>
                <a:ext cx="457200" cy="107950"/>
              </a:xfrm>
              <a:custGeom>
                <a:avLst/>
                <a:gdLst>
                  <a:gd name="connsiteX0" fmla="*/ 0 w 457200"/>
                  <a:gd name="connsiteY0" fmla="*/ 104775 h 107950"/>
                  <a:gd name="connsiteX1" fmla="*/ 114300 w 457200"/>
                  <a:gd name="connsiteY1" fmla="*/ 0 h 107950"/>
                  <a:gd name="connsiteX2" fmla="*/ 331787 w 457200"/>
                  <a:gd name="connsiteY2" fmla="*/ 1588 h 107950"/>
                  <a:gd name="connsiteX3" fmla="*/ 457200 w 457200"/>
                  <a:gd name="connsiteY3" fmla="*/ 107950 h 107950"/>
                  <a:gd name="connsiteX4" fmla="*/ 0 w 457200"/>
                  <a:gd name="connsiteY4" fmla="*/ 104775 h 107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7200" h="107950">
                    <a:moveTo>
                      <a:pt x="0" y="104775"/>
                    </a:moveTo>
                    <a:lnTo>
                      <a:pt x="114300" y="0"/>
                    </a:lnTo>
                    <a:lnTo>
                      <a:pt x="331787" y="1588"/>
                    </a:lnTo>
                    <a:lnTo>
                      <a:pt x="457200" y="107950"/>
                    </a:lnTo>
                    <a:lnTo>
                      <a:pt x="0" y="104775"/>
                    </a:lnTo>
                    <a:close/>
                  </a:path>
                </a:pathLst>
              </a:custGeom>
              <a:pattFill prst="pct5">
                <a:fgClr>
                  <a:sysClr val="window" lastClr="FFFFFF">
                    <a:lumMod val="50000"/>
                  </a:sysClr>
                </a:fgClr>
                <a:bgClr>
                  <a:sysClr val="window" lastClr="FFFFFF"/>
                </a:bgClr>
              </a:patt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grpSp>
            <p:nvGrpSpPr>
              <p:cNvPr id="197" name="Ομάδα 291">
                <a:extLst>
                  <a:ext uri="{FF2B5EF4-FFF2-40B4-BE49-F238E27FC236}">
                    <a16:creationId xmlns:a16="http://schemas.microsoft.com/office/drawing/2014/main" id="{A539A2FD-9F0A-80A0-ABEE-4590FA827E30}"/>
                  </a:ext>
                </a:extLst>
              </p:cNvPr>
              <p:cNvGrpSpPr/>
              <p:nvPr/>
            </p:nvGrpSpPr>
            <p:grpSpPr>
              <a:xfrm>
                <a:off x="7938272" y="4900499"/>
                <a:ext cx="579384" cy="169493"/>
                <a:chOff x="9462315" y="5301700"/>
                <a:chExt cx="662760" cy="169493"/>
              </a:xfrm>
            </p:grpSpPr>
            <p:cxnSp>
              <p:nvCxnSpPr>
                <p:cNvPr id="202" name="Ευθεία γραμμή σύνδεσης 292">
                  <a:extLst>
                    <a:ext uri="{FF2B5EF4-FFF2-40B4-BE49-F238E27FC236}">
                      <a16:creationId xmlns:a16="http://schemas.microsoft.com/office/drawing/2014/main" id="{E94EE50F-8236-03AD-0002-CA082961F4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671343" y="5366053"/>
                  <a:ext cx="249871" cy="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50000"/>
                    </a:sysClr>
                  </a:solidFill>
                  <a:prstDash val="sysDash"/>
                  <a:miter lim="800000"/>
                </a:ln>
                <a:effectLst/>
              </p:spPr>
            </p:cxnSp>
            <p:cxnSp>
              <p:nvCxnSpPr>
                <p:cNvPr id="203" name="Ευθεία γραμμή σύνδεσης 293">
                  <a:extLst>
                    <a:ext uri="{FF2B5EF4-FFF2-40B4-BE49-F238E27FC236}">
                      <a16:creationId xmlns:a16="http://schemas.microsoft.com/office/drawing/2014/main" id="{FAC555B3-E2DE-D5D8-F04A-BC428C615B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16137" y="5367641"/>
                  <a:ext cx="137439" cy="103552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50000"/>
                    </a:sysClr>
                  </a:solidFill>
                  <a:prstDash val="sysDash"/>
                  <a:miter lim="800000"/>
                </a:ln>
                <a:effectLst/>
              </p:spPr>
            </p:cxnSp>
            <p:cxnSp>
              <p:nvCxnSpPr>
                <p:cNvPr id="204" name="Ευθεία γραμμή σύνδεσης 294">
                  <a:extLst>
                    <a:ext uri="{FF2B5EF4-FFF2-40B4-BE49-F238E27FC236}">
                      <a16:creationId xmlns:a16="http://schemas.microsoft.com/office/drawing/2014/main" id="{A0F2D7B8-E8F0-C6C6-1330-37141E5213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534166" y="5367187"/>
                  <a:ext cx="137439" cy="103552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50000"/>
                    </a:sysClr>
                  </a:solidFill>
                  <a:prstDash val="sysDash"/>
                  <a:miter lim="800000"/>
                </a:ln>
                <a:effectLst/>
              </p:spPr>
            </p:cxnSp>
            <p:cxnSp>
              <p:nvCxnSpPr>
                <p:cNvPr id="205" name="Ευθεία γραμμή σύνδεσης 295">
                  <a:extLst>
                    <a:ext uri="{FF2B5EF4-FFF2-40B4-BE49-F238E27FC236}">
                      <a16:creationId xmlns:a16="http://schemas.microsoft.com/office/drawing/2014/main" id="{0F91CF06-1488-2BE6-6E05-FDE79C98D1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662260" y="5304140"/>
                  <a:ext cx="247849" cy="508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F28E2B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09" name="Ευθεία γραμμή σύνδεσης 296">
                  <a:extLst>
                    <a:ext uri="{FF2B5EF4-FFF2-40B4-BE49-F238E27FC236}">
                      <a16:creationId xmlns:a16="http://schemas.microsoft.com/office/drawing/2014/main" id="{9FF466E7-71B0-1E88-360F-E9E3B5AD30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10109" y="5306236"/>
                  <a:ext cx="214966" cy="157939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F28E2B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15" name="Ευθεία γραμμή σύνδεσης 297">
                  <a:extLst>
                    <a:ext uri="{FF2B5EF4-FFF2-40B4-BE49-F238E27FC236}">
                      <a16:creationId xmlns:a16="http://schemas.microsoft.com/office/drawing/2014/main" id="{875B9A5E-05D4-52F7-583F-7EB827A45F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462315" y="5301700"/>
                  <a:ext cx="210880" cy="160035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F28E2B"/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198" name="Ευθεία γραμμή σύνδεσης 298">
                <a:extLst>
                  <a:ext uri="{FF2B5EF4-FFF2-40B4-BE49-F238E27FC236}">
                    <a16:creationId xmlns:a16="http://schemas.microsoft.com/office/drawing/2014/main" id="{877004A6-8D56-A9B1-0D18-BF8B448224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01123" y="4957422"/>
                <a:ext cx="153987" cy="1588"/>
              </a:xfrm>
              <a:prstGeom prst="line">
                <a:avLst/>
              </a:prstGeom>
              <a:noFill/>
              <a:ln w="63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</p:cxnSp>
          <p:sp>
            <p:nvSpPr>
              <p:cNvPr id="199" name="Ορθογώνιο: Στρογγύλεμα γωνιών 300">
                <a:extLst>
                  <a:ext uri="{FF2B5EF4-FFF2-40B4-BE49-F238E27FC236}">
                    <a16:creationId xmlns:a16="http://schemas.microsoft.com/office/drawing/2014/main" id="{4F9E29AC-DEEB-0B09-437E-9606EC51C6C1}"/>
                  </a:ext>
                </a:extLst>
              </p:cNvPr>
              <p:cNvSpPr/>
              <p:nvPr/>
            </p:nvSpPr>
            <p:spPr>
              <a:xfrm>
                <a:off x="8228375" y="4762312"/>
                <a:ext cx="47770" cy="128483"/>
              </a:xfrm>
              <a:prstGeom prst="roundRect">
                <a:avLst>
                  <a:gd name="adj" fmla="val 32052"/>
                </a:avLst>
              </a:prstGeom>
              <a:solidFill>
                <a:sysClr val="windowText" lastClr="000000">
                  <a:lumMod val="50000"/>
                  <a:lumOff val="50000"/>
                </a:sysClr>
              </a:solidFill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00" name="Ορθογώνιο: Στρογγύλεμα γωνιών 301">
                <a:extLst>
                  <a:ext uri="{FF2B5EF4-FFF2-40B4-BE49-F238E27FC236}">
                    <a16:creationId xmlns:a16="http://schemas.microsoft.com/office/drawing/2014/main" id="{A0612172-229F-A11A-1BAF-14B42668867C}"/>
                  </a:ext>
                </a:extLst>
              </p:cNvPr>
              <p:cNvSpPr/>
              <p:nvPr/>
            </p:nvSpPr>
            <p:spPr>
              <a:xfrm>
                <a:off x="8171225" y="4762312"/>
                <a:ext cx="47770" cy="128483"/>
              </a:xfrm>
              <a:prstGeom prst="roundRect">
                <a:avLst>
                  <a:gd name="adj" fmla="val 32052"/>
                </a:avLst>
              </a:prstGeom>
              <a:solidFill>
                <a:sysClr val="windowText" lastClr="000000">
                  <a:lumMod val="50000"/>
                  <a:lumOff val="50000"/>
                </a:sysClr>
              </a:solidFill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cxnSp>
            <p:nvCxnSpPr>
              <p:cNvPr id="201" name="Ευθεία γραμμή σύνδεσης 302">
                <a:extLst>
                  <a:ext uri="{FF2B5EF4-FFF2-40B4-BE49-F238E27FC236}">
                    <a16:creationId xmlns:a16="http://schemas.microsoft.com/office/drawing/2014/main" id="{DCC2BB73-873E-7360-E831-11A3073E60B2}"/>
                  </a:ext>
                </a:extLst>
              </p:cNvPr>
              <p:cNvCxnSpPr/>
              <p:nvPr/>
            </p:nvCxnSpPr>
            <p:spPr>
              <a:xfrm>
                <a:off x="8037349" y="4820203"/>
                <a:ext cx="359703" cy="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216" name="Ομάδα 323">
              <a:extLst>
                <a:ext uri="{FF2B5EF4-FFF2-40B4-BE49-F238E27FC236}">
                  <a16:creationId xmlns:a16="http://schemas.microsoft.com/office/drawing/2014/main" id="{F7DD32B3-1135-472D-B141-8A930A8D9D63}"/>
                </a:ext>
              </a:extLst>
            </p:cNvPr>
            <p:cNvGrpSpPr/>
            <p:nvPr/>
          </p:nvGrpSpPr>
          <p:grpSpPr>
            <a:xfrm>
              <a:off x="2136849" y="3251417"/>
              <a:ext cx="870874" cy="651677"/>
              <a:chOff x="6761880" y="4132971"/>
              <a:chExt cx="977572" cy="731520"/>
            </a:xfrm>
          </p:grpSpPr>
          <p:sp>
            <p:nvSpPr>
              <p:cNvPr id="217" name="Οβάλ 242">
                <a:extLst>
                  <a:ext uri="{FF2B5EF4-FFF2-40B4-BE49-F238E27FC236}">
                    <a16:creationId xmlns:a16="http://schemas.microsoft.com/office/drawing/2014/main" id="{A7DFA3A7-9E11-8730-2222-E159B49CDF7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61880" y="4132971"/>
                <a:ext cx="731520" cy="731520"/>
              </a:xfrm>
              <a:prstGeom prst="ellipse">
                <a:avLst/>
              </a:prstGeom>
              <a:solidFill>
                <a:sysClr val="window" lastClr="FFFFFF">
                  <a:alpha val="85000"/>
                </a:sysClr>
              </a:solidFill>
              <a:ln w="28575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18" name="Ελεύθερη σχεδίαση: Σχήμα 243">
                <a:extLst>
                  <a:ext uri="{FF2B5EF4-FFF2-40B4-BE49-F238E27FC236}">
                    <a16:creationId xmlns:a16="http://schemas.microsoft.com/office/drawing/2014/main" id="{E63CBC58-087E-E12D-58B2-3FF646CEBACD}"/>
                  </a:ext>
                </a:extLst>
              </p:cNvPr>
              <p:cNvSpPr/>
              <p:nvPr/>
            </p:nvSpPr>
            <p:spPr>
              <a:xfrm>
                <a:off x="6947345" y="4502719"/>
                <a:ext cx="450850" cy="228600"/>
              </a:xfrm>
              <a:custGeom>
                <a:avLst/>
                <a:gdLst>
                  <a:gd name="connsiteX0" fmla="*/ 0 w 450850"/>
                  <a:gd name="connsiteY0" fmla="*/ 0 h 228600"/>
                  <a:gd name="connsiteX1" fmla="*/ 60325 w 450850"/>
                  <a:gd name="connsiteY1" fmla="*/ 228600 h 228600"/>
                  <a:gd name="connsiteX2" fmla="*/ 254000 w 450850"/>
                  <a:gd name="connsiteY2" fmla="*/ 222250 h 228600"/>
                  <a:gd name="connsiteX3" fmla="*/ 295275 w 450850"/>
                  <a:gd name="connsiteY3" fmla="*/ 79375 h 228600"/>
                  <a:gd name="connsiteX4" fmla="*/ 428625 w 450850"/>
                  <a:gd name="connsiteY4" fmla="*/ 85725 h 228600"/>
                  <a:gd name="connsiteX5" fmla="*/ 450850 w 450850"/>
                  <a:gd name="connsiteY5" fmla="*/ 9525 h 228600"/>
                  <a:gd name="connsiteX6" fmla="*/ 0 w 450850"/>
                  <a:gd name="connsiteY6" fmla="*/ 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0850" h="228600">
                    <a:moveTo>
                      <a:pt x="0" y="0"/>
                    </a:moveTo>
                    <a:lnTo>
                      <a:pt x="60325" y="228600"/>
                    </a:lnTo>
                    <a:lnTo>
                      <a:pt x="254000" y="222250"/>
                    </a:lnTo>
                    <a:lnTo>
                      <a:pt x="295275" y="79375"/>
                    </a:lnTo>
                    <a:lnTo>
                      <a:pt x="428625" y="85725"/>
                    </a:lnTo>
                    <a:lnTo>
                      <a:pt x="450850" y="95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F7F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19" name="Ελεύθερη σχεδίαση: Σχήμα 244">
                <a:extLst>
                  <a:ext uri="{FF2B5EF4-FFF2-40B4-BE49-F238E27FC236}">
                    <a16:creationId xmlns:a16="http://schemas.microsoft.com/office/drawing/2014/main" id="{D8C48858-DA68-7C51-8BB8-EC8FDF7DBAA7}"/>
                  </a:ext>
                </a:extLst>
              </p:cNvPr>
              <p:cNvSpPr/>
              <p:nvPr/>
            </p:nvSpPr>
            <p:spPr>
              <a:xfrm>
                <a:off x="6916535" y="4385728"/>
                <a:ext cx="498475" cy="336550"/>
              </a:xfrm>
              <a:custGeom>
                <a:avLst/>
                <a:gdLst>
                  <a:gd name="connsiteX0" fmla="*/ 0 w 498475"/>
                  <a:gd name="connsiteY0" fmla="*/ 0 h 336550"/>
                  <a:gd name="connsiteX1" fmla="*/ 85725 w 498475"/>
                  <a:gd name="connsiteY1" fmla="*/ 336550 h 336550"/>
                  <a:gd name="connsiteX2" fmla="*/ 279400 w 498475"/>
                  <a:gd name="connsiteY2" fmla="*/ 330200 h 336550"/>
                  <a:gd name="connsiteX3" fmla="*/ 317500 w 498475"/>
                  <a:gd name="connsiteY3" fmla="*/ 193675 h 336550"/>
                  <a:gd name="connsiteX4" fmla="*/ 457200 w 498475"/>
                  <a:gd name="connsiteY4" fmla="*/ 196850 h 336550"/>
                  <a:gd name="connsiteX5" fmla="*/ 498475 w 498475"/>
                  <a:gd name="connsiteY5" fmla="*/ 6350 h 336550"/>
                  <a:gd name="connsiteX6" fmla="*/ 498475 w 498475"/>
                  <a:gd name="connsiteY6" fmla="*/ 635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98475" h="336550">
                    <a:moveTo>
                      <a:pt x="0" y="0"/>
                    </a:moveTo>
                    <a:lnTo>
                      <a:pt x="85725" y="336550"/>
                    </a:lnTo>
                    <a:lnTo>
                      <a:pt x="279400" y="330200"/>
                    </a:lnTo>
                    <a:lnTo>
                      <a:pt x="317500" y="193675"/>
                    </a:lnTo>
                    <a:lnTo>
                      <a:pt x="457200" y="196850"/>
                    </a:lnTo>
                    <a:lnTo>
                      <a:pt x="498475" y="6350"/>
                    </a:lnTo>
                    <a:lnTo>
                      <a:pt x="498475" y="6350"/>
                    </a:lnTo>
                  </a:path>
                </a:pathLst>
              </a:custGeom>
              <a:noFill/>
              <a:ln w="952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cxnSp>
            <p:nvCxnSpPr>
              <p:cNvPr id="220" name="Ευθεία γραμμή σύνδεσης 245">
                <a:extLst>
                  <a:ext uri="{FF2B5EF4-FFF2-40B4-BE49-F238E27FC236}">
                    <a16:creationId xmlns:a16="http://schemas.microsoft.com/office/drawing/2014/main" id="{4186C870-0C33-AA62-140D-78A741B969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50632" y="4505583"/>
                <a:ext cx="446577" cy="1746"/>
              </a:xfrm>
              <a:prstGeom prst="line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21" name="Ευθεία γραμμή σύνδεσης 246">
                <a:extLst>
                  <a:ext uri="{FF2B5EF4-FFF2-40B4-BE49-F238E27FC236}">
                    <a16:creationId xmlns:a16="http://schemas.microsoft.com/office/drawing/2014/main" id="{696D7D5D-24F1-2007-0675-69E9C31DE707}"/>
                  </a:ext>
                </a:extLst>
              </p:cNvPr>
              <p:cNvCxnSpPr/>
              <p:nvPr/>
            </p:nvCxnSpPr>
            <p:spPr>
              <a:xfrm flipV="1">
                <a:off x="7213058" y="4317884"/>
                <a:ext cx="53975" cy="185343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>
                    <a:lumMod val="50000"/>
                  </a:sys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22" name="Ευθεία γραμμή σύνδεσης 247">
                <a:extLst>
                  <a:ext uri="{FF2B5EF4-FFF2-40B4-BE49-F238E27FC236}">
                    <a16:creationId xmlns:a16="http://schemas.microsoft.com/office/drawing/2014/main" id="{3776A56F-E6CF-A71D-EF6A-4A608514F7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4035" y="4582578"/>
                <a:ext cx="139700" cy="3175"/>
              </a:xfrm>
              <a:prstGeom prst="line">
                <a:avLst/>
              </a:prstGeom>
              <a:noFill/>
              <a:ln w="9525" cap="flat" cmpd="sng" algn="ctr">
                <a:solidFill>
                  <a:srgbClr val="F28E2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23" name="Ευθεία γραμμή σύνδεσης 248">
                <a:extLst>
                  <a:ext uri="{FF2B5EF4-FFF2-40B4-BE49-F238E27FC236}">
                    <a16:creationId xmlns:a16="http://schemas.microsoft.com/office/drawing/2014/main" id="{5C7DF277-CEAE-CC5D-F905-B426F14135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48334" y="4307408"/>
                <a:ext cx="41275" cy="197634"/>
              </a:xfrm>
              <a:prstGeom prst="line">
                <a:avLst/>
              </a:prstGeom>
              <a:noFill/>
              <a:ln w="9525" cap="flat" cmpd="sng" algn="ctr">
                <a:solidFill>
                  <a:srgbClr val="F28E2B"/>
                </a:solidFill>
                <a:prstDash val="solid"/>
                <a:miter lim="800000"/>
              </a:ln>
              <a:effectLst/>
            </p:spPr>
          </p:cxnSp>
          <p:sp>
            <p:nvSpPr>
              <p:cNvPr id="224" name="Οβάλ 251">
                <a:extLst>
                  <a:ext uri="{FF2B5EF4-FFF2-40B4-BE49-F238E27FC236}">
                    <a16:creationId xmlns:a16="http://schemas.microsoft.com/office/drawing/2014/main" id="{D4A1F021-7004-1AAD-C677-05D71AFC8F3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88784" y="4467232"/>
                <a:ext cx="44321" cy="27700"/>
              </a:xfrm>
              <a:prstGeom prst="ellipse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rgbClr val="F28E2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25" name="Οβάλ 252">
                <a:extLst>
                  <a:ext uri="{FF2B5EF4-FFF2-40B4-BE49-F238E27FC236}">
                    <a16:creationId xmlns:a16="http://schemas.microsoft.com/office/drawing/2014/main" id="{503C14BB-0A6B-8A21-A07A-3BACEE39089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07724" y="4439081"/>
                <a:ext cx="44321" cy="27700"/>
              </a:xfrm>
              <a:prstGeom prst="ellipse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rgbClr val="F28E2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26" name="Οβάλ 253">
                <a:extLst>
                  <a:ext uri="{FF2B5EF4-FFF2-40B4-BE49-F238E27FC236}">
                    <a16:creationId xmlns:a16="http://schemas.microsoft.com/office/drawing/2014/main" id="{D591A06C-8A32-A6CC-7C50-04D620CC07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16131" y="4407954"/>
                <a:ext cx="44321" cy="27700"/>
              </a:xfrm>
              <a:prstGeom prst="ellipse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rgbClr val="F28E2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27" name="Οβάλ 264">
                <a:extLst>
                  <a:ext uri="{FF2B5EF4-FFF2-40B4-BE49-F238E27FC236}">
                    <a16:creationId xmlns:a16="http://schemas.microsoft.com/office/drawing/2014/main" id="{E1C57499-3D56-A232-0788-3908950B922D}"/>
                  </a:ext>
                </a:extLst>
              </p:cNvPr>
              <p:cNvSpPr/>
              <p:nvPr/>
            </p:nvSpPr>
            <p:spPr>
              <a:xfrm>
                <a:off x="7657156" y="4776988"/>
                <a:ext cx="82296" cy="82296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2F657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pic>
            <p:nvPicPr>
              <p:cNvPr id="228" name="Picture 6" descr="Δείτε σχετικές λεπτομέρειες εικόνας. Free download | Computer Icons Boating Ship, boat, black, transport png ...">
                <a:extLst>
                  <a:ext uri="{FF2B5EF4-FFF2-40B4-BE49-F238E27FC236}">
                    <a16:creationId xmlns:a16="http://schemas.microsoft.com/office/drawing/2014/main" id="{09F69119-2D1B-C36E-6A5E-1ACF852D16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duotone>
                  <a:srgbClr val="4472C4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24554" y="4406349"/>
                <a:ext cx="230054" cy="1533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29" name="Οβάλ 305">
              <a:extLst>
                <a:ext uri="{FF2B5EF4-FFF2-40B4-BE49-F238E27FC236}">
                  <a16:creationId xmlns:a16="http://schemas.microsoft.com/office/drawing/2014/main" id="{C7492060-EAB1-2FF8-99BF-1230D32316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58994" y="3589021"/>
              <a:ext cx="651678" cy="651677"/>
            </a:xfrm>
            <a:prstGeom prst="ellipse">
              <a:avLst/>
            </a:prstGeom>
            <a:solidFill>
              <a:sysClr val="window" lastClr="FFFFFF">
                <a:alpha val="85000"/>
              </a:sysClr>
            </a:solidFill>
            <a:ln w="28575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0472">
                <a:defRPr/>
              </a:pPr>
              <a:endParaRPr lang="en-US" sz="1792" kern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230" name="Ορθογώνιο 306">
              <a:extLst>
                <a:ext uri="{FF2B5EF4-FFF2-40B4-BE49-F238E27FC236}">
                  <a16:creationId xmlns:a16="http://schemas.microsoft.com/office/drawing/2014/main" id="{343B6046-F167-C991-42CB-2E71FC810D5C}"/>
                </a:ext>
              </a:extLst>
            </p:cNvPr>
            <p:cNvSpPr/>
            <p:nvPr/>
          </p:nvSpPr>
          <p:spPr>
            <a:xfrm>
              <a:off x="1277130" y="3851491"/>
              <a:ext cx="421501" cy="217357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0472">
                <a:defRPr/>
              </a:pPr>
              <a:endParaRPr lang="en-US" sz="1792" kern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231" name="Ορθογώνιο 307">
              <a:extLst>
                <a:ext uri="{FF2B5EF4-FFF2-40B4-BE49-F238E27FC236}">
                  <a16:creationId xmlns:a16="http://schemas.microsoft.com/office/drawing/2014/main" id="{291DA73E-98FB-557B-873E-FEDAB0C33191}"/>
                </a:ext>
              </a:extLst>
            </p:cNvPr>
            <p:cNvSpPr/>
            <p:nvPr/>
          </p:nvSpPr>
          <p:spPr>
            <a:xfrm>
              <a:off x="1428057" y="3866278"/>
              <a:ext cx="119905" cy="177893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0472">
                <a:defRPr/>
              </a:pPr>
              <a:endParaRPr lang="en-US" sz="1792" kern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cxnSp>
          <p:nvCxnSpPr>
            <p:cNvPr id="232" name="Ευθεία γραμμή σύνδεσης 308">
              <a:extLst>
                <a:ext uri="{FF2B5EF4-FFF2-40B4-BE49-F238E27FC236}">
                  <a16:creationId xmlns:a16="http://schemas.microsoft.com/office/drawing/2014/main" id="{3B83548B-524F-7CA7-1690-358C4AF6639A}"/>
                </a:ext>
              </a:extLst>
            </p:cNvPr>
            <p:cNvCxnSpPr/>
            <p:nvPr/>
          </p:nvCxnSpPr>
          <p:spPr>
            <a:xfrm>
              <a:off x="1271033" y="3862808"/>
              <a:ext cx="427598" cy="0"/>
            </a:xfrm>
            <a:prstGeom prst="line">
              <a:avLst/>
            </a:prstGeom>
            <a:noFill/>
            <a:ln w="28575" cap="flat" cmpd="sng" algn="ctr">
              <a:solidFill>
                <a:srgbClr val="787A7B"/>
              </a:solidFill>
              <a:prstDash val="solid"/>
              <a:miter lim="800000"/>
            </a:ln>
            <a:effectLst/>
          </p:spPr>
        </p:cxnSp>
        <p:sp>
          <p:nvSpPr>
            <p:cNvPr id="233" name="Κύκλος: Κενός 309">
              <a:extLst>
                <a:ext uri="{FF2B5EF4-FFF2-40B4-BE49-F238E27FC236}">
                  <a16:creationId xmlns:a16="http://schemas.microsoft.com/office/drawing/2014/main" id="{F39876D1-2AD8-9D76-2D76-F7756EBF67D9}"/>
                </a:ext>
              </a:extLst>
            </p:cNvPr>
            <p:cNvSpPr/>
            <p:nvPr/>
          </p:nvSpPr>
          <p:spPr>
            <a:xfrm>
              <a:off x="1448442" y="3937728"/>
              <a:ext cx="81460" cy="81460"/>
            </a:xfrm>
            <a:prstGeom prst="donut">
              <a:avLst/>
            </a:prstGeom>
            <a:solidFill>
              <a:srgbClr val="F28E2B"/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0472">
                <a:defRPr/>
              </a:pPr>
              <a:endParaRPr lang="en-US" sz="1792" kern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234" name="Οβάλ 310">
              <a:extLst>
                <a:ext uri="{FF2B5EF4-FFF2-40B4-BE49-F238E27FC236}">
                  <a16:creationId xmlns:a16="http://schemas.microsoft.com/office/drawing/2014/main" id="{4E963CA2-231E-5762-7EEC-BFE3560E64EF}"/>
                </a:ext>
              </a:extLst>
            </p:cNvPr>
            <p:cNvSpPr/>
            <p:nvPr/>
          </p:nvSpPr>
          <p:spPr>
            <a:xfrm>
              <a:off x="1809151" y="4902392"/>
              <a:ext cx="73314" cy="73314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2F657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0472">
                <a:defRPr/>
              </a:pPr>
              <a:endParaRPr lang="en-US" sz="1792" kern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cxnSp>
          <p:nvCxnSpPr>
            <p:cNvPr id="235" name="Ευθεία γραμμή σύνδεσης 324">
              <a:extLst>
                <a:ext uri="{FF2B5EF4-FFF2-40B4-BE49-F238E27FC236}">
                  <a16:creationId xmlns:a16="http://schemas.microsoft.com/office/drawing/2014/main" id="{87CC2E96-62F3-D0A9-90A8-7AF7EB1223CF}"/>
                </a:ext>
              </a:extLst>
            </p:cNvPr>
            <p:cNvCxnSpPr>
              <a:cxnSpLocks/>
              <a:stCxn id="217" idx="5"/>
            </p:cNvCxnSpPr>
            <p:nvPr/>
          </p:nvCxnSpPr>
          <p:spPr>
            <a:xfrm>
              <a:off x="2693090" y="3807658"/>
              <a:ext cx="256793" cy="54141"/>
            </a:xfrm>
            <a:prstGeom prst="line">
              <a:avLst/>
            </a:prstGeom>
            <a:noFill/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236" name="Ευθεία γραμμή σύνδεσης 326">
              <a:extLst>
                <a:ext uri="{FF2B5EF4-FFF2-40B4-BE49-F238E27FC236}">
                  <a16:creationId xmlns:a16="http://schemas.microsoft.com/office/drawing/2014/main" id="{E7DD75FF-AC8D-7B42-884E-F80815CEFD81}"/>
                </a:ext>
              </a:extLst>
            </p:cNvPr>
            <p:cNvCxnSpPr>
              <a:cxnSpLocks/>
              <a:stCxn id="229" idx="4"/>
            </p:cNvCxnSpPr>
            <p:nvPr/>
          </p:nvCxnSpPr>
          <p:spPr>
            <a:xfrm>
              <a:off x="1484833" y="4240698"/>
              <a:ext cx="368447" cy="661694"/>
            </a:xfrm>
            <a:prstGeom prst="line">
              <a:avLst/>
            </a:prstGeom>
            <a:noFill/>
            <a:ln w="19050" cap="flat" cmpd="sng" algn="ctr">
              <a:solidFill>
                <a:srgbClr val="7F7F7F"/>
              </a:solidFill>
              <a:prstDash val="solid"/>
              <a:miter lim="800000"/>
            </a:ln>
            <a:effectLst/>
          </p:spPr>
        </p:cxn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CA6AC2B1-120B-DE94-5032-817837B2F3C5}"/>
                </a:ext>
              </a:extLst>
            </p:cNvPr>
            <p:cNvSpPr txBox="1"/>
            <p:nvPr/>
          </p:nvSpPr>
          <p:spPr>
            <a:xfrm>
              <a:off x="1272490" y="3062413"/>
              <a:ext cx="815830" cy="431474"/>
            </a:xfrm>
            <a:prstGeom prst="rect">
              <a:avLst/>
            </a:prstGeom>
            <a:solidFill>
              <a:sysClr val="window" lastClr="FFFFFF">
                <a:lumMod val="50000"/>
                <a:alpha val="80000"/>
              </a:sysClr>
            </a:solidFill>
          </p:spPr>
          <p:txBody>
            <a:bodyPr wrap="square" rtlCol="0">
              <a:spAutoFit/>
            </a:bodyPr>
            <a:lstStyle/>
            <a:p>
              <a:pPr defTabSz="910472">
                <a:defRPr/>
              </a:pPr>
              <a:r>
                <a:rPr lang="en-US" sz="1096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River widening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ED2B7EB0-691E-7F5F-7AE1-72A65F0CF26A}"/>
                </a:ext>
              </a:extLst>
            </p:cNvPr>
            <p:cNvSpPr txBox="1"/>
            <p:nvPr/>
          </p:nvSpPr>
          <p:spPr>
            <a:xfrm>
              <a:off x="1859149" y="3992650"/>
              <a:ext cx="725329" cy="526575"/>
            </a:xfrm>
            <a:prstGeom prst="rect">
              <a:avLst/>
            </a:prstGeom>
            <a:solidFill>
              <a:sysClr val="window" lastClr="FFFFFF">
                <a:lumMod val="50000"/>
                <a:alpha val="80000"/>
              </a:sysClr>
            </a:solidFill>
          </p:spPr>
          <p:txBody>
            <a:bodyPr wrap="square" lIns="45522" tIns="9104" rIns="0" bIns="9104" rtlCol="0">
              <a:spAutoFit/>
            </a:bodyPr>
            <a:lstStyle/>
            <a:p>
              <a:pPr defTabSz="910472">
                <a:defRPr/>
              </a:pPr>
              <a:r>
                <a:rPr lang="en-US" sz="1096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Cross-drainage culverts</a:t>
              </a: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0D2F88E1-DD6C-6A5D-A099-54BC39C50B64}"/>
                </a:ext>
              </a:extLst>
            </p:cNvPr>
            <p:cNvSpPr txBox="1"/>
            <p:nvPr/>
          </p:nvSpPr>
          <p:spPr>
            <a:xfrm>
              <a:off x="2903724" y="4782146"/>
              <a:ext cx="1221519" cy="600844"/>
            </a:xfrm>
            <a:prstGeom prst="rect">
              <a:avLst/>
            </a:prstGeom>
            <a:solidFill>
              <a:sysClr val="window" lastClr="FFFFFF">
                <a:lumMod val="50000"/>
                <a:alpha val="80000"/>
              </a:sysClr>
            </a:solidFill>
          </p:spPr>
          <p:txBody>
            <a:bodyPr wrap="square" rtlCol="0">
              <a:spAutoFit/>
            </a:bodyPr>
            <a:lstStyle/>
            <a:p>
              <a:pPr defTabSz="910472">
                <a:defRPr/>
              </a:pPr>
              <a:r>
                <a:rPr lang="en-US" sz="1096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Scour protection &amp; pier reinforcement</a:t>
              </a: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66555695-3384-CD43-4461-B323B40B244C}"/>
                </a:ext>
              </a:extLst>
            </p:cNvPr>
            <p:cNvSpPr txBox="1"/>
            <p:nvPr/>
          </p:nvSpPr>
          <p:spPr>
            <a:xfrm>
              <a:off x="3078039" y="3462865"/>
              <a:ext cx="1086794" cy="431474"/>
            </a:xfrm>
            <a:prstGeom prst="rect">
              <a:avLst/>
            </a:prstGeom>
            <a:solidFill>
              <a:sysClr val="window" lastClr="FFFFFF">
                <a:lumMod val="50000"/>
                <a:alpha val="80000"/>
              </a:sysClr>
            </a:solidFill>
          </p:spPr>
          <p:txBody>
            <a:bodyPr wrap="square" rtlCol="0">
              <a:spAutoFit/>
            </a:bodyPr>
            <a:lstStyle/>
            <a:p>
              <a:pPr defTabSz="910472">
                <a:defRPr/>
              </a:pPr>
              <a:r>
                <a:rPr lang="en-US" sz="1096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Road rehabilitation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CED218F-0452-B460-51C8-8445ADEB7540}"/>
              </a:ext>
            </a:extLst>
          </p:cNvPr>
          <p:cNvGrpSpPr/>
          <p:nvPr/>
        </p:nvGrpSpPr>
        <p:grpSpPr>
          <a:xfrm>
            <a:off x="3800190" y="1560848"/>
            <a:ext cx="3390876" cy="5282300"/>
            <a:chOff x="4334995" y="1421783"/>
            <a:chExt cx="3405628" cy="5305280"/>
          </a:xfrm>
        </p:grpSpPr>
        <p:sp>
          <p:nvSpPr>
            <p:cNvPr id="58" name="Rectangle 19">
              <a:extLst>
                <a:ext uri="{FF2B5EF4-FFF2-40B4-BE49-F238E27FC236}">
                  <a16:creationId xmlns:a16="http://schemas.microsoft.com/office/drawing/2014/main" id="{65F91324-C47F-3F30-2288-9AC2F9AD2E74}"/>
                </a:ext>
              </a:extLst>
            </p:cNvPr>
            <p:cNvSpPr/>
            <p:nvPr/>
          </p:nvSpPr>
          <p:spPr>
            <a:xfrm>
              <a:off x="4488554" y="1421783"/>
              <a:ext cx="3146802" cy="5305280"/>
            </a:xfrm>
            <a:prstGeom prst="rect">
              <a:avLst/>
            </a:pr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0472">
                <a:defRPr/>
              </a:pPr>
              <a:endParaRPr lang="en-US" sz="179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4FC8E7B-9FD2-3B66-F9CB-1242DDF64D31}"/>
                </a:ext>
              </a:extLst>
            </p:cNvPr>
            <p:cNvSpPr txBox="1"/>
            <p:nvPr/>
          </p:nvSpPr>
          <p:spPr>
            <a:xfrm>
              <a:off x="4334995" y="1883475"/>
              <a:ext cx="3405628" cy="893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0472">
                <a:defRPr/>
              </a:pPr>
              <a:r>
                <a:rPr lang="en-US" sz="1295" dirty="0">
                  <a:solidFill>
                    <a:srgbClr val="595959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‘</a:t>
              </a:r>
              <a:r>
                <a:rPr lang="en-US" sz="1295" b="1" dirty="0">
                  <a:solidFill>
                    <a:srgbClr val="595959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Low-regret’ interventions </a:t>
              </a:r>
              <a:r>
                <a:rPr lang="en-US" sz="1295" dirty="0">
                  <a:solidFill>
                    <a:srgbClr val="595959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that enhance performance in frequent events </a:t>
              </a:r>
            </a:p>
            <a:p>
              <a:pPr algn="ctr" defTabSz="910472">
                <a:defRPr/>
              </a:pPr>
              <a:endParaRPr lang="en-US" sz="1295" dirty="0">
                <a:solidFill>
                  <a:srgbClr val="59595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algn="ctr" defTabSz="910472">
                <a:defRPr/>
              </a:pPr>
              <a:r>
                <a:rPr lang="en-US" sz="1295" dirty="0">
                  <a:solidFill>
                    <a:srgbClr val="595959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[Applied to: 24 bridges, 790 km of roads]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C735AC6-AE7A-C97A-AEF9-C4D0EBAAB010}"/>
                </a:ext>
              </a:extLst>
            </p:cNvPr>
            <p:cNvSpPr txBox="1"/>
            <p:nvPr/>
          </p:nvSpPr>
          <p:spPr>
            <a:xfrm>
              <a:off x="4652201" y="1490464"/>
              <a:ext cx="2817532" cy="3389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910472">
                <a:defRPr/>
              </a:pPr>
              <a:r>
                <a:rPr lang="en-US" sz="1593" b="1">
                  <a:solidFill>
                    <a:srgbClr val="146622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Plan B - </a:t>
              </a:r>
              <a:r>
                <a:rPr lang="en-US" sz="1593" b="1">
                  <a:solidFill>
                    <a:prstClr val="black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$41 Million</a:t>
              </a:r>
            </a:p>
          </p:txBody>
        </p:sp>
        <p:pic>
          <p:nvPicPr>
            <p:cNvPr id="38" name="Εικόνα 57">
              <a:extLst>
                <a:ext uri="{FF2B5EF4-FFF2-40B4-BE49-F238E27FC236}">
                  <a16:creationId xmlns:a16="http://schemas.microsoft.com/office/drawing/2014/main" id="{A856253A-94A8-CACB-7DBF-83D4B05A4D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668" b="-1"/>
            <a:stretch/>
          </p:blipFill>
          <p:spPr>
            <a:xfrm>
              <a:off x="4478713" y="2984944"/>
              <a:ext cx="3153890" cy="2562877"/>
            </a:xfrm>
            <a:prstGeom prst="rect">
              <a:avLst/>
            </a:prstGeom>
            <a:ln w="19050">
              <a:noFill/>
            </a:ln>
          </p:spPr>
        </p:pic>
        <p:sp>
          <p:nvSpPr>
            <p:cNvPr id="288" name="Rectangle 19">
              <a:extLst>
                <a:ext uri="{FF2B5EF4-FFF2-40B4-BE49-F238E27FC236}">
                  <a16:creationId xmlns:a16="http://schemas.microsoft.com/office/drawing/2014/main" id="{547550C6-B85C-2AD8-54BE-3C4CD4F144F1}"/>
                </a:ext>
              </a:extLst>
            </p:cNvPr>
            <p:cNvSpPr/>
            <p:nvPr/>
          </p:nvSpPr>
          <p:spPr>
            <a:xfrm>
              <a:off x="4490236" y="2960687"/>
              <a:ext cx="3128282" cy="2579719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0472">
                <a:defRPr/>
              </a:pPr>
              <a:endParaRPr lang="en-US" sz="1792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9" name="Οβάλ 93">
              <a:extLst>
                <a:ext uri="{FF2B5EF4-FFF2-40B4-BE49-F238E27FC236}">
                  <a16:creationId xmlns:a16="http://schemas.microsoft.com/office/drawing/2014/main" id="{4CA177E9-D563-B8B3-22F3-3C266B165C94}"/>
                </a:ext>
              </a:extLst>
            </p:cNvPr>
            <p:cNvSpPr/>
            <p:nvPr/>
          </p:nvSpPr>
          <p:spPr>
            <a:xfrm>
              <a:off x="5435899" y="4760820"/>
              <a:ext cx="73314" cy="73314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2F657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0472">
                <a:defRPr/>
              </a:pPr>
              <a:endParaRPr lang="en-US" sz="1792" kern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40" name="Οβάλ 98">
              <a:extLst>
                <a:ext uri="{FF2B5EF4-FFF2-40B4-BE49-F238E27FC236}">
                  <a16:creationId xmlns:a16="http://schemas.microsoft.com/office/drawing/2014/main" id="{4037D1A4-7B92-C904-B288-4151445832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78170" y="3059895"/>
              <a:ext cx="651678" cy="651678"/>
            </a:xfrm>
            <a:prstGeom prst="ellipse">
              <a:avLst/>
            </a:prstGeom>
            <a:solidFill>
              <a:sysClr val="window" lastClr="FFFFFF">
                <a:alpha val="85000"/>
              </a:sysClr>
            </a:solidFill>
            <a:ln w="28575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0472">
                <a:defRPr/>
              </a:pPr>
              <a:endParaRPr lang="en-US" sz="1792" kern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cxnSp>
          <p:nvCxnSpPr>
            <p:cNvPr id="42" name="Ευθεία γραμμή σύνδεσης 101">
              <a:extLst>
                <a:ext uri="{FF2B5EF4-FFF2-40B4-BE49-F238E27FC236}">
                  <a16:creationId xmlns:a16="http://schemas.microsoft.com/office/drawing/2014/main" id="{B96EC37A-D793-9E22-2FEE-CBBA160B0C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046" y="3303504"/>
              <a:ext cx="81460" cy="353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43" name="Ευθεία γραμμή σύνδεσης 102">
              <a:extLst>
                <a:ext uri="{FF2B5EF4-FFF2-40B4-BE49-F238E27FC236}">
                  <a16:creationId xmlns:a16="http://schemas.microsoft.com/office/drawing/2014/main" id="{7766907E-0600-E8B8-8C03-7E047571442D}"/>
                </a:ext>
              </a:extLst>
            </p:cNvPr>
            <p:cNvCxnSpPr>
              <a:cxnSpLocks/>
            </p:cNvCxnSpPr>
            <p:nvPr/>
          </p:nvCxnSpPr>
          <p:spPr>
            <a:xfrm>
              <a:off x="6910108" y="3303122"/>
              <a:ext cx="82674" cy="95404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44" name="Ευθεία γραμμή σύνδεσης 104">
              <a:extLst>
                <a:ext uri="{FF2B5EF4-FFF2-40B4-BE49-F238E27FC236}">
                  <a16:creationId xmlns:a16="http://schemas.microsoft.com/office/drawing/2014/main" id="{432E428F-F0F6-F47C-7A3F-4302D2800A52}"/>
                </a:ext>
              </a:extLst>
            </p:cNvPr>
            <p:cNvCxnSpPr>
              <a:cxnSpLocks/>
            </p:cNvCxnSpPr>
            <p:nvPr/>
          </p:nvCxnSpPr>
          <p:spPr>
            <a:xfrm>
              <a:off x="7200434" y="3529549"/>
              <a:ext cx="12219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45" name="Ευθεία γραμμή σύνδεσης 110">
              <a:extLst>
                <a:ext uri="{FF2B5EF4-FFF2-40B4-BE49-F238E27FC236}">
                  <a16:creationId xmlns:a16="http://schemas.microsoft.com/office/drawing/2014/main" id="{A132F459-0870-378E-D018-89AF729F468E}"/>
                </a:ext>
              </a:extLst>
            </p:cNvPr>
            <p:cNvCxnSpPr>
              <a:cxnSpLocks/>
            </p:cNvCxnSpPr>
            <p:nvPr/>
          </p:nvCxnSpPr>
          <p:spPr>
            <a:xfrm>
              <a:off x="7089840" y="3391355"/>
              <a:ext cx="122893" cy="123576"/>
            </a:xfrm>
            <a:prstGeom prst="line">
              <a:avLst/>
            </a:prstGeom>
            <a:noFill/>
            <a:ln w="12700" cap="flat" cmpd="sng" algn="ctr">
              <a:solidFill>
                <a:srgbClr val="F28E2B"/>
              </a:solidFill>
              <a:prstDash val="sysDot"/>
              <a:miter lim="800000"/>
            </a:ln>
            <a:effectLst/>
          </p:spPr>
        </p:cxnSp>
        <p:cxnSp>
          <p:nvCxnSpPr>
            <p:cNvPr id="46" name="Ευθεία γραμμή σύνδεσης 111">
              <a:extLst>
                <a:ext uri="{FF2B5EF4-FFF2-40B4-BE49-F238E27FC236}">
                  <a16:creationId xmlns:a16="http://schemas.microsoft.com/office/drawing/2014/main" id="{F2003740-C3E9-1288-2507-80E481B6D1C1}"/>
                </a:ext>
              </a:extLst>
            </p:cNvPr>
            <p:cNvCxnSpPr>
              <a:cxnSpLocks/>
            </p:cNvCxnSpPr>
            <p:nvPr/>
          </p:nvCxnSpPr>
          <p:spPr>
            <a:xfrm>
              <a:off x="6989953" y="3398841"/>
              <a:ext cx="8146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47" name="Ευθεία γραμμή σύνδεσης 112">
              <a:extLst>
                <a:ext uri="{FF2B5EF4-FFF2-40B4-BE49-F238E27FC236}">
                  <a16:creationId xmlns:a16="http://schemas.microsoft.com/office/drawing/2014/main" id="{34FA0CEF-5B57-48F2-E45F-0CB9B7A87FAB}"/>
                </a:ext>
              </a:extLst>
            </p:cNvPr>
            <p:cNvCxnSpPr>
              <a:cxnSpLocks/>
            </p:cNvCxnSpPr>
            <p:nvPr/>
          </p:nvCxnSpPr>
          <p:spPr>
            <a:xfrm>
              <a:off x="7070156" y="3400774"/>
              <a:ext cx="129021" cy="131933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48" name="Ευθεία γραμμή σύνδεσης 113">
              <a:extLst>
                <a:ext uri="{FF2B5EF4-FFF2-40B4-BE49-F238E27FC236}">
                  <a16:creationId xmlns:a16="http://schemas.microsoft.com/office/drawing/2014/main" id="{27B90FC8-0216-8508-6681-E197FADD1478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6933510" y="3302462"/>
              <a:ext cx="70919" cy="81839"/>
            </a:xfrm>
            <a:prstGeom prst="line">
              <a:avLst/>
            </a:prstGeom>
            <a:noFill/>
            <a:ln w="12700" cap="flat" cmpd="sng" algn="ctr">
              <a:solidFill>
                <a:srgbClr val="F28E2B"/>
              </a:solidFill>
              <a:prstDash val="sysDot"/>
              <a:miter lim="800000"/>
            </a:ln>
            <a:effectLst/>
          </p:spPr>
        </p:cxnSp>
        <p:cxnSp>
          <p:nvCxnSpPr>
            <p:cNvPr id="50" name="Ευθεία γραμμή σύνδεσης 116">
              <a:extLst>
                <a:ext uri="{FF2B5EF4-FFF2-40B4-BE49-F238E27FC236}">
                  <a16:creationId xmlns:a16="http://schemas.microsoft.com/office/drawing/2014/main" id="{A106E8DD-0C0C-191E-835D-BC5D5EC138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47445" y="3346243"/>
              <a:ext cx="0" cy="52282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51" name="Ελεύθερη σχεδίαση: Σχήμα 117">
              <a:extLst>
                <a:ext uri="{FF2B5EF4-FFF2-40B4-BE49-F238E27FC236}">
                  <a16:creationId xmlns:a16="http://schemas.microsoft.com/office/drawing/2014/main" id="{BA1DE16D-F215-A854-3AB0-67CA1A08A4B5}"/>
                </a:ext>
              </a:extLst>
            </p:cNvPr>
            <p:cNvSpPr/>
            <p:nvPr/>
          </p:nvSpPr>
          <p:spPr>
            <a:xfrm>
              <a:off x="6993511" y="3252103"/>
              <a:ext cx="118735" cy="98785"/>
            </a:xfrm>
            <a:custGeom>
              <a:avLst/>
              <a:gdLst>
                <a:gd name="connsiteX0" fmla="*/ 56417 w 133282"/>
                <a:gd name="connsiteY0" fmla="*/ 110888 h 110888"/>
                <a:gd name="connsiteX1" fmla="*/ 56417 w 133282"/>
                <a:gd name="connsiteY1" fmla="*/ 110888 h 110888"/>
                <a:gd name="connsiteX2" fmla="*/ 39484 w 133282"/>
                <a:gd name="connsiteY2" fmla="*/ 98188 h 110888"/>
                <a:gd name="connsiteX3" fmla="*/ 37367 w 133282"/>
                <a:gd name="connsiteY3" fmla="*/ 91838 h 110888"/>
                <a:gd name="connsiteX4" fmla="*/ 28901 w 133282"/>
                <a:gd name="connsiteY4" fmla="*/ 89721 h 110888"/>
                <a:gd name="connsiteX5" fmla="*/ 14084 w 133282"/>
                <a:gd name="connsiteY5" fmla="*/ 87604 h 110888"/>
                <a:gd name="connsiteX6" fmla="*/ 7734 w 133282"/>
                <a:gd name="connsiteY6" fmla="*/ 85488 h 110888"/>
                <a:gd name="connsiteX7" fmla="*/ 5617 w 133282"/>
                <a:gd name="connsiteY7" fmla="*/ 57971 h 110888"/>
                <a:gd name="connsiteX8" fmla="*/ 20434 w 133282"/>
                <a:gd name="connsiteY8" fmla="*/ 45271 h 110888"/>
                <a:gd name="connsiteX9" fmla="*/ 26784 w 133282"/>
                <a:gd name="connsiteY9" fmla="*/ 38921 h 110888"/>
                <a:gd name="connsiteX10" fmla="*/ 31017 w 133282"/>
                <a:gd name="connsiteY10" fmla="*/ 28338 h 110888"/>
                <a:gd name="connsiteX11" fmla="*/ 37367 w 133282"/>
                <a:gd name="connsiteY11" fmla="*/ 17754 h 110888"/>
                <a:gd name="connsiteX12" fmla="*/ 35251 w 133282"/>
                <a:gd name="connsiteY12" fmla="*/ 821 h 110888"/>
                <a:gd name="connsiteX13" fmla="*/ 58534 w 133282"/>
                <a:gd name="connsiteY13" fmla="*/ 17754 h 110888"/>
                <a:gd name="connsiteX14" fmla="*/ 75467 w 133282"/>
                <a:gd name="connsiteY14" fmla="*/ 21988 h 110888"/>
                <a:gd name="connsiteX15" fmla="*/ 83934 w 133282"/>
                <a:gd name="connsiteY15" fmla="*/ 36804 h 110888"/>
                <a:gd name="connsiteX16" fmla="*/ 92401 w 133282"/>
                <a:gd name="connsiteY16" fmla="*/ 41038 h 110888"/>
                <a:gd name="connsiteX17" fmla="*/ 124151 w 133282"/>
                <a:gd name="connsiteY17" fmla="*/ 49504 h 110888"/>
                <a:gd name="connsiteX18" fmla="*/ 132617 w 133282"/>
                <a:gd name="connsiteY18" fmla="*/ 66438 h 110888"/>
                <a:gd name="connsiteX19" fmla="*/ 111451 w 133282"/>
                <a:gd name="connsiteY19" fmla="*/ 91838 h 110888"/>
                <a:gd name="connsiteX20" fmla="*/ 102984 w 133282"/>
                <a:gd name="connsiteY20" fmla="*/ 93954 h 110888"/>
                <a:gd name="connsiteX21" fmla="*/ 90284 w 133282"/>
                <a:gd name="connsiteY21" fmla="*/ 102421 h 110888"/>
                <a:gd name="connsiteX22" fmla="*/ 64884 w 133282"/>
                <a:gd name="connsiteY22" fmla="*/ 106654 h 110888"/>
                <a:gd name="connsiteX23" fmla="*/ 56417 w 133282"/>
                <a:gd name="connsiteY23" fmla="*/ 110888 h 110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3282" h="110888">
                  <a:moveTo>
                    <a:pt x="56417" y="110888"/>
                  </a:moveTo>
                  <a:lnTo>
                    <a:pt x="56417" y="110888"/>
                  </a:lnTo>
                  <a:cubicBezTo>
                    <a:pt x="50773" y="106655"/>
                    <a:pt x="44473" y="103177"/>
                    <a:pt x="39484" y="98188"/>
                  </a:cubicBezTo>
                  <a:cubicBezTo>
                    <a:pt x="37906" y="96610"/>
                    <a:pt x="39109" y="93232"/>
                    <a:pt x="37367" y="91838"/>
                  </a:cubicBezTo>
                  <a:cubicBezTo>
                    <a:pt x="35096" y="90021"/>
                    <a:pt x="31763" y="90241"/>
                    <a:pt x="28901" y="89721"/>
                  </a:cubicBezTo>
                  <a:cubicBezTo>
                    <a:pt x="23992" y="88828"/>
                    <a:pt x="19023" y="88310"/>
                    <a:pt x="14084" y="87604"/>
                  </a:cubicBezTo>
                  <a:cubicBezTo>
                    <a:pt x="11967" y="86899"/>
                    <a:pt x="9590" y="86726"/>
                    <a:pt x="7734" y="85488"/>
                  </a:cubicBezTo>
                  <a:cubicBezTo>
                    <a:pt x="-2620" y="78586"/>
                    <a:pt x="-1808" y="71171"/>
                    <a:pt x="5617" y="57971"/>
                  </a:cubicBezTo>
                  <a:cubicBezTo>
                    <a:pt x="8806" y="52301"/>
                    <a:pt x="15599" y="49623"/>
                    <a:pt x="20434" y="45271"/>
                  </a:cubicBezTo>
                  <a:cubicBezTo>
                    <a:pt x="22659" y="43269"/>
                    <a:pt x="24667" y="41038"/>
                    <a:pt x="26784" y="38921"/>
                  </a:cubicBezTo>
                  <a:cubicBezTo>
                    <a:pt x="28195" y="35393"/>
                    <a:pt x="29132" y="31637"/>
                    <a:pt x="31017" y="28338"/>
                  </a:cubicBezTo>
                  <a:cubicBezTo>
                    <a:pt x="40313" y="12071"/>
                    <a:pt x="30725" y="37685"/>
                    <a:pt x="37367" y="17754"/>
                  </a:cubicBezTo>
                  <a:cubicBezTo>
                    <a:pt x="36662" y="12110"/>
                    <a:pt x="30023" y="3062"/>
                    <a:pt x="35251" y="821"/>
                  </a:cubicBezTo>
                  <a:cubicBezTo>
                    <a:pt x="46677" y="-4076"/>
                    <a:pt x="51096" y="14373"/>
                    <a:pt x="58534" y="17754"/>
                  </a:cubicBezTo>
                  <a:cubicBezTo>
                    <a:pt x="63831" y="20162"/>
                    <a:pt x="75467" y="21988"/>
                    <a:pt x="75467" y="21988"/>
                  </a:cubicBezTo>
                  <a:cubicBezTo>
                    <a:pt x="78289" y="26927"/>
                    <a:pt x="80155" y="32553"/>
                    <a:pt x="83934" y="36804"/>
                  </a:cubicBezTo>
                  <a:cubicBezTo>
                    <a:pt x="86030" y="39162"/>
                    <a:pt x="89488" y="39824"/>
                    <a:pt x="92401" y="41038"/>
                  </a:cubicBezTo>
                  <a:cubicBezTo>
                    <a:pt x="110717" y="48670"/>
                    <a:pt x="106088" y="46924"/>
                    <a:pt x="124151" y="49504"/>
                  </a:cubicBezTo>
                  <a:cubicBezTo>
                    <a:pt x="126973" y="55149"/>
                    <a:pt x="135748" y="60959"/>
                    <a:pt x="132617" y="66438"/>
                  </a:cubicBezTo>
                  <a:cubicBezTo>
                    <a:pt x="124993" y="79781"/>
                    <a:pt x="125056" y="83675"/>
                    <a:pt x="111451" y="91838"/>
                  </a:cubicBezTo>
                  <a:cubicBezTo>
                    <a:pt x="108956" y="93335"/>
                    <a:pt x="105806" y="93249"/>
                    <a:pt x="102984" y="93954"/>
                  </a:cubicBezTo>
                  <a:cubicBezTo>
                    <a:pt x="98751" y="96776"/>
                    <a:pt x="95111" y="100812"/>
                    <a:pt x="90284" y="102421"/>
                  </a:cubicBezTo>
                  <a:cubicBezTo>
                    <a:pt x="82141" y="105135"/>
                    <a:pt x="73320" y="105072"/>
                    <a:pt x="64884" y="106654"/>
                  </a:cubicBezTo>
                  <a:cubicBezTo>
                    <a:pt x="51768" y="109113"/>
                    <a:pt x="57828" y="110182"/>
                    <a:pt x="56417" y="110888"/>
                  </a:cubicBezTo>
                  <a:close/>
                </a:path>
              </a:pathLst>
            </a:custGeom>
            <a:solidFill>
              <a:srgbClr val="92D05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0472">
                <a:defRPr/>
              </a:pPr>
              <a:endParaRPr lang="en-US" sz="1792" kern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cxnSp>
          <p:nvCxnSpPr>
            <p:cNvPr id="60" name="Ευθεία γραμμή σύνδεσης 118">
              <a:extLst>
                <a:ext uri="{FF2B5EF4-FFF2-40B4-BE49-F238E27FC236}">
                  <a16:creationId xmlns:a16="http://schemas.microsoft.com/office/drawing/2014/main" id="{7BC016C2-4F0A-67DE-F5F7-714E076D44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88208" y="3255179"/>
              <a:ext cx="0" cy="52282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61" name="Ελεύθερη σχεδίαση: Σχήμα 119">
              <a:extLst>
                <a:ext uri="{FF2B5EF4-FFF2-40B4-BE49-F238E27FC236}">
                  <a16:creationId xmlns:a16="http://schemas.microsoft.com/office/drawing/2014/main" id="{7D99CE12-C355-A25E-141F-2D43B9DE5C14}"/>
                </a:ext>
              </a:extLst>
            </p:cNvPr>
            <p:cNvSpPr/>
            <p:nvPr/>
          </p:nvSpPr>
          <p:spPr>
            <a:xfrm>
              <a:off x="6861242" y="3210432"/>
              <a:ext cx="53932" cy="61386"/>
            </a:xfrm>
            <a:custGeom>
              <a:avLst/>
              <a:gdLst>
                <a:gd name="connsiteX0" fmla="*/ 56417 w 133282"/>
                <a:gd name="connsiteY0" fmla="*/ 110888 h 110888"/>
                <a:gd name="connsiteX1" fmla="*/ 56417 w 133282"/>
                <a:gd name="connsiteY1" fmla="*/ 110888 h 110888"/>
                <a:gd name="connsiteX2" fmla="*/ 39484 w 133282"/>
                <a:gd name="connsiteY2" fmla="*/ 98188 h 110888"/>
                <a:gd name="connsiteX3" fmla="*/ 37367 w 133282"/>
                <a:gd name="connsiteY3" fmla="*/ 91838 h 110888"/>
                <a:gd name="connsiteX4" fmla="*/ 28901 w 133282"/>
                <a:gd name="connsiteY4" fmla="*/ 89721 h 110888"/>
                <a:gd name="connsiteX5" fmla="*/ 14084 w 133282"/>
                <a:gd name="connsiteY5" fmla="*/ 87604 h 110888"/>
                <a:gd name="connsiteX6" fmla="*/ 7734 w 133282"/>
                <a:gd name="connsiteY6" fmla="*/ 85488 h 110888"/>
                <a:gd name="connsiteX7" fmla="*/ 5617 w 133282"/>
                <a:gd name="connsiteY7" fmla="*/ 57971 h 110888"/>
                <a:gd name="connsiteX8" fmla="*/ 20434 w 133282"/>
                <a:gd name="connsiteY8" fmla="*/ 45271 h 110888"/>
                <a:gd name="connsiteX9" fmla="*/ 26784 w 133282"/>
                <a:gd name="connsiteY9" fmla="*/ 38921 h 110888"/>
                <a:gd name="connsiteX10" fmla="*/ 31017 w 133282"/>
                <a:gd name="connsiteY10" fmla="*/ 28338 h 110888"/>
                <a:gd name="connsiteX11" fmla="*/ 37367 w 133282"/>
                <a:gd name="connsiteY11" fmla="*/ 17754 h 110888"/>
                <a:gd name="connsiteX12" fmla="*/ 35251 w 133282"/>
                <a:gd name="connsiteY12" fmla="*/ 821 h 110888"/>
                <a:gd name="connsiteX13" fmla="*/ 58534 w 133282"/>
                <a:gd name="connsiteY13" fmla="*/ 17754 h 110888"/>
                <a:gd name="connsiteX14" fmla="*/ 75467 w 133282"/>
                <a:gd name="connsiteY14" fmla="*/ 21988 h 110888"/>
                <a:gd name="connsiteX15" fmla="*/ 83934 w 133282"/>
                <a:gd name="connsiteY15" fmla="*/ 36804 h 110888"/>
                <a:gd name="connsiteX16" fmla="*/ 92401 w 133282"/>
                <a:gd name="connsiteY16" fmla="*/ 41038 h 110888"/>
                <a:gd name="connsiteX17" fmla="*/ 124151 w 133282"/>
                <a:gd name="connsiteY17" fmla="*/ 49504 h 110888"/>
                <a:gd name="connsiteX18" fmla="*/ 132617 w 133282"/>
                <a:gd name="connsiteY18" fmla="*/ 66438 h 110888"/>
                <a:gd name="connsiteX19" fmla="*/ 111451 w 133282"/>
                <a:gd name="connsiteY19" fmla="*/ 91838 h 110888"/>
                <a:gd name="connsiteX20" fmla="*/ 102984 w 133282"/>
                <a:gd name="connsiteY20" fmla="*/ 93954 h 110888"/>
                <a:gd name="connsiteX21" fmla="*/ 90284 w 133282"/>
                <a:gd name="connsiteY21" fmla="*/ 102421 h 110888"/>
                <a:gd name="connsiteX22" fmla="*/ 64884 w 133282"/>
                <a:gd name="connsiteY22" fmla="*/ 106654 h 110888"/>
                <a:gd name="connsiteX23" fmla="*/ 56417 w 133282"/>
                <a:gd name="connsiteY23" fmla="*/ 110888 h 110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3282" h="110888">
                  <a:moveTo>
                    <a:pt x="56417" y="110888"/>
                  </a:moveTo>
                  <a:lnTo>
                    <a:pt x="56417" y="110888"/>
                  </a:lnTo>
                  <a:cubicBezTo>
                    <a:pt x="50773" y="106655"/>
                    <a:pt x="44473" y="103177"/>
                    <a:pt x="39484" y="98188"/>
                  </a:cubicBezTo>
                  <a:cubicBezTo>
                    <a:pt x="37906" y="96610"/>
                    <a:pt x="39109" y="93232"/>
                    <a:pt x="37367" y="91838"/>
                  </a:cubicBezTo>
                  <a:cubicBezTo>
                    <a:pt x="35096" y="90021"/>
                    <a:pt x="31763" y="90241"/>
                    <a:pt x="28901" y="89721"/>
                  </a:cubicBezTo>
                  <a:cubicBezTo>
                    <a:pt x="23992" y="88828"/>
                    <a:pt x="19023" y="88310"/>
                    <a:pt x="14084" y="87604"/>
                  </a:cubicBezTo>
                  <a:cubicBezTo>
                    <a:pt x="11967" y="86899"/>
                    <a:pt x="9590" y="86726"/>
                    <a:pt x="7734" y="85488"/>
                  </a:cubicBezTo>
                  <a:cubicBezTo>
                    <a:pt x="-2620" y="78586"/>
                    <a:pt x="-1808" y="71171"/>
                    <a:pt x="5617" y="57971"/>
                  </a:cubicBezTo>
                  <a:cubicBezTo>
                    <a:pt x="8806" y="52301"/>
                    <a:pt x="15599" y="49623"/>
                    <a:pt x="20434" y="45271"/>
                  </a:cubicBezTo>
                  <a:cubicBezTo>
                    <a:pt x="22659" y="43269"/>
                    <a:pt x="24667" y="41038"/>
                    <a:pt x="26784" y="38921"/>
                  </a:cubicBezTo>
                  <a:cubicBezTo>
                    <a:pt x="28195" y="35393"/>
                    <a:pt x="29132" y="31637"/>
                    <a:pt x="31017" y="28338"/>
                  </a:cubicBezTo>
                  <a:cubicBezTo>
                    <a:pt x="40313" y="12071"/>
                    <a:pt x="30725" y="37685"/>
                    <a:pt x="37367" y="17754"/>
                  </a:cubicBezTo>
                  <a:cubicBezTo>
                    <a:pt x="36662" y="12110"/>
                    <a:pt x="30023" y="3062"/>
                    <a:pt x="35251" y="821"/>
                  </a:cubicBezTo>
                  <a:cubicBezTo>
                    <a:pt x="46677" y="-4076"/>
                    <a:pt x="51096" y="14373"/>
                    <a:pt x="58534" y="17754"/>
                  </a:cubicBezTo>
                  <a:cubicBezTo>
                    <a:pt x="63831" y="20162"/>
                    <a:pt x="75467" y="21988"/>
                    <a:pt x="75467" y="21988"/>
                  </a:cubicBezTo>
                  <a:cubicBezTo>
                    <a:pt x="78289" y="26927"/>
                    <a:pt x="80155" y="32553"/>
                    <a:pt x="83934" y="36804"/>
                  </a:cubicBezTo>
                  <a:cubicBezTo>
                    <a:pt x="86030" y="39162"/>
                    <a:pt x="89488" y="39824"/>
                    <a:pt x="92401" y="41038"/>
                  </a:cubicBezTo>
                  <a:cubicBezTo>
                    <a:pt x="110717" y="48670"/>
                    <a:pt x="106088" y="46924"/>
                    <a:pt x="124151" y="49504"/>
                  </a:cubicBezTo>
                  <a:cubicBezTo>
                    <a:pt x="126973" y="55149"/>
                    <a:pt x="135748" y="60959"/>
                    <a:pt x="132617" y="66438"/>
                  </a:cubicBezTo>
                  <a:cubicBezTo>
                    <a:pt x="124993" y="79781"/>
                    <a:pt x="125056" y="83675"/>
                    <a:pt x="111451" y="91838"/>
                  </a:cubicBezTo>
                  <a:cubicBezTo>
                    <a:pt x="108956" y="93335"/>
                    <a:pt x="105806" y="93249"/>
                    <a:pt x="102984" y="93954"/>
                  </a:cubicBezTo>
                  <a:cubicBezTo>
                    <a:pt x="98751" y="96776"/>
                    <a:pt x="95111" y="100812"/>
                    <a:pt x="90284" y="102421"/>
                  </a:cubicBezTo>
                  <a:cubicBezTo>
                    <a:pt x="82141" y="105135"/>
                    <a:pt x="73320" y="105072"/>
                    <a:pt x="64884" y="106654"/>
                  </a:cubicBezTo>
                  <a:cubicBezTo>
                    <a:pt x="51768" y="109113"/>
                    <a:pt x="57828" y="110182"/>
                    <a:pt x="56417" y="110888"/>
                  </a:cubicBezTo>
                  <a:close/>
                </a:path>
              </a:pathLst>
            </a:custGeom>
            <a:solidFill>
              <a:srgbClr val="92D05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0472">
                <a:defRPr/>
              </a:pPr>
              <a:endParaRPr lang="en-US" sz="1792" kern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64" name="Οβάλ 139">
              <a:extLst>
                <a:ext uri="{FF2B5EF4-FFF2-40B4-BE49-F238E27FC236}">
                  <a16:creationId xmlns:a16="http://schemas.microsoft.com/office/drawing/2014/main" id="{2F0D6314-467B-2B2E-A899-02A70C72B9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94617" y="3912341"/>
              <a:ext cx="651678" cy="651678"/>
            </a:xfrm>
            <a:prstGeom prst="ellipse">
              <a:avLst/>
            </a:prstGeom>
            <a:solidFill>
              <a:sysClr val="window" lastClr="FFFFFF">
                <a:alpha val="85000"/>
              </a:sysClr>
            </a:solidFill>
            <a:ln w="28575" cap="flat" cmpd="sng" algn="ctr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0472">
                <a:defRPr/>
              </a:pPr>
              <a:endParaRPr lang="en-US" sz="1792" kern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grpSp>
          <p:nvGrpSpPr>
            <p:cNvPr id="65" name="Ομάδα 140">
              <a:extLst>
                <a:ext uri="{FF2B5EF4-FFF2-40B4-BE49-F238E27FC236}">
                  <a16:creationId xmlns:a16="http://schemas.microsoft.com/office/drawing/2014/main" id="{833C9B72-FF49-6E05-5A80-D58771C665AF}"/>
                </a:ext>
              </a:extLst>
            </p:cNvPr>
            <p:cNvGrpSpPr/>
            <p:nvPr/>
          </p:nvGrpSpPr>
          <p:grpSpPr>
            <a:xfrm>
              <a:off x="4679523" y="4108590"/>
              <a:ext cx="482150" cy="288775"/>
              <a:chOff x="5059113" y="5699475"/>
              <a:chExt cx="541222" cy="324155"/>
            </a:xfrm>
          </p:grpSpPr>
          <p:sp>
            <p:nvSpPr>
              <p:cNvPr id="66" name="Ελεύθερη σχεδίαση: Σχήμα 141">
                <a:extLst>
                  <a:ext uri="{FF2B5EF4-FFF2-40B4-BE49-F238E27FC236}">
                    <a16:creationId xmlns:a16="http://schemas.microsoft.com/office/drawing/2014/main" id="{DC207FAE-E2E1-8A67-82EB-FABE00BA0197}"/>
                  </a:ext>
                </a:extLst>
              </p:cNvPr>
              <p:cNvSpPr/>
              <p:nvPr/>
            </p:nvSpPr>
            <p:spPr>
              <a:xfrm rot="20637005">
                <a:off x="5329885" y="5770655"/>
                <a:ext cx="177773" cy="57265"/>
              </a:xfrm>
              <a:custGeom>
                <a:avLst/>
                <a:gdLst>
                  <a:gd name="connsiteX0" fmla="*/ 0 w 340360"/>
                  <a:gd name="connsiteY0" fmla="*/ 0 h 223520"/>
                  <a:gd name="connsiteX1" fmla="*/ 25400 w 340360"/>
                  <a:gd name="connsiteY1" fmla="*/ 30480 h 223520"/>
                  <a:gd name="connsiteX2" fmla="*/ 91440 w 340360"/>
                  <a:gd name="connsiteY2" fmla="*/ 55880 h 223520"/>
                  <a:gd name="connsiteX3" fmla="*/ 116840 w 340360"/>
                  <a:gd name="connsiteY3" fmla="*/ 50800 h 223520"/>
                  <a:gd name="connsiteX4" fmla="*/ 162560 w 340360"/>
                  <a:gd name="connsiteY4" fmla="*/ 35560 h 223520"/>
                  <a:gd name="connsiteX5" fmla="*/ 182880 w 340360"/>
                  <a:gd name="connsiteY5" fmla="*/ 50800 h 223520"/>
                  <a:gd name="connsiteX6" fmla="*/ 203200 w 340360"/>
                  <a:gd name="connsiteY6" fmla="*/ 86360 h 223520"/>
                  <a:gd name="connsiteX7" fmla="*/ 208280 w 340360"/>
                  <a:gd name="connsiteY7" fmla="*/ 111760 h 223520"/>
                  <a:gd name="connsiteX8" fmla="*/ 269240 w 340360"/>
                  <a:gd name="connsiteY8" fmla="*/ 152400 h 223520"/>
                  <a:gd name="connsiteX9" fmla="*/ 289560 w 340360"/>
                  <a:gd name="connsiteY9" fmla="*/ 177800 h 223520"/>
                  <a:gd name="connsiteX10" fmla="*/ 294640 w 340360"/>
                  <a:gd name="connsiteY10" fmla="*/ 193040 h 223520"/>
                  <a:gd name="connsiteX11" fmla="*/ 340360 w 340360"/>
                  <a:gd name="connsiteY11" fmla="*/ 223520 h 223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0360" h="223520">
                    <a:moveTo>
                      <a:pt x="0" y="0"/>
                    </a:moveTo>
                    <a:lnTo>
                      <a:pt x="25400" y="30480"/>
                    </a:lnTo>
                    <a:cubicBezTo>
                      <a:pt x="28458" y="31839"/>
                      <a:pt x="75471" y="55880"/>
                      <a:pt x="91440" y="55880"/>
                    </a:cubicBezTo>
                    <a:cubicBezTo>
                      <a:pt x="100074" y="55880"/>
                      <a:pt x="108373" y="52493"/>
                      <a:pt x="116840" y="50800"/>
                    </a:cubicBezTo>
                    <a:cubicBezTo>
                      <a:pt x="128052" y="45194"/>
                      <a:pt x="148925" y="32530"/>
                      <a:pt x="162560" y="35560"/>
                    </a:cubicBezTo>
                    <a:cubicBezTo>
                      <a:pt x="170825" y="37397"/>
                      <a:pt x="176893" y="44813"/>
                      <a:pt x="182880" y="50800"/>
                    </a:cubicBezTo>
                    <a:cubicBezTo>
                      <a:pt x="190060" y="57980"/>
                      <a:pt x="199216" y="78391"/>
                      <a:pt x="203200" y="86360"/>
                    </a:cubicBezTo>
                    <a:cubicBezTo>
                      <a:pt x="204893" y="94827"/>
                      <a:pt x="204707" y="103900"/>
                      <a:pt x="208280" y="111760"/>
                    </a:cubicBezTo>
                    <a:cubicBezTo>
                      <a:pt x="226271" y="151340"/>
                      <a:pt x="228275" y="142159"/>
                      <a:pt x="269240" y="152400"/>
                    </a:cubicBezTo>
                    <a:cubicBezTo>
                      <a:pt x="276013" y="160867"/>
                      <a:pt x="283813" y="168605"/>
                      <a:pt x="289560" y="177800"/>
                    </a:cubicBezTo>
                    <a:cubicBezTo>
                      <a:pt x="292398" y="182341"/>
                      <a:pt x="285327" y="174413"/>
                      <a:pt x="294640" y="193040"/>
                    </a:cubicBezTo>
                    <a:lnTo>
                      <a:pt x="340360" y="223520"/>
                    </a:lnTo>
                  </a:path>
                </a:pathLst>
              </a:custGeom>
              <a:noFill/>
              <a:ln w="9525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67" name="Ελεύθερη σχεδίαση: Σχήμα 142">
                <a:extLst>
                  <a:ext uri="{FF2B5EF4-FFF2-40B4-BE49-F238E27FC236}">
                    <a16:creationId xmlns:a16="http://schemas.microsoft.com/office/drawing/2014/main" id="{50E0BF10-5272-FDE3-E990-BB1C7CCEEBC0}"/>
                  </a:ext>
                </a:extLst>
              </p:cNvPr>
              <p:cNvSpPr/>
              <p:nvPr/>
            </p:nvSpPr>
            <p:spPr>
              <a:xfrm rot="21346504">
                <a:off x="5459253" y="5756342"/>
                <a:ext cx="105715" cy="79467"/>
              </a:xfrm>
              <a:custGeom>
                <a:avLst/>
                <a:gdLst>
                  <a:gd name="connsiteX0" fmla="*/ 19050 w 273050"/>
                  <a:gd name="connsiteY0" fmla="*/ 0 h 234950"/>
                  <a:gd name="connsiteX1" fmla="*/ 273050 w 273050"/>
                  <a:gd name="connsiteY1" fmla="*/ 152400 h 234950"/>
                  <a:gd name="connsiteX2" fmla="*/ 0 w 273050"/>
                  <a:gd name="connsiteY2" fmla="*/ 234950 h 234950"/>
                  <a:gd name="connsiteX3" fmla="*/ 127000 w 273050"/>
                  <a:gd name="connsiteY3" fmla="*/ 127000 h 234950"/>
                  <a:gd name="connsiteX4" fmla="*/ 19050 w 273050"/>
                  <a:gd name="connsiteY4" fmla="*/ 0 h 234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3050" h="234950">
                    <a:moveTo>
                      <a:pt x="19050" y="0"/>
                    </a:moveTo>
                    <a:lnTo>
                      <a:pt x="273050" y="152400"/>
                    </a:lnTo>
                    <a:lnTo>
                      <a:pt x="0" y="234950"/>
                    </a:lnTo>
                    <a:lnTo>
                      <a:pt x="127000" y="127000"/>
                    </a:lnTo>
                    <a:lnTo>
                      <a:pt x="19050" y="0"/>
                    </a:lnTo>
                    <a:close/>
                  </a:path>
                </a:pathLst>
              </a:cu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cxnSp>
            <p:nvCxnSpPr>
              <p:cNvPr id="68" name="Ευθεία γραμμή σύνδεσης 143">
                <a:extLst>
                  <a:ext uri="{FF2B5EF4-FFF2-40B4-BE49-F238E27FC236}">
                    <a16:creationId xmlns:a16="http://schemas.microsoft.com/office/drawing/2014/main" id="{2CE79F47-2EDD-496F-492E-93AF30A399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5324" y="5851233"/>
                <a:ext cx="535011" cy="0"/>
              </a:xfrm>
              <a:prstGeom prst="line">
                <a:avLst/>
              </a:prstGeom>
              <a:noFill/>
              <a:ln w="38100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69" name="Ορθογώνιο: Στρογγύλεμα γωνιών 144">
                <a:extLst>
                  <a:ext uri="{FF2B5EF4-FFF2-40B4-BE49-F238E27FC236}">
                    <a16:creationId xmlns:a16="http://schemas.microsoft.com/office/drawing/2014/main" id="{C32092A5-4AFE-092A-14DB-A4FEC7A98658}"/>
                  </a:ext>
                </a:extLst>
              </p:cNvPr>
              <p:cNvSpPr/>
              <p:nvPr/>
            </p:nvSpPr>
            <p:spPr>
              <a:xfrm>
                <a:off x="5250139" y="5699475"/>
                <a:ext cx="47770" cy="128483"/>
              </a:xfrm>
              <a:prstGeom prst="roundRect">
                <a:avLst>
                  <a:gd name="adj" fmla="val 32052"/>
                </a:avLst>
              </a:prstGeom>
              <a:solidFill>
                <a:sysClr val="windowText" lastClr="000000">
                  <a:lumMod val="50000"/>
                  <a:lumOff val="50000"/>
                </a:sysClr>
              </a:solidFill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70" name="Ορθογώνιο: Στρογγύλεμα γωνιών 145">
                <a:extLst>
                  <a:ext uri="{FF2B5EF4-FFF2-40B4-BE49-F238E27FC236}">
                    <a16:creationId xmlns:a16="http://schemas.microsoft.com/office/drawing/2014/main" id="{FFF984F2-F286-C1BF-0308-C58C248D80C6}"/>
                  </a:ext>
                </a:extLst>
              </p:cNvPr>
              <p:cNvSpPr/>
              <p:nvPr/>
            </p:nvSpPr>
            <p:spPr>
              <a:xfrm>
                <a:off x="5192989" y="5699475"/>
                <a:ext cx="47770" cy="128483"/>
              </a:xfrm>
              <a:prstGeom prst="roundRect">
                <a:avLst>
                  <a:gd name="adj" fmla="val 32052"/>
                </a:avLst>
              </a:prstGeom>
              <a:solidFill>
                <a:sysClr val="windowText" lastClr="000000">
                  <a:lumMod val="50000"/>
                  <a:lumOff val="50000"/>
                </a:sysClr>
              </a:solidFill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cxnSp>
            <p:nvCxnSpPr>
              <p:cNvPr id="71" name="Ευθεία γραμμή σύνδεσης 146">
                <a:extLst>
                  <a:ext uri="{FF2B5EF4-FFF2-40B4-BE49-F238E27FC236}">
                    <a16:creationId xmlns:a16="http://schemas.microsoft.com/office/drawing/2014/main" id="{0F99F89D-BA6A-275C-D469-B40FE3B1F2C0}"/>
                  </a:ext>
                </a:extLst>
              </p:cNvPr>
              <p:cNvCxnSpPr/>
              <p:nvPr/>
            </p:nvCxnSpPr>
            <p:spPr>
              <a:xfrm>
                <a:off x="5059113" y="5757366"/>
                <a:ext cx="359703" cy="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72" name="Ελεύθερη σχεδίαση: Σχήμα 147">
                <a:extLst>
                  <a:ext uri="{FF2B5EF4-FFF2-40B4-BE49-F238E27FC236}">
                    <a16:creationId xmlns:a16="http://schemas.microsoft.com/office/drawing/2014/main" id="{65613BE1-1C0D-C952-6E6A-03906A25C459}"/>
                  </a:ext>
                </a:extLst>
              </p:cNvPr>
              <p:cNvSpPr/>
              <p:nvPr/>
            </p:nvSpPr>
            <p:spPr>
              <a:xfrm>
                <a:off x="5438140" y="5963147"/>
                <a:ext cx="120650" cy="55033"/>
              </a:xfrm>
              <a:custGeom>
                <a:avLst/>
                <a:gdLst>
                  <a:gd name="connsiteX0" fmla="*/ 0 w 120650"/>
                  <a:gd name="connsiteY0" fmla="*/ 0 h 55033"/>
                  <a:gd name="connsiteX1" fmla="*/ 120650 w 120650"/>
                  <a:gd name="connsiteY1" fmla="*/ 0 h 55033"/>
                  <a:gd name="connsiteX2" fmla="*/ 103716 w 120650"/>
                  <a:gd name="connsiteY2" fmla="*/ 55033 h 55033"/>
                  <a:gd name="connsiteX3" fmla="*/ 10583 w 120650"/>
                  <a:gd name="connsiteY3" fmla="*/ 55033 h 55033"/>
                  <a:gd name="connsiteX4" fmla="*/ 0 w 120650"/>
                  <a:gd name="connsiteY4" fmla="*/ 0 h 55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0650" h="55033">
                    <a:moveTo>
                      <a:pt x="0" y="0"/>
                    </a:moveTo>
                    <a:lnTo>
                      <a:pt x="120650" y="0"/>
                    </a:lnTo>
                    <a:lnTo>
                      <a:pt x="103716" y="55033"/>
                    </a:lnTo>
                    <a:lnTo>
                      <a:pt x="10583" y="55033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pct10">
                <a:fgClr>
                  <a:sysClr val="window" lastClr="FFFFFF">
                    <a:lumMod val="75000"/>
                  </a:sysClr>
                </a:fgClr>
                <a:bgClr>
                  <a:sysClr val="window" lastClr="FFFFFF"/>
                </a:bgClr>
              </a:patt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73" name="Κύκλος: Κενός 148">
                <a:extLst>
                  <a:ext uri="{FF2B5EF4-FFF2-40B4-BE49-F238E27FC236}">
                    <a16:creationId xmlns:a16="http://schemas.microsoft.com/office/drawing/2014/main" id="{9444CBC0-DD29-BA76-7B75-21E544A8C1D2}"/>
                  </a:ext>
                </a:extLst>
              </p:cNvPr>
              <p:cNvSpPr/>
              <p:nvPr/>
            </p:nvSpPr>
            <p:spPr>
              <a:xfrm>
                <a:off x="5466299" y="5911996"/>
                <a:ext cx="64008" cy="64008"/>
              </a:xfrm>
              <a:prstGeom prst="donut">
                <a:avLst/>
              </a:prstGeom>
              <a:solidFill>
                <a:srgbClr val="F28E2B"/>
              </a:solidFill>
              <a:ln w="3175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0472">
                  <a:defRPr/>
                </a:pPr>
                <a:endParaRPr lang="en-US" sz="1792" kern="0">
                  <a:solidFill>
                    <a:prstClr val="black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cxnSp>
            <p:nvCxnSpPr>
              <p:cNvPr id="74" name="Ευθεία γραμμή σύνδεσης 149">
                <a:extLst>
                  <a:ext uri="{FF2B5EF4-FFF2-40B4-BE49-F238E27FC236}">
                    <a16:creationId xmlns:a16="http://schemas.microsoft.com/office/drawing/2014/main" id="{20079001-8BAD-19EB-5CDD-C3F910A20C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3718" y="5871482"/>
                <a:ext cx="35007" cy="152148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5" name="Ευθεία γραμμή σύνδεσης 150">
                <a:extLst>
                  <a:ext uri="{FF2B5EF4-FFF2-40B4-BE49-F238E27FC236}">
                    <a16:creationId xmlns:a16="http://schemas.microsoft.com/office/drawing/2014/main" id="{45A466AE-8351-243C-F21E-6393686AB4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42294" y="5859448"/>
                <a:ext cx="40750" cy="160792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6" name="Ευθεία γραμμή σύνδεσης 151">
                <a:extLst>
                  <a:ext uri="{FF2B5EF4-FFF2-40B4-BE49-F238E27FC236}">
                    <a16:creationId xmlns:a16="http://schemas.microsoft.com/office/drawing/2014/main" id="{663DE715-6814-6F5C-BA96-DD7C52CF4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51819" y="6020240"/>
                <a:ext cx="86667" cy="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D3ECDAD2-81FD-D38C-2C2B-C9BE802CE2C3}"/>
                </a:ext>
              </a:extLst>
            </p:cNvPr>
            <p:cNvSpPr txBox="1"/>
            <p:nvPr/>
          </p:nvSpPr>
          <p:spPr>
            <a:xfrm>
              <a:off x="5904531" y="3153451"/>
              <a:ext cx="730884" cy="431474"/>
            </a:xfrm>
            <a:prstGeom prst="rect">
              <a:avLst/>
            </a:prstGeom>
            <a:solidFill>
              <a:sysClr val="window" lastClr="FFFFFF">
                <a:lumMod val="50000"/>
                <a:alpha val="80000"/>
              </a:sysClr>
            </a:solidFill>
          </p:spPr>
          <p:txBody>
            <a:bodyPr wrap="square" rtlCol="0">
              <a:spAutoFit/>
            </a:bodyPr>
            <a:lstStyle/>
            <a:p>
              <a:pPr defTabSz="910472">
                <a:defRPr/>
              </a:pPr>
              <a:r>
                <a:rPr lang="en-US" sz="1096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Erosion Control 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6690A941-1E30-4F8C-6AFF-7C7C8F774CE2}"/>
                </a:ext>
              </a:extLst>
            </p:cNvPr>
            <p:cNvSpPr txBox="1"/>
            <p:nvPr/>
          </p:nvSpPr>
          <p:spPr>
            <a:xfrm>
              <a:off x="4648503" y="3479575"/>
              <a:ext cx="846202" cy="431474"/>
            </a:xfrm>
            <a:prstGeom prst="rect">
              <a:avLst/>
            </a:prstGeom>
            <a:solidFill>
              <a:sysClr val="window" lastClr="FFFFFF">
                <a:lumMod val="50000"/>
                <a:alpha val="80000"/>
              </a:sysClr>
            </a:solidFill>
          </p:spPr>
          <p:txBody>
            <a:bodyPr wrap="square" rtlCol="0">
              <a:spAutoFit/>
            </a:bodyPr>
            <a:lstStyle/>
            <a:p>
              <a:pPr defTabSz="910472">
                <a:defRPr/>
              </a:pPr>
              <a:r>
                <a:rPr lang="en-US" sz="1096" kern="0" dirty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Road Drainage</a:t>
              </a:r>
            </a:p>
          </p:txBody>
        </p:sp>
        <p:cxnSp>
          <p:nvCxnSpPr>
            <p:cNvPr id="158" name="Ευθεία γραμμή σύνδεσης 212">
              <a:extLst>
                <a:ext uri="{FF2B5EF4-FFF2-40B4-BE49-F238E27FC236}">
                  <a16:creationId xmlns:a16="http://schemas.microsoft.com/office/drawing/2014/main" id="{76B6C951-87B6-4575-7D3A-1FA32D14B211}"/>
                </a:ext>
              </a:extLst>
            </p:cNvPr>
            <p:cNvCxnSpPr>
              <a:stCxn id="64" idx="5"/>
              <a:endCxn id="39" idx="0"/>
            </p:cNvCxnSpPr>
            <p:nvPr/>
          </p:nvCxnSpPr>
          <p:spPr>
            <a:xfrm>
              <a:off x="5150858" y="4468583"/>
              <a:ext cx="295777" cy="302974"/>
            </a:xfrm>
            <a:prstGeom prst="line">
              <a:avLst/>
            </a:prstGeom>
            <a:noFill/>
            <a:ln w="19050" cap="flat" cmpd="sng" algn="ctr">
              <a:solidFill>
                <a:srgbClr val="7F7F7F"/>
              </a:solidFill>
              <a:prstDash val="solid"/>
              <a:miter lim="800000"/>
            </a:ln>
            <a:effectLst/>
          </p:spPr>
        </p:cxn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936C7793-BA02-6B2F-C52A-01CBC73AEEE4}"/>
                </a:ext>
              </a:extLst>
            </p:cNvPr>
            <p:cNvSpPr txBox="1"/>
            <p:nvPr/>
          </p:nvSpPr>
          <p:spPr>
            <a:xfrm>
              <a:off x="6060968" y="4995374"/>
              <a:ext cx="872542" cy="431474"/>
            </a:xfrm>
            <a:prstGeom prst="rect">
              <a:avLst/>
            </a:prstGeom>
            <a:solidFill>
              <a:sysClr val="window" lastClr="FFFFFF">
                <a:lumMod val="50000"/>
                <a:alpha val="80000"/>
              </a:sysClr>
            </a:solidFill>
          </p:spPr>
          <p:txBody>
            <a:bodyPr wrap="square" rtlCol="0">
              <a:spAutoFit/>
            </a:bodyPr>
            <a:lstStyle/>
            <a:p>
              <a:pPr defTabSz="910472">
                <a:defRPr/>
              </a:pPr>
              <a:r>
                <a:rPr lang="en-US" sz="1096" kern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Relief openings</a:t>
              </a:r>
            </a:p>
          </p:txBody>
        </p:sp>
        <p:pic>
          <p:nvPicPr>
            <p:cNvPr id="244" name="Graphic 10">
              <a:extLst>
                <a:ext uri="{FF2B5EF4-FFF2-40B4-BE49-F238E27FC236}">
                  <a16:creationId xmlns:a16="http://schemas.microsoft.com/office/drawing/2014/main" id="{3AC7E4DC-E843-1CCF-0A23-BB0CF305F9AE}"/>
                </a:ext>
              </a:extLst>
            </p:cNvPr>
            <p:cNvPicPr>
              <a:picLocks/>
            </p:cNvPicPr>
            <p:nvPr/>
          </p:nvPicPr>
          <p:blipFill rotWithShape="1">
            <a:blip r:embed="rId6"/>
            <a:srcRect l="70799" t="11743" r="1809" b="8823"/>
            <a:stretch/>
          </p:blipFill>
          <p:spPr>
            <a:xfrm>
              <a:off x="6905964" y="4508708"/>
              <a:ext cx="577538" cy="577538"/>
            </a:xfrm>
            <a:prstGeom prst="ellipse">
              <a:avLst/>
            </a:prstGeom>
            <a:ln w="28575">
              <a:solidFill>
                <a:srgbClr val="7F7F7F"/>
              </a:solidFill>
            </a:ln>
          </p:spPr>
        </p:pic>
        <p:sp>
          <p:nvSpPr>
            <p:cNvPr id="245" name="Οβάλ 264">
              <a:extLst>
                <a:ext uri="{FF2B5EF4-FFF2-40B4-BE49-F238E27FC236}">
                  <a16:creationId xmlns:a16="http://schemas.microsoft.com/office/drawing/2014/main" id="{3527F47F-607E-1BBD-D212-E51E6207521B}"/>
                </a:ext>
              </a:extLst>
            </p:cNvPr>
            <p:cNvSpPr/>
            <p:nvPr/>
          </p:nvSpPr>
          <p:spPr>
            <a:xfrm>
              <a:off x="6832650" y="4329683"/>
              <a:ext cx="73314" cy="73314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2F657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0472">
                <a:defRPr/>
              </a:pPr>
              <a:endParaRPr lang="en-US" sz="1792" kern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cxnSp>
          <p:nvCxnSpPr>
            <p:cNvPr id="246" name="Ευθεία γραμμή σύνδεσης 324">
              <a:extLst>
                <a:ext uri="{FF2B5EF4-FFF2-40B4-BE49-F238E27FC236}">
                  <a16:creationId xmlns:a16="http://schemas.microsoft.com/office/drawing/2014/main" id="{AD986E1E-5615-5E71-332E-F0BFE1036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80206" y="4399766"/>
              <a:ext cx="124222" cy="161586"/>
            </a:xfrm>
            <a:prstGeom prst="line">
              <a:avLst/>
            </a:prstGeom>
            <a:noFill/>
            <a:ln w="19050" cap="flat" cmpd="sng" algn="ctr">
              <a:solidFill>
                <a:srgbClr val="7F7F7F"/>
              </a:solidFill>
              <a:prstDash val="solid"/>
              <a:miter lim="800000"/>
            </a:ln>
            <a:effectLst/>
          </p:spPr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7E5647EF-2B8C-5C37-4005-5A69CAB77155}"/>
                </a:ext>
              </a:extLst>
            </p:cNvPr>
            <p:cNvCxnSpPr>
              <a:cxnSpLocks/>
            </p:cNvCxnSpPr>
            <p:nvPr/>
          </p:nvCxnSpPr>
          <p:spPr>
            <a:xfrm>
              <a:off x="4368455" y="3818854"/>
              <a:ext cx="0" cy="1085799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ffectLst/>
          </p:spPr>
        </p:cxnSp>
      </p:grpSp>
      <p:grpSp>
        <p:nvGrpSpPr>
          <p:cNvPr id="114" name="Ομάδα 113">
            <a:extLst>
              <a:ext uri="{FF2B5EF4-FFF2-40B4-BE49-F238E27FC236}">
                <a16:creationId xmlns:a16="http://schemas.microsoft.com/office/drawing/2014/main" id="{8C577AE6-9244-D33C-8713-C3F872FC91A5}"/>
              </a:ext>
            </a:extLst>
          </p:cNvPr>
          <p:cNvGrpSpPr/>
          <p:nvPr/>
        </p:nvGrpSpPr>
        <p:grpSpPr>
          <a:xfrm>
            <a:off x="4055571" y="5860390"/>
            <a:ext cx="2879488" cy="460126"/>
            <a:chOff x="4485885" y="6319195"/>
            <a:chExt cx="2892015" cy="46212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C2FE139-C9F8-CBE2-B91B-C9BE856EF2C2}"/>
                </a:ext>
              </a:extLst>
            </p:cNvPr>
            <p:cNvSpPr txBox="1"/>
            <p:nvPr/>
          </p:nvSpPr>
          <p:spPr>
            <a:xfrm>
              <a:off x="4778099" y="6319195"/>
              <a:ext cx="2599801" cy="4621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0472">
                <a:defRPr/>
              </a:pPr>
              <a:r>
                <a:rPr lang="en-US" sz="1195" dirty="0">
                  <a:solidFill>
                    <a:prstClr val="black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Inadequate protection during high-impact events</a:t>
              </a:r>
            </a:p>
          </p:txBody>
        </p:sp>
        <p:pic>
          <p:nvPicPr>
            <p:cNvPr id="25" name="Γραφικό 67" descr="Κατάργηση παρακολούθησης σήματος με συμπαγές γέμισμα">
              <a:extLst>
                <a:ext uri="{FF2B5EF4-FFF2-40B4-BE49-F238E27FC236}">
                  <a16:creationId xmlns:a16="http://schemas.microsoft.com/office/drawing/2014/main" id="{BF4C4EF6-83C6-E9EA-4EC1-B4F04C3F1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485885" y="6322341"/>
              <a:ext cx="274801" cy="274801"/>
            </a:xfrm>
            <a:prstGeom prst="rect">
              <a:avLst/>
            </a:prstGeom>
          </p:spPr>
        </p:pic>
      </p:grpSp>
      <p:grpSp>
        <p:nvGrpSpPr>
          <p:cNvPr id="99" name="Ομάδα 98">
            <a:extLst>
              <a:ext uri="{FF2B5EF4-FFF2-40B4-BE49-F238E27FC236}">
                <a16:creationId xmlns:a16="http://schemas.microsoft.com/office/drawing/2014/main" id="{45070402-E2D8-FA6D-C55D-0B22C4D0425D}"/>
              </a:ext>
            </a:extLst>
          </p:cNvPr>
          <p:cNvGrpSpPr/>
          <p:nvPr/>
        </p:nvGrpSpPr>
        <p:grpSpPr>
          <a:xfrm>
            <a:off x="9032423" y="1728816"/>
            <a:ext cx="3133172" cy="717546"/>
            <a:chOff x="9045198" y="1542909"/>
            <a:chExt cx="3146802" cy="720668"/>
          </a:xfrm>
        </p:grpSpPr>
        <p:sp>
          <p:nvSpPr>
            <p:cNvPr id="93" name="Ορθογώνιο: Στρογγύλεμα γωνιών 1062">
              <a:extLst>
                <a:ext uri="{FF2B5EF4-FFF2-40B4-BE49-F238E27FC236}">
                  <a16:creationId xmlns:a16="http://schemas.microsoft.com/office/drawing/2014/main" id="{E70E0CD8-A871-82D2-E822-0807065087EC}"/>
                </a:ext>
              </a:extLst>
            </p:cNvPr>
            <p:cNvSpPr/>
            <p:nvPr/>
          </p:nvSpPr>
          <p:spPr>
            <a:xfrm>
              <a:off x="9360999" y="1940312"/>
              <a:ext cx="2831001" cy="323265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25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0472">
                <a:defRPr/>
              </a:pPr>
              <a:endParaRPr lang="en-US" sz="1792" kern="0">
                <a:solidFill>
                  <a:srgbClr val="595959"/>
                </a:solidFill>
                <a:latin typeface="Aptos" panose="02110004020202020204"/>
              </a:endParaRPr>
            </a:p>
          </p:txBody>
        </p:sp>
        <p:sp>
          <p:nvSpPr>
            <p:cNvPr id="91" name="Ορθογώνιο: Στρογγύλεμα γωνιών 1062">
              <a:extLst>
                <a:ext uri="{FF2B5EF4-FFF2-40B4-BE49-F238E27FC236}">
                  <a16:creationId xmlns:a16="http://schemas.microsoft.com/office/drawing/2014/main" id="{7BB14327-16BE-8536-40FD-531EA01918F6}"/>
                </a:ext>
              </a:extLst>
            </p:cNvPr>
            <p:cNvSpPr/>
            <p:nvPr/>
          </p:nvSpPr>
          <p:spPr>
            <a:xfrm>
              <a:off x="9045198" y="1547505"/>
              <a:ext cx="3146802" cy="328400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25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0472">
                <a:defRPr/>
              </a:pPr>
              <a:endParaRPr lang="en-US" sz="1792" kern="0">
                <a:solidFill>
                  <a:srgbClr val="595959"/>
                </a:solidFill>
                <a:latin typeface="Aptos" panose="02110004020202020204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0CA10B7-E73A-04F1-7B81-22675F3EF317}"/>
                </a:ext>
              </a:extLst>
            </p:cNvPr>
            <p:cNvSpPr txBox="1"/>
            <p:nvPr/>
          </p:nvSpPr>
          <p:spPr>
            <a:xfrm>
              <a:off x="9212862" y="1542909"/>
              <a:ext cx="2977330" cy="3389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defTabSz="910472">
                <a:defRPr/>
              </a:pPr>
              <a:r>
                <a:rPr lang="en-GB" sz="1593" dirty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2 investment plans reflecting</a:t>
              </a:r>
              <a:endParaRPr lang="en-US" sz="1593" b="1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A1EC709E-BE7F-7CB1-50A2-816CFC46FDD6}"/>
                </a:ext>
              </a:extLst>
            </p:cNvPr>
            <p:cNvSpPr txBox="1"/>
            <p:nvPr/>
          </p:nvSpPr>
          <p:spPr>
            <a:xfrm>
              <a:off x="9346009" y="1922933"/>
              <a:ext cx="2831001" cy="3389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defTabSz="910472">
                <a:defRPr/>
              </a:pPr>
              <a:r>
                <a:rPr lang="en-GB" sz="1593" b="1" dirty="0">
                  <a:solidFill>
                    <a:prstClr val="whit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nation-wide retrofit program</a:t>
              </a:r>
              <a:endParaRPr lang="el-GR" sz="199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19" name="Ομάδα 118">
            <a:extLst>
              <a:ext uri="{FF2B5EF4-FFF2-40B4-BE49-F238E27FC236}">
                <a16:creationId xmlns:a16="http://schemas.microsoft.com/office/drawing/2014/main" id="{740A2EDC-10E6-8A01-0672-5E135221082E}"/>
              </a:ext>
            </a:extLst>
          </p:cNvPr>
          <p:cNvGrpSpPr/>
          <p:nvPr/>
        </p:nvGrpSpPr>
        <p:grpSpPr>
          <a:xfrm>
            <a:off x="7785501" y="3025410"/>
            <a:ext cx="4341884" cy="3303853"/>
            <a:chOff x="7792852" y="3023653"/>
            <a:chExt cx="4360772" cy="3318226"/>
          </a:xfrm>
        </p:grpSpPr>
        <p:graphicFrame>
          <p:nvGraphicFramePr>
            <p:cNvPr id="136" name="Chart 135">
              <a:extLst>
                <a:ext uri="{FF2B5EF4-FFF2-40B4-BE49-F238E27FC236}">
                  <a16:creationId xmlns:a16="http://schemas.microsoft.com/office/drawing/2014/main" id="{75A74FD0-038A-F40C-E81A-4478FBAB465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8455884" y="4007596"/>
            <a:ext cx="1391590" cy="1491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12159998-B37D-B038-870C-28E991074BBF}"/>
                </a:ext>
              </a:extLst>
            </p:cNvPr>
            <p:cNvSpPr txBox="1"/>
            <p:nvPr/>
          </p:nvSpPr>
          <p:spPr>
            <a:xfrm>
              <a:off x="8086353" y="6095231"/>
              <a:ext cx="3404524" cy="2466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455236">
                <a:defRPr/>
              </a:pPr>
              <a:r>
                <a:rPr lang="en-US" sz="996" dirty="0">
                  <a:solidFill>
                    <a:prstClr val="white">
                      <a:lumMod val="50000"/>
                    </a:prst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*For a 50-year investment horizon with 6% discount rate</a:t>
              </a:r>
              <a:endParaRPr lang="en-US" sz="996" dirty="0">
                <a:solidFill>
                  <a:prstClr val="white">
                    <a:lumMod val="50000"/>
                  </a:prstClr>
                </a:solidFill>
                <a:latin typeface="Aptos" panose="02110004020202020204"/>
              </a:endParaRPr>
            </a:p>
          </p:txBody>
        </p:sp>
        <p:graphicFrame>
          <p:nvGraphicFramePr>
            <p:cNvPr id="135" name="Chart 134">
              <a:extLst>
                <a:ext uri="{FF2B5EF4-FFF2-40B4-BE49-F238E27FC236}">
                  <a16:creationId xmlns:a16="http://schemas.microsoft.com/office/drawing/2014/main" id="{638905E9-7996-D2AA-B8F8-D99C2BC11B6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0806834" y="3977942"/>
            <a:ext cx="1346790" cy="147190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graphicFrame>
          <p:nvGraphicFramePr>
            <p:cNvPr id="134" name="Chart 133">
              <a:extLst>
                <a:ext uri="{FF2B5EF4-FFF2-40B4-BE49-F238E27FC236}">
                  <a16:creationId xmlns:a16="http://schemas.microsoft.com/office/drawing/2014/main" id="{059F9115-F1D4-0999-96CA-FC096B15369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9678127" y="3993503"/>
            <a:ext cx="1155371" cy="14719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E34BD797-A343-CBB4-E355-27A1A9747C2B}"/>
                </a:ext>
              </a:extLst>
            </p:cNvPr>
            <p:cNvSpPr txBox="1"/>
            <p:nvPr/>
          </p:nvSpPr>
          <p:spPr>
            <a:xfrm>
              <a:off x="8580122" y="3628586"/>
              <a:ext cx="1107049" cy="2154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5236">
                <a:defRPr/>
              </a:pPr>
              <a:r>
                <a:rPr lang="en-US" sz="1394">
                  <a:solidFill>
                    <a:srgbClr val="E7E6E6">
                      <a:lumMod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Benefit (US$)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F3EE208F-5435-A1BA-FD18-E59C7BBC4436}"/>
                </a:ext>
              </a:extLst>
            </p:cNvPr>
            <p:cNvSpPr txBox="1"/>
            <p:nvPr/>
          </p:nvSpPr>
          <p:spPr>
            <a:xfrm>
              <a:off x="9915179" y="3628585"/>
              <a:ext cx="737612" cy="2154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5236">
                <a:defRPr/>
              </a:pPr>
              <a:r>
                <a:rPr lang="en-US" sz="1394">
                  <a:solidFill>
                    <a:srgbClr val="E7E6E6">
                      <a:lumMod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BCR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D538B6BF-F37B-D8E6-797D-A6C3D48F144A}"/>
                </a:ext>
              </a:extLst>
            </p:cNvPr>
            <p:cNvSpPr txBox="1"/>
            <p:nvPr/>
          </p:nvSpPr>
          <p:spPr>
            <a:xfrm>
              <a:off x="11081112" y="3628585"/>
              <a:ext cx="737612" cy="2154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5236">
                <a:defRPr/>
              </a:pPr>
              <a:r>
                <a:rPr lang="en-US" sz="1394">
                  <a:solidFill>
                    <a:srgbClr val="E7E6E6">
                      <a:lumMod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ROI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C0BB34CA-3559-1DEF-BB55-2948118A86FB}"/>
                </a:ext>
              </a:extLst>
            </p:cNvPr>
            <p:cNvSpPr txBox="1"/>
            <p:nvPr/>
          </p:nvSpPr>
          <p:spPr>
            <a:xfrm>
              <a:off x="8565132" y="5395254"/>
              <a:ext cx="1142975" cy="4621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81943" indent="-81943" algn="ctr" defTabSz="1213933">
                <a:buFont typeface="Wingdings" panose="05000000000000000000" pitchFamily="2" charset="2"/>
                <a:buChar char="ü"/>
                <a:defRPr/>
              </a:pPr>
              <a:r>
                <a:rPr lang="en-US" sz="1195">
                  <a:solidFill>
                    <a:srgbClr val="E7E6E6">
                      <a:lumMod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Saves </a:t>
              </a:r>
            </a:p>
            <a:p>
              <a:pPr algn="ctr" defTabSz="1213933">
                <a:defRPr/>
              </a:pPr>
              <a:r>
                <a:rPr lang="en-US" sz="1195">
                  <a:solidFill>
                    <a:srgbClr val="E7E6E6">
                      <a:lumMod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$290 Million 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0BA898B7-FD70-E976-AC19-3A79959877CB}"/>
                </a:ext>
              </a:extLst>
            </p:cNvPr>
            <p:cNvSpPr txBox="1"/>
            <p:nvPr/>
          </p:nvSpPr>
          <p:spPr>
            <a:xfrm>
              <a:off x="9666826" y="5395254"/>
              <a:ext cx="1160261" cy="4621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81943" indent="-81943" algn="ctr" defTabSz="1213933">
                <a:buFont typeface="Wingdings" panose="05000000000000000000" pitchFamily="2" charset="2"/>
                <a:buChar char="ü"/>
                <a:defRPr/>
              </a:pPr>
              <a:r>
                <a:rPr lang="en-US" sz="1195">
                  <a:solidFill>
                    <a:srgbClr val="E7E6E6">
                      <a:lumMod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Returns  </a:t>
              </a:r>
            </a:p>
            <a:p>
              <a:pPr algn="ctr" defTabSz="1213933">
                <a:defRPr/>
              </a:pPr>
              <a:r>
                <a:rPr lang="en-US" sz="1195">
                  <a:solidFill>
                    <a:srgbClr val="E7E6E6">
                      <a:lumMod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$7 for every $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1B67DF93-4623-2594-D4A2-B40354B61822}"/>
                </a:ext>
              </a:extLst>
            </p:cNvPr>
            <p:cNvSpPr txBox="1"/>
            <p:nvPr/>
          </p:nvSpPr>
          <p:spPr>
            <a:xfrm>
              <a:off x="10811225" y="5395254"/>
              <a:ext cx="1142975" cy="4621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81943" indent="-81943" algn="ctr" defTabSz="1213933">
                <a:buFont typeface="Wingdings" panose="05000000000000000000" pitchFamily="2" charset="2"/>
                <a:buChar char="ü"/>
                <a:defRPr/>
              </a:pPr>
              <a:r>
                <a:rPr lang="en-US" sz="1195">
                  <a:solidFill>
                    <a:srgbClr val="E7E6E6">
                      <a:lumMod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Returns </a:t>
              </a:r>
            </a:p>
            <a:p>
              <a:pPr algn="ctr" defTabSz="1213933">
                <a:defRPr/>
              </a:pPr>
              <a:r>
                <a:rPr lang="en-US" sz="1195">
                  <a:solidFill>
                    <a:srgbClr val="E7E6E6">
                      <a:lumMod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12% Annually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E95F65-E08B-3F35-4609-C6C4F1F16403}"/>
                </a:ext>
              </a:extLst>
            </p:cNvPr>
            <p:cNvSpPr txBox="1"/>
            <p:nvPr/>
          </p:nvSpPr>
          <p:spPr>
            <a:xfrm>
              <a:off x="8350954" y="3023653"/>
              <a:ext cx="3697740" cy="3389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0472">
                <a:defRPr/>
              </a:pPr>
              <a:r>
                <a:rPr lang="en-US" sz="1593" b="1">
                  <a:solidFill>
                    <a:prstClr val="black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Return on Resilience Investment*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380DAE8D-31D9-A483-13B4-EADEBB224EDB}"/>
                </a:ext>
              </a:extLst>
            </p:cNvPr>
            <p:cNvSpPr txBox="1"/>
            <p:nvPr/>
          </p:nvSpPr>
          <p:spPr>
            <a:xfrm>
              <a:off x="7792852" y="4411176"/>
              <a:ext cx="932789" cy="308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defTabSz="910472">
                <a:defRPr/>
              </a:pPr>
              <a:r>
                <a:rPr lang="en-US" sz="1394">
                  <a:solidFill>
                    <a:srgbClr val="A9D18E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Plan A </a:t>
              </a:r>
              <a:endParaRPr lang="el-GR" sz="159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FADB6CBB-91C8-913A-3922-6C92191D3A8B}"/>
                </a:ext>
              </a:extLst>
            </p:cNvPr>
            <p:cNvSpPr txBox="1"/>
            <p:nvPr/>
          </p:nvSpPr>
          <p:spPr>
            <a:xfrm>
              <a:off x="7792852" y="4862482"/>
              <a:ext cx="932789" cy="308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defTabSz="910472">
                <a:defRPr/>
              </a:pPr>
              <a:r>
                <a:rPr lang="en-US" sz="1394">
                  <a:solidFill>
                    <a:srgbClr val="146622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Plan B </a:t>
              </a:r>
              <a:endParaRPr lang="el-GR" sz="1593">
                <a:solidFill>
                  <a:srgbClr val="146622"/>
                </a:solidFill>
                <a:latin typeface="Calibri" panose="020F0502020204030204"/>
              </a:endParaRPr>
            </a:p>
          </p:txBody>
        </p:sp>
        <p:pic>
          <p:nvPicPr>
            <p:cNvPr id="106" name="Graphic 139">
              <a:extLst>
                <a:ext uri="{FF2B5EF4-FFF2-40B4-BE49-F238E27FC236}">
                  <a16:creationId xmlns:a16="http://schemas.microsoft.com/office/drawing/2014/main" id="{087B2648-D752-8FBB-DFBA-F9FDFB430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071363" y="3034195"/>
              <a:ext cx="309570" cy="279796"/>
            </a:xfrm>
            <a:prstGeom prst="rect">
              <a:avLst/>
            </a:prstGeom>
          </p:spPr>
        </p:pic>
      </p:grpSp>
      <p:sp>
        <p:nvSpPr>
          <p:cNvPr id="118" name="Text Placeholder 5">
            <a:extLst>
              <a:ext uri="{FF2B5EF4-FFF2-40B4-BE49-F238E27FC236}">
                <a16:creationId xmlns:a16="http://schemas.microsoft.com/office/drawing/2014/main" id="{47014471-FEB7-1567-60BF-586B7ACFF9F3}"/>
              </a:ext>
            </a:extLst>
          </p:cNvPr>
          <p:cNvSpPr txBox="1">
            <a:spLocks/>
          </p:cNvSpPr>
          <p:nvPr/>
        </p:nvSpPr>
        <p:spPr>
          <a:xfrm>
            <a:off x="8971238" y="1357518"/>
            <a:ext cx="3585499" cy="387811"/>
          </a:xfrm>
          <a:prstGeom prst="rect">
            <a:avLst/>
          </a:prstGeom>
        </p:spPr>
        <p:txBody>
          <a:bodyPr/>
          <a:lstStyle>
            <a:lvl1pPr marL="170710" indent="-170710" algn="l" defTabSz="682837" rtl="0" eaLnBrk="1" latinLnBrk="0" hangingPunct="1">
              <a:lnSpc>
                <a:spcPct val="90000"/>
              </a:lnSpc>
              <a:spcBef>
                <a:spcPts val="747"/>
              </a:spcBef>
              <a:buFont typeface="Arial" panose="020B0604020202020204" pitchFamily="34" charset="0"/>
              <a:buChar char="•"/>
              <a:defRPr sz="20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2129" indent="-170710" algn="l" defTabSz="682837" rtl="0" eaLnBrk="1" latinLnBrk="0" hangingPunct="1">
              <a:lnSpc>
                <a:spcPct val="90000"/>
              </a:lnSpc>
              <a:spcBef>
                <a:spcPts val="374"/>
              </a:spcBef>
              <a:buFont typeface="Arial" panose="020B0604020202020204" pitchFamily="34" charset="0"/>
              <a:buChar char="•"/>
              <a:defRPr sz="17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3547" indent="-170710" algn="l" defTabSz="682837" rtl="0" eaLnBrk="1" latinLnBrk="0" hangingPunct="1">
              <a:lnSpc>
                <a:spcPct val="90000"/>
              </a:lnSpc>
              <a:spcBef>
                <a:spcPts val="374"/>
              </a:spcBef>
              <a:buFont typeface="Arial" panose="020B0604020202020204" pitchFamily="34" charset="0"/>
              <a:buChar char="•"/>
              <a:defRPr sz="14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94965" indent="-170710" algn="l" defTabSz="682837" rtl="0" eaLnBrk="1" latinLnBrk="0" hangingPunct="1">
              <a:lnSpc>
                <a:spcPct val="90000"/>
              </a:lnSpc>
              <a:spcBef>
                <a:spcPts val="374"/>
              </a:spcBef>
              <a:buFont typeface="Arial" panose="020B0604020202020204" pitchFamily="34" charset="0"/>
              <a:buChar char="•"/>
              <a:defRPr sz="13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6383" indent="-170710" algn="l" defTabSz="682837" rtl="0" eaLnBrk="1" latinLnBrk="0" hangingPunct="1">
              <a:lnSpc>
                <a:spcPct val="90000"/>
              </a:lnSpc>
              <a:spcBef>
                <a:spcPts val="374"/>
              </a:spcBef>
              <a:buFont typeface="Arial" panose="020B0604020202020204" pitchFamily="34" charset="0"/>
              <a:buChar char="•"/>
              <a:defRPr sz="13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7802" indent="-170710" algn="l" defTabSz="682837" rtl="0" eaLnBrk="1" latinLnBrk="0" hangingPunct="1">
              <a:lnSpc>
                <a:spcPct val="90000"/>
              </a:lnSpc>
              <a:spcBef>
                <a:spcPts val="374"/>
              </a:spcBef>
              <a:buFont typeface="Arial" panose="020B0604020202020204" pitchFamily="34" charset="0"/>
              <a:buChar char="•"/>
              <a:defRPr sz="13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9221" indent="-170710" algn="l" defTabSz="682837" rtl="0" eaLnBrk="1" latinLnBrk="0" hangingPunct="1">
              <a:lnSpc>
                <a:spcPct val="90000"/>
              </a:lnSpc>
              <a:spcBef>
                <a:spcPts val="374"/>
              </a:spcBef>
              <a:buFont typeface="Arial" panose="020B0604020202020204" pitchFamily="34" charset="0"/>
              <a:buChar char="•"/>
              <a:defRPr sz="13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60639" indent="-170710" algn="l" defTabSz="682837" rtl="0" eaLnBrk="1" latinLnBrk="0" hangingPunct="1">
              <a:lnSpc>
                <a:spcPct val="90000"/>
              </a:lnSpc>
              <a:spcBef>
                <a:spcPts val="374"/>
              </a:spcBef>
              <a:buFont typeface="Arial" panose="020B0604020202020204" pitchFamily="34" charset="0"/>
              <a:buChar char="•"/>
              <a:defRPr sz="13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2058" indent="-170710" algn="l" defTabSz="682837" rtl="0" eaLnBrk="1" latinLnBrk="0" hangingPunct="1">
              <a:lnSpc>
                <a:spcPct val="90000"/>
              </a:lnSpc>
              <a:spcBef>
                <a:spcPts val="374"/>
              </a:spcBef>
              <a:buFont typeface="Arial" panose="020B0604020202020204" pitchFamily="34" charset="0"/>
              <a:buChar char="•"/>
              <a:defRPr sz="13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06516">
              <a:spcBef>
                <a:spcPts val="992"/>
              </a:spcBef>
              <a:buNone/>
              <a:defRPr/>
            </a:pPr>
            <a:r>
              <a:rPr lang="en-GB" sz="1792" cap="all">
                <a:solidFill>
                  <a:srgbClr val="59595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Cost-benefit analysis OF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9E76D672-5FC3-1BD5-F8A5-10A7DD4B8FA4}"/>
              </a:ext>
            </a:extLst>
          </p:cNvPr>
          <p:cNvSpPr txBox="1">
            <a:spLocks/>
          </p:cNvSpPr>
          <p:nvPr/>
        </p:nvSpPr>
        <p:spPr>
          <a:xfrm>
            <a:off x="376720" y="75503"/>
            <a:ext cx="11430000" cy="5692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small" spc="300" baseline="0" dirty="0">
                <a:solidFill>
                  <a:srgbClr val="002F54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Univers Condensed"/>
              </a:rPr>
              <a:t>Tools and Systems to Enhance Investment Planning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DDCE1C-5675-B910-B85B-31EE768E689A}"/>
              </a:ext>
            </a:extLst>
          </p:cNvPr>
          <p:cNvCxnSpPr>
            <a:cxnSpLocks/>
          </p:cNvCxnSpPr>
          <p:nvPr/>
        </p:nvCxnSpPr>
        <p:spPr>
          <a:xfrm>
            <a:off x="283335" y="644722"/>
            <a:ext cx="11668259" cy="0"/>
          </a:xfrm>
          <a:prstGeom prst="line">
            <a:avLst/>
          </a:prstGeom>
          <a:ln>
            <a:solidFill>
              <a:srgbClr val="002F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268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C1462-50B0-944B-74D5-644ED8D5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other and daughter on a windswept and muddy shoreline">
            <a:extLst>
              <a:ext uri="{FF2B5EF4-FFF2-40B4-BE49-F238E27FC236}">
                <a16:creationId xmlns:a16="http://schemas.microsoft.com/office/drawing/2014/main" id="{7729DE3E-89F0-A119-9BA1-C7C31FBA2690}"/>
              </a:ext>
            </a:extLst>
          </p:cNvPr>
          <p:cNvPicPr/>
          <p:nvPr/>
        </p:nvPicPr>
        <p:blipFill rotWithShape="1">
          <a:blip r:embed="rId2">
            <a:alphaModFix amt="40000"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3" b="10430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3710682-4820-16CF-8A33-08D6679440CE}"/>
              </a:ext>
            </a:extLst>
          </p:cNvPr>
          <p:cNvSpPr txBox="1">
            <a:spLocks/>
          </p:cNvSpPr>
          <p:nvPr/>
        </p:nvSpPr>
        <p:spPr>
          <a:xfrm>
            <a:off x="878114" y="732300"/>
            <a:ext cx="10261600" cy="505164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100000"/>
              </a:lnSpc>
              <a:spcAft>
                <a:spcPts val="600"/>
              </a:spcAft>
            </a:pPr>
            <a:r>
              <a:rPr lang="en-US" sz="6600" dirty="0">
                <a:ln w="22225">
                  <a:solidFill>
                    <a:prstClr val="white"/>
                  </a:solidFill>
                  <a:miter lim="800000"/>
                </a:ln>
                <a:noFill/>
              </a:rPr>
              <a:t>Resilience is not an add-on cost but an investment that generates returns</a:t>
            </a:r>
          </a:p>
          <a:p>
            <a:pPr lvl="0" algn="ctr">
              <a:lnSpc>
                <a:spcPct val="100000"/>
              </a:lnSpc>
              <a:spcAft>
                <a:spcPts val="600"/>
              </a:spcAft>
            </a:pPr>
            <a:endParaRPr lang="en-US" sz="6600" dirty="0">
              <a:ln w="22225">
                <a:solidFill>
                  <a:prstClr val="white"/>
                </a:solidFill>
                <a:miter lim="800000"/>
              </a:ln>
              <a:noFill/>
            </a:endParaRPr>
          </a:p>
          <a:p>
            <a:pPr lvl="0" algn="ctr">
              <a:lnSpc>
                <a:spcPct val="100000"/>
              </a:lnSpc>
              <a:spcAft>
                <a:spcPts val="600"/>
              </a:spcAft>
            </a:pPr>
            <a:r>
              <a:rPr lang="en-US" sz="6600" dirty="0">
                <a:ln w="22225">
                  <a:solidFill>
                    <a:prstClr val="white"/>
                  </a:solidFill>
                  <a:miter lim="800000"/>
                </a:ln>
                <a:solidFill>
                  <a:srgbClr val="FF0000"/>
                </a:solidFill>
              </a:rPr>
              <a:t>$1 &gt; $4</a:t>
            </a:r>
          </a:p>
        </p:txBody>
      </p:sp>
    </p:spTree>
    <p:extLst>
      <p:ext uri="{BB962C8B-B14F-4D97-AF65-F5344CB8AC3E}">
        <p14:creationId xmlns:p14="http://schemas.microsoft.com/office/powerpoint/2010/main" val="517149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Univers Condensed"/>
        <a:ea typeface=""/>
        <a:cs typeface=""/>
      </a:majorFont>
      <a:minorFont>
        <a:latin typeface="Univers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4D98A434-2C52-4758-8928-98E7B1FF085A}" vid="{72C90CB8-FE26-4787-A572-F20ED1A7B880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 Them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Them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 Them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Them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 Them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Them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AE84F999B26149BAD494A5506E81F3" ma:contentTypeVersion="25" ma:contentTypeDescription="Create a new document." ma:contentTypeScope="" ma:versionID="cd295e73000c6148a28815fbef325cf0">
  <xsd:schema xmlns:xsd="http://www.w3.org/2001/XMLSchema" xmlns:xs="http://www.w3.org/2001/XMLSchema" xmlns:p="http://schemas.microsoft.com/office/2006/metadata/properties" xmlns:ns1="http://schemas.microsoft.com/sharepoint/v3" xmlns:ns2="80f4c7fb-5be7-48ae-9ddb-a5c46a443b58" xmlns:ns3="b39bf1ee-6b4f-479f-9ce9-7241d6522d55" targetNamespace="http://schemas.microsoft.com/office/2006/metadata/properties" ma:root="true" ma:fieldsID="443c52d966bc38211c74f43f1a24c477" ns1:_="" ns2:_="" ns3:_="">
    <xsd:import namespace="http://schemas.microsoft.com/sharepoint/v3"/>
    <xsd:import namespace="80f4c7fb-5be7-48ae-9ddb-a5c46a443b58"/>
    <xsd:import namespace="b39bf1ee-6b4f-479f-9ce9-7241d6522d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dlc_ExpireDateSaved" minOccurs="0"/>
                <xsd:element ref="ns1:_dlc_ExpireDate" minOccurs="0"/>
                <xsd:element ref="ns1:_dlc_Exempt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_Flow_SignoffStatu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dlc_ExpireDateSaved" ma:index="10" nillable="true" ma:displayName="Original Expiration Date" ma:hidden="true" ma:internalName="_dlc_ExpireDateSaved" ma:readOnly="true">
      <xsd:simpleType>
        <xsd:restriction base="dms:DateTime"/>
      </xsd:simpleType>
    </xsd:element>
    <xsd:element name="_dlc_ExpireDate" ma:index="11" nillable="true" ma:displayName="Expiration Date" ma:description="" ma:hidden="true" ma:indexed="true" ma:internalName="_dlc_ExpireDate" ma:readOnly="true">
      <xsd:simpleType>
        <xsd:restriction base="dms:DateTime"/>
      </xsd:simpleType>
    </xsd:element>
    <xsd:element name="_dlc_Exempt" ma:index="12" nillable="true" ma:displayName="Exempt from Policy" ma:hidden="true" ma:internalName="_dlc_Exempt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f4c7fb-5be7-48ae-9ddb-a5c46a443b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MediaServiceAutoTags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20" nillable="true" ma:displayName="Sign-off status" ma:internalName="Sign_x002d_off_x0020_status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556e139c-3976-4f37-8cfc-4ca6bb14bc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9bf1ee-6b4f-479f-9ce9-7241d6522d5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f521ea0d-b711-45dc-8afd-6539f8507523}" ma:internalName="TaxCatchAll" ma:showField="CatchAllData" ma:web="b39bf1ee-6b4f-479f-9ce9-7241d6522d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0f4c7fb-5be7-48ae-9ddb-a5c46a443b58">
      <Terms xmlns="http://schemas.microsoft.com/office/infopath/2007/PartnerControls"/>
    </lcf76f155ced4ddcb4097134ff3c332f>
    <_Flow_SignoffStatus xmlns="80f4c7fb-5be7-48ae-9ddb-a5c46a443b58" xsi:nil="true"/>
    <TaxCatchAll xmlns="b39bf1ee-6b4f-479f-9ce9-7241d6522d55" xsi:nil="true"/>
    <_dlc_ExpireDateSaved xmlns="http://schemas.microsoft.com/sharepoint/v3" xsi:nil="true"/>
    <_dlc_ExpireDate xmlns="http://schemas.microsoft.com/sharepoint/v3">2025-10-06T08:25:04+00:00</_dlc_ExpireDate>
  </documentManagement>
</p:properties>
</file>

<file path=customXml/itemProps1.xml><?xml version="1.0" encoding="utf-8"?>
<ds:datastoreItem xmlns:ds="http://schemas.openxmlformats.org/officeDocument/2006/customXml" ds:itemID="{7C47C34B-1F20-4DAA-A2DF-F7AE9D4FDB7C}"/>
</file>

<file path=customXml/itemProps2.xml><?xml version="1.0" encoding="utf-8"?>
<ds:datastoreItem xmlns:ds="http://schemas.openxmlformats.org/officeDocument/2006/customXml" ds:itemID="{BDA3C799-BBD7-4DAE-BB55-1679FD77EFA5}"/>
</file>

<file path=customXml/itemProps3.xml><?xml version="1.0" encoding="utf-8"?>
<ds:datastoreItem xmlns:ds="http://schemas.openxmlformats.org/officeDocument/2006/customXml" ds:itemID="{EFBA7DDE-5CE1-4276-BA1E-0861019CAD3E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9610</TotalTime>
  <Words>436</Words>
  <Application>Microsoft Office PowerPoint</Application>
  <PresentationFormat>Widescreen</PresentationFormat>
  <Paragraphs>92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Andes ExtraLight</vt:lpstr>
      <vt:lpstr>Aptos</vt:lpstr>
      <vt:lpstr>Arial</vt:lpstr>
      <vt:lpstr>Calibri</vt:lpstr>
      <vt:lpstr>Calibri Light</vt:lpstr>
      <vt:lpstr>Roboto</vt:lpstr>
      <vt:lpstr>Univers Condensed</vt:lpstr>
      <vt:lpstr>Univers Condensed Light</vt:lpstr>
      <vt:lpstr>Wingdings</vt:lpstr>
      <vt:lpstr>Default Theme</vt:lpstr>
      <vt:lpstr>1_Office Theme</vt:lpstr>
      <vt:lpstr>PowerPoint Presentation</vt:lpstr>
      <vt:lpstr>PowerPoint Presentation</vt:lpstr>
      <vt:lpstr>Climate-Resilient Transport Strategy</vt:lpstr>
      <vt:lpstr>Climate-Resilient Transport Strategy</vt:lpstr>
      <vt:lpstr>Climate-Resilient Transport Strategy</vt:lpstr>
      <vt:lpstr>Climate-Resilient Transport Strategy</vt:lpstr>
      <vt:lpstr>PowerPoint Presentation</vt:lpstr>
      <vt:lpstr>PowerPoint Presentation</vt:lpstr>
    </vt:vector>
  </TitlesOfParts>
  <Company>WBG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 mai 2024 Réunion de restitution</dc:title>
  <dc:creator>Nicolas Mauchard</dc:creator>
  <cp:lastModifiedBy>Oceane Keou</cp:lastModifiedBy>
  <cp:revision>6</cp:revision>
  <dcterms:created xsi:type="dcterms:W3CDTF">2024-05-14T14:26:27Z</dcterms:created>
  <dcterms:modified xsi:type="dcterms:W3CDTF">2025-09-16T09:00:21Z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bf45b6-5649-4236-82a3-f45024cd282e_Enabled">
    <vt:lpwstr>true</vt:lpwstr>
  </property>
  <property fmtid="{D5CDD505-2E9C-101B-9397-08002B2CF9AE}" pid="3" name="MSIP_Label_f1bf45b6-5649-4236-82a3-f45024cd282e_SetDate">
    <vt:lpwstr>2025-09-16T08:07:17Z</vt:lpwstr>
  </property>
  <property fmtid="{D5CDD505-2E9C-101B-9397-08002B2CF9AE}" pid="4" name="MSIP_Label_f1bf45b6-5649-4236-82a3-f45024cd282e_Method">
    <vt:lpwstr>Standard</vt:lpwstr>
  </property>
  <property fmtid="{D5CDD505-2E9C-101B-9397-08002B2CF9AE}" pid="5" name="MSIP_Label_f1bf45b6-5649-4236-82a3-f45024cd282e_Name">
    <vt:lpwstr>Official Use Only</vt:lpwstr>
  </property>
  <property fmtid="{D5CDD505-2E9C-101B-9397-08002B2CF9AE}" pid="6" name="MSIP_Label_f1bf45b6-5649-4236-82a3-f45024cd282e_SiteId">
    <vt:lpwstr>31a2fec0-266b-4c67-b56e-2796d8f59c36</vt:lpwstr>
  </property>
  <property fmtid="{D5CDD505-2E9C-101B-9397-08002B2CF9AE}" pid="7" name="MSIP_Label_f1bf45b6-5649-4236-82a3-f45024cd282e_ActionId">
    <vt:lpwstr>b3d5b33c-ccc3-445c-bcaa-44c95cedb076</vt:lpwstr>
  </property>
  <property fmtid="{D5CDD505-2E9C-101B-9397-08002B2CF9AE}" pid="8" name="MSIP_Label_f1bf45b6-5649-4236-82a3-f45024cd282e_ContentBits">
    <vt:lpwstr>2</vt:lpwstr>
  </property>
  <property fmtid="{D5CDD505-2E9C-101B-9397-08002B2CF9AE}" pid="9" name="MSIP_Label_f1bf45b6-5649-4236-82a3-f45024cd282e_Tag">
    <vt:lpwstr>10, 3, 0, 1</vt:lpwstr>
  </property>
  <property fmtid="{D5CDD505-2E9C-101B-9397-08002B2CF9AE}" pid="10" name="ClassificationContentMarkingFooterLocations">
    <vt:lpwstr>Default Theme:5\Content Master:3\Θέμα του Office:8\1_Office Theme:8</vt:lpwstr>
  </property>
  <property fmtid="{D5CDD505-2E9C-101B-9397-08002B2CF9AE}" pid="11" name="ClassificationContentMarkingFooterText">
    <vt:lpwstr>Official Use Only</vt:lpwstr>
  </property>
  <property fmtid="{D5CDD505-2E9C-101B-9397-08002B2CF9AE}" pid="12" name="ContentTypeId">
    <vt:lpwstr>0x01010064AE84F999B26149BAD494A5506E81F3</vt:lpwstr>
  </property>
  <property fmtid="{D5CDD505-2E9C-101B-9397-08002B2CF9AE}" pid="13" name="_dlc_policyId">
    <vt:lpwstr>/sites/FileTransfer/AFRICA</vt:lpwstr>
  </property>
  <property fmtid="{D5CDD505-2E9C-101B-9397-08002B2CF9AE}" pid="14" name="ItemRetentionFormula">
    <vt:lpwstr>&lt;formula id="Microsoft.Office.RecordsManagement.PolicyFeatures.Expiration.Formula.BuiltIn"&gt;&lt;number&gt;15&lt;/number&gt;&lt;property&gt;Created&lt;/property&gt;&lt;propertyId&gt;8c06beca-0777-48f7-91c7-6da68bc07b69&lt;/propertyId&gt;&lt;period&gt;days&lt;/period&gt;&lt;/formula&gt;</vt:lpwstr>
  </property>
</Properties>
</file>